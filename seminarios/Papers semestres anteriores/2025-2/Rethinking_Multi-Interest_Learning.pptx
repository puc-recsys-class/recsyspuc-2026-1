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comments/modernComment_105_9938E51D.xml" ContentType="application/vnd.ms-powerpoint.comments+xml"/>
  <Override PartName="/ppt/comments/modernComment_10D_6AA899B3.xml" ContentType="application/vnd.ms-powerpoint.comments+xml"/>
  <Override PartName="/ppt/comments/modernComment_10F_745D76BE.xml" ContentType="application/vnd.ms-powerpoint.comments+xml"/>
  <Override PartName="/ppt/ink/ink1.xml" ContentType="application/inkml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omments/modernComment_121_E0E5FF90.xml" ContentType="application/vnd.ms-powerpoint.comments+xml"/>
  <Override PartName="/ppt/comments/modernComment_116_4512F0E5.xml" ContentType="application/vnd.ms-powerpoint.comments+xml"/>
  <Override PartName="/ppt/comments/modernComment_124_1F74C45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94" r:id="rId5"/>
  </p:sldMasterIdLst>
  <p:sldIdLst>
    <p:sldId id="256" r:id="rId6"/>
    <p:sldId id="257" r:id="rId7"/>
    <p:sldId id="258" r:id="rId8"/>
    <p:sldId id="259" r:id="rId9"/>
    <p:sldId id="260" r:id="rId10"/>
    <p:sldId id="283" r:id="rId11"/>
    <p:sldId id="282" r:id="rId12"/>
    <p:sldId id="261" r:id="rId13"/>
    <p:sldId id="262" r:id="rId14"/>
    <p:sldId id="268" r:id="rId15"/>
    <p:sldId id="269" r:id="rId16"/>
    <p:sldId id="271" r:id="rId17"/>
    <p:sldId id="265" r:id="rId18"/>
    <p:sldId id="293" r:id="rId19"/>
    <p:sldId id="294" r:id="rId20"/>
    <p:sldId id="273" r:id="rId21"/>
    <p:sldId id="279" r:id="rId22"/>
    <p:sldId id="275" r:id="rId23"/>
    <p:sldId id="284" r:id="rId24"/>
    <p:sldId id="285" r:id="rId25"/>
    <p:sldId id="286" r:id="rId26"/>
    <p:sldId id="281" r:id="rId27"/>
    <p:sldId id="287" r:id="rId28"/>
    <p:sldId id="276" r:id="rId29"/>
    <p:sldId id="288" r:id="rId30"/>
    <p:sldId id="289" r:id="rId31"/>
    <p:sldId id="272" r:id="rId32"/>
    <p:sldId id="277" r:id="rId33"/>
    <p:sldId id="278" r:id="rId34"/>
    <p:sldId id="292" r:id="rId35"/>
    <p:sldId id="290" r:id="rId36"/>
    <p:sldId id="291" r:id="rId37"/>
    <p:sldId id="263" r:id="rId38"/>
    <p:sldId id="295" r:id="rId39"/>
    <p:sldId id="296" r:id="rId40"/>
    <p:sldId id="297" r:id="rId4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182C044-E0C2-8A61-C62E-D6D4B87479B1}" name="Erick Camilo Lara Silva" initials="ES" userId="S::emlara@uc.cl::1a0d6a8a-b292-447c-a18d-5401c64ba6b0" providerId="AD"/>
  <p188:author id="{CDA972B5-09C0-3B70-994D-0160F3569E5D}" name="Lucas Alejandro Rojas Sánchez" initials="LR" userId="S::lucas.rojas@uc.cl::6a3a8d26-49e4-4173-a867-33476ea7f5e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54B6BF-FAD8-8FCE-1DA8-BE59E698C3D3}" v="729" dt="2025-10-20T22:15:24.442"/>
    <p1510:client id="{309739F6-F0C5-3CD9-F542-A3F978BF31C2}" v="275" dt="2025-10-19T22:46:17.592"/>
    <p1510:client id="{529ACDFC-552E-463A-AE40-CE7B10CC7A4E}" v="294" dt="2025-10-20T22:49:53.800"/>
    <p1510:client id="{5C756533-FA21-39AA-5954-5A3B1E44B764}" v="1635" dt="2025-10-20T16:08:23.397"/>
    <p1510:client id="{60CB632B-8B49-6A85-CA24-FDB506B93787}" v="491" dt="2025-10-20T14:32:18.247"/>
    <p1510:client id="{7313383F-F0FE-7871-C5C7-2B0FDD776AD8}" v="221" dt="2025-10-20T11:19:15.230"/>
    <p1510:client id="{7B4C1D8E-AD1E-EE2F-8F95-839B27C82EAE}" v="327" dt="2025-10-20T22:45:02.003"/>
    <p1510:client id="{E0E279E6-4C74-3222-4231-0E1B07550851}" v="132" dt="2025-10-20T20:22:44.204"/>
    <p1510:client id="{F399361D-98A1-A1A7-AE8B-3028E8548B43}" v="333" dt="2025-10-20T19:57:11.9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7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presProps" Target="presProps.xml"/><Relationship Id="rId47" Type="http://schemas.microsoft.com/office/2018/10/relationships/authors" Target="author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microsoft.com/office/2015/10/relationships/revisionInfo" Target="revisionInfo.xml"/><Relationship Id="rId20" Type="http://schemas.openxmlformats.org/officeDocument/2006/relationships/slide" Target="slides/slide15.xml"/><Relationship Id="rId41" Type="http://schemas.openxmlformats.org/officeDocument/2006/relationships/slide" Target="slides/slide36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uccl0-my.sharepoint.com/personal/anibal_fermandois_uc_cl/Documents/PresentacionSeminario_ColumnClustere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uccl0-my.sharepoint.com/personal/anibal_fermandois_uc_cl/Documents/PresentacionSeminario_ColumnClustered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Sheet1!$M$1</c:f>
              <c:strCache>
                <c:ptCount val="1"/>
                <c:pt idx="0">
                  <c:v>Items</c:v>
                </c:pt>
              </c:strCache>
            </c:strRef>
          </c:tx>
          <c:spPr>
            <a:solidFill>
              <a:srgbClr val="637CEF"/>
            </a:solidFill>
            <a:ln>
              <a:noFill/>
            </a:ln>
            <a:effectLst/>
          </c:spPr>
          <c:invertIfNegative val="0"/>
          <c:val>
            <c:numRef>
              <c:f>Sheet1!$M$2:$M$16</c:f>
              <c:numCache>
                <c:formatCode>General</c:formatCode>
                <c:ptCount val="15"/>
                <c:pt idx="0">
                  <c:v>0.46815057210300126</c:v>
                </c:pt>
                <c:pt idx="1">
                  <c:v>0.8087106965886911</c:v>
                </c:pt>
                <c:pt idx="2">
                  <c:v>0.23679551731054349</c:v>
                </c:pt>
                <c:pt idx="3">
                  <c:v>8.440378916698843E-2</c:v>
                </c:pt>
                <c:pt idx="4">
                  <c:v>0.99030104551132703</c:v>
                </c:pt>
                <c:pt idx="5">
                  <c:v>0.24572228605871971</c:v>
                </c:pt>
                <c:pt idx="6">
                  <c:v>0.95143286597182819</c:v>
                </c:pt>
                <c:pt idx="7">
                  <c:v>2.9222880047117212</c:v>
                </c:pt>
                <c:pt idx="8">
                  <c:v>2.231045879701115</c:v>
                </c:pt>
                <c:pt idx="9">
                  <c:v>1.7907756263978334</c:v>
                </c:pt>
                <c:pt idx="10">
                  <c:v>0.22296040644587922</c:v>
                </c:pt>
                <c:pt idx="11">
                  <c:v>0.22833352882028224</c:v>
                </c:pt>
                <c:pt idx="12">
                  <c:v>0.2554257259314518</c:v>
                </c:pt>
                <c:pt idx="13">
                  <c:v>0.3403337493618388</c:v>
                </c:pt>
                <c:pt idx="14">
                  <c:v>0.39163195862083222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35-4A6E-B364-BF067C9EA7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17408776"/>
        <c:axId val="317410824"/>
      </c:barChart>
      <c:catAx>
        <c:axId val="31740877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7410824"/>
        <c:crosses val="autoZero"/>
        <c:auto val="1"/>
        <c:lblAlgn val="ctr"/>
        <c:lblOffset val="100"/>
        <c:noMultiLvlLbl val="0"/>
      </c:catAx>
      <c:valAx>
        <c:axId val="31741082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3174087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637CEF"/>
            </a:solidFill>
            <a:ln>
              <a:noFill/>
            </a:ln>
            <a:effectLst/>
          </c:spPr>
          <c:invertIfNegative val="0"/>
          <c:val>
            <c:numRef>
              <c:f>Sheet1!$B$2:$B$16</c:f>
              <c:numCache>
                <c:formatCode>General</c:formatCode>
                <c:ptCount val="15"/>
                <c:pt idx="0">
                  <c:v>0.50535458129326127</c:v>
                </c:pt>
                <c:pt idx="1">
                  <c:v>0.73779278611035681</c:v>
                </c:pt>
                <c:pt idx="2">
                  <c:v>0.94701046672686084</c:v>
                </c:pt>
                <c:pt idx="3">
                  <c:v>0.44506327827562087</c:v>
                </c:pt>
                <c:pt idx="4">
                  <c:v>0.14603500853568496</c:v>
                </c:pt>
                <c:pt idx="5">
                  <c:v>0.97325228034077405</c:v>
                </c:pt>
                <c:pt idx="6">
                  <c:v>5.12</c:v>
                </c:pt>
                <c:pt idx="7">
                  <c:v>7.9673762467948106E-2</c:v>
                </c:pt>
                <c:pt idx="8">
                  <c:v>0.63943368753832297</c:v>
                </c:pt>
                <c:pt idx="9">
                  <c:v>0.14023977296463619</c:v>
                </c:pt>
                <c:pt idx="10">
                  <c:v>0.49962055953044104</c:v>
                </c:pt>
                <c:pt idx="11">
                  <c:v>0.14149288607007304</c:v>
                </c:pt>
                <c:pt idx="12">
                  <c:v>0.73081489219248841</c:v>
                </c:pt>
                <c:pt idx="13">
                  <c:v>0.9906767407952648</c:v>
                </c:pt>
                <c:pt idx="14">
                  <c:v>0.38998800865243022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2A-4FE5-ADDD-0A895C476C9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rgbClr val="E3008C"/>
            </a:solidFill>
            <a:ln>
              <a:noFill/>
            </a:ln>
            <a:effectLst/>
          </c:spPr>
          <c:invertIfNegative val="0"/>
          <c:val>
            <c:numRef>
              <c:f>Sheet1!$C$2:$C$16</c:f>
              <c:numCache>
                <c:formatCode>General</c:formatCode>
                <c:ptCount val="15"/>
              </c:numCache>
            </c:numRef>
          </c:val>
          <c:extLst>
            <c:ext xmlns:c16="http://schemas.microsoft.com/office/drawing/2014/chart" uri="{C3380CC4-5D6E-409C-BE32-E72D297353CC}">
              <c16:uniqueId val="{00000001-512A-4FE5-ADDD-0A895C476C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10942215"/>
        <c:axId val="710944263"/>
      </c:barChart>
      <c:catAx>
        <c:axId val="71094221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0944263"/>
        <c:crosses val="autoZero"/>
        <c:auto val="1"/>
        <c:lblAlgn val="ctr"/>
        <c:lblOffset val="100"/>
        <c:noMultiLvlLbl val="0"/>
      </c:catAx>
      <c:valAx>
        <c:axId val="710944263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7109422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000">
  <a:srgbClr val="637CEF"/>
  <a:srgbClr val="E3008C"/>
  <a:srgbClr val="2AA0A4"/>
  <a:srgbClr val="9373C0"/>
  <a:srgbClr val="13A10E"/>
  <a:srgbClr val="3A96DD"/>
  <a:srgbClr val="CA5010"/>
  <a:srgbClr val="57811B"/>
  <a:srgbClr val="B146C2"/>
  <a:srgbClr val="AE8C00"/>
  <a:srgbClr val="AE8C00"/>
  <a:srgbClr val="637CEF"/>
  <a:srgbClr val="EE5FB7"/>
  <a:srgbClr val="008B94"/>
  <a:srgbClr val="D77440"/>
  <a:srgbClr val="BA58C9"/>
  <a:srgbClr val="3A96DD"/>
  <a:srgbClr val="E3008C"/>
  <a:srgbClr val="C36BD1"/>
  <a:srgbClr val="D06228"/>
  <a:srgbClr val="57811B"/>
</cs:colorStyle>
</file>

<file path=ppt/charts/colors2.xml><?xml version="1.0" encoding="utf-8"?>
<cs:colorStyle xmlns:cs="http://schemas.microsoft.com/office/drawing/2012/chartStyle" xmlns:a="http://schemas.openxmlformats.org/drawingml/2006/main" meth="cycle" id="10000">
  <a:srgbClr val="637CEF"/>
  <a:srgbClr val="E3008C"/>
  <a:srgbClr val="2AA0A4"/>
  <a:srgbClr val="9373C0"/>
  <a:srgbClr val="13A10E"/>
  <a:srgbClr val="3A96DD"/>
  <a:srgbClr val="CA5010"/>
  <a:srgbClr val="57811B"/>
  <a:srgbClr val="B146C2"/>
  <a:srgbClr val="AE8C00"/>
  <a:srgbClr val="AE8C00"/>
  <a:srgbClr val="637CEF"/>
  <a:srgbClr val="EE5FB7"/>
  <a:srgbClr val="008B94"/>
  <a:srgbClr val="D77440"/>
  <a:srgbClr val="BA58C9"/>
  <a:srgbClr val="3A96DD"/>
  <a:srgbClr val="E3008C"/>
  <a:srgbClr val="C36BD1"/>
  <a:srgbClr val="D06228"/>
  <a:srgbClr val="57811B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10D_6AA899B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14615D9-6334-456A-ABD5-00EE2A3CE366}" authorId="{5182C044-E0C2-8A61-C62E-D6D4B87479B1}" created="2025-10-19T21:02:50.02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789434291" sldId="269"/>
      <ac:spMk id="9" creationId="{3CFA3136-FD35-F5BE-43F9-78A03677D73A}"/>
    </ac:deMkLst>
    <p188:txBody>
      <a:bodyPr/>
      <a:lstStyle/>
      <a:p>
        <a:r>
          <a:rPr lang="es-ES"/>
          <a:t>Comparado con softmax completo</a:t>
        </a:r>
      </a:p>
    </p188:txBody>
  </p188:cm>
  <p188:cm id="{6886532F-FF5C-4685-861E-56DBAE8EB73F}" authorId="{5182C044-E0C2-8A61-C62E-D6D4B87479B1}" created="2025-10-19T21:15:38.15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789434291" sldId="269"/>
      <ac:spMk id="9" creationId="{3CFA3136-FD35-F5BE-43F9-78A03677D73A}"/>
    </ac:deMkLst>
    <p188:txBody>
      <a:bodyPr/>
      <a:lstStyle/>
      <a:p>
        <a:r>
          <a:rPr lang="es-ES"/>
          <a:t>Modelos multi-interés sufren degradación drástica con sampled softmax en tamaños prácticos (e.g., &lt;1000 muestras).</a:t>
        </a:r>
      </a:p>
    </p188:txBody>
  </p188:cm>
</p188:cmLst>
</file>

<file path=ppt/comments/modernComment_10F_745D76B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A59B9EF-A37D-4C32-926E-D566D42CE0CB}" authorId="{5182C044-E0C2-8A61-C62E-D6D4B87479B1}" created="2025-10-19T21:12:02.353">
    <pc:sldMkLst xmlns:pc="http://schemas.microsoft.com/office/powerpoint/2013/main/command">
      <pc:docMk/>
      <pc:sldMk cId="1952282302" sldId="271"/>
    </pc:sldMkLst>
    <p188:txBody>
      <a:bodyPr/>
      <a:lstStyle/>
      <a:p>
        <a:r>
          <a:rPr lang="es-ES"/>
          <a:t>Ejemplo gráfico de la causa/efecto del problema de "Easy negatives"</a:t>
        </a:r>
      </a:p>
    </p188:txBody>
  </p188:cm>
</p188:cmLst>
</file>

<file path=ppt/comments/modernComment_105_9938E51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AAE8342-D578-4D16-B9E4-01C51C89960F}" authorId="{5182C044-E0C2-8A61-C62E-D6D4B87479B1}" created="2025-10-19T21:14:22.667">
    <pc:sldMkLst xmlns:pc="http://schemas.microsoft.com/office/powerpoint/2013/main/command">
      <pc:docMk/>
      <pc:sldMk cId="2570642717" sldId="261"/>
    </pc:sldMkLst>
    <p188:txBody>
      <a:bodyPr/>
      <a:lstStyle/>
      <a:p>
        <a:r>
          <a:rPr lang="es-ES"/>
          <a:t>Quizás quitar Multi-Interest Learning y definir soft-max?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5-10-20T21:22:22.249" authorId="{CDA972B5-09C0-3B70-994D-0160F3569E5D}"/>
          </p223:rxn>
        </p223:reactions>
      </p:ext>
    </p188:extLst>
  </p188:cm>
</p188:cmLst>
</file>

<file path=ppt/comments/modernComment_116_4512F0E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1F535E4-34D8-4575-A5CB-7CF6D3BA4660}" authorId="{5182C044-E0C2-8A61-C62E-D6D4B87479B1}" created="2025-10-20T21:09:51.171">
    <pc:sldMkLst xmlns:pc="http://schemas.microsoft.com/office/powerpoint/2013/main/command">
      <pc:docMk/>
      <pc:sldMk cId="1158869221" sldId="278"/>
    </pc:sldMkLst>
    <p188:replyLst>
      <p188:reply id="{6F582FF1-5C7E-4F10-8A09-9A4340339705}" authorId="{5182C044-E0C2-8A61-C62E-D6D4B87479B1}" created="2025-10-20T21:31:53.589">
        <p188:txBody>
          <a:bodyPr/>
          <a:lstStyle/>
          <a:p>
            <a:r>
              <a:rPr lang="es-ES"/>
              <a:t>Destacar PIMI, UMI_HN, Re4 y ComiRec (modelos multi-interes)</a:t>
            </a:r>
          </a:p>
        </p188:txBody>
      </p188:reply>
    </p188:replyLst>
    <p188:txBody>
      <a:bodyPr/>
      <a:lstStyle/>
      <a:p>
        <a:r>
          <a:rPr lang="es-ES"/>
          <a:t>REMI se aplica sobre ComiRec para las comparaciones en esta tabla</a:t>
        </a:r>
      </a:p>
    </p188:txBody>
  </p188:cm>
</p188:cmLst>
</file>

<file path=ppt/comments/modernComment_121_E0E5FF9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DD2DC1E-73B5-4575-B01C-4148CF5C188D}" authorId="{5182C044-E0C2-8A61-C62E-D6D4B87479B1}" created="2025-10-20T22:40:51.847">
    <pc:sldMkLst xmlns:pc="http://schemas.microsoft.com/office/powerpoint/2013/main/command">
      <pc:docMk/>
      <pc:sldMk cId="3773169552" sldId="289"/>
    </pc:sldMkLst>
    <p188:txBody>
      <a:bodyPr/>
      <a:lstStyle/>
      <a:p>
        <a:r>
          <a:rPr lang="es-ES"/>
          <a:t>explicar porqué esto es importante, vincularlo con los resultados mostrados más tarde, crear la pregunta</a:t>
        </a:r>
      </a:p>
    </p188:txBody>
  </p188:cm>
</p188:cmLst>
</file>

<file path=ppt/comments/modernComment_124_1F74C4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D580B36-4A67-4F52-83A9-358EF72A3177}" authorId="{5182C044-E0C2-8A61-C62E-D6D4B87479B1}" created="2025-10-20T21:13:37.68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2984133" sldId="292"/>
      <ac:picMk id="7" creationId="{2BAE784A-32DD-E584-4F54-E3DF9295B9CB}"/>
    </ac:deMkLst>
    <p188:txBody>
      <a:bodyPr/>
      <a:lstStyle/>
      <a:p>
        <a:r>
          <a:rPr lang="es-ES"/>
          <a:t>REMI es compatible con cualquier modelo multi-interes</a:t>
        </a:r>
      </a:p>
    </p188:txBody>
  </p188:cm>
</p188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14:32:30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25189 10846 16383 0 0,'0'0'0'0'0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51000" y="1568000"/>
            <a:ext cx="8735200" cy="275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12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51000" y="4485900"/>
            <a:ext cx="7807200" cy="6344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753800" y="4485900"/>
            <a:ext cx="5832800" cy="5832800"/>
          </a:xfrm>
          <a:prstGeom prst="ellipse">
            <a:avLst/>
          </a:prstGeom>
          <a:gradFill>
            <a:gsLst>
              <a:gs pos="0">
                <a:schemeClr val="dk2"/>
              </a:gs>
              <a:gs pos="50000">
                <a:srgbClr val="942290">
                  <a:alpha val="0"/>
                </a:srgbClr>
              </a:gs>
              <a:gs pos="100000">
                <a:srgbClr val="94229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" name="Google Shape;12;p2"/>
          <p:cNvSpPr/>
          <p:nvPr/>
        </p:nvSpPr>
        <p:spPr>
          <a:xfrm>
            <a:off x="8268333" y="-2823933"/>
            <a:ext cx="5832800" cy="58328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7A0B3">
                  <a:alpha val="0"/>
                </a:srgbClr>
              </a:gs>
              <a:gs pos="100000">
                <a:srgbClr val="07A0B3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513889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960000" y="2704869"/>
            <a:ext cx="5707200" cy="223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1123733" y="1188200"/>
            <a:ext cx="1276400" cy="12828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1123733" y="5158200"/>
            <a:ext cx="5543600" cy="5000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3179600" y="-3557000"/>
            <a:ext cx="5832800" cy="58328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7A0B3">
                  <a:alpha val="0"/>
                </a:srgbClr>
              </a:gs>
              <a:gs pos="100000">
                <a:srgbClr val="07A0B3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" name="Google Shape;18;p3"/>
          <p:cNvGrpSpPr/>
          <p:nvPr/>
        </p:nvGrpSpPr>
        <p:grpSpPr>
          <a:xfrm rot="5895050">
            <a:off x="8723011" y="326749"/>
            <a:ext cx="1492228" cy="961231"/>
            <a:chOff x="7714450" y="2073044"/>
            <a:chExt cx="1119226" cy="720958"/>
          </a:xfrm>
        </p:grpSpPr>
        <p:sp>
          <p:nvSpPr>
            <p:cNvPr id="19" name="Google Shape;19;p3"/>
            <p:cNvSpPr/>
            <p:nvPr/>
          </p:nvSpPr>
          <p:spPr>
            <a:xfrm>
              <a:off x="7740398" y="2102385"/>
              <a:ext cx="1083165" cy="662294"/>
            </a:xfrm>
            <a:custGeom>
              <a:avLst/>
              <a:gdLst/>
              <a:ahLst/>
              <a:cxnLst/>
              <a:rect l="l" t="t" r="r" b="b"/>
              <a:pathLst>
                <a:path w="30639" h="18734" fill="none" extrusionOk="0">
                  <a:moveTo>
                    <a:pt x="1" y="2266"/>
                  </a:moveTo>
                  <a:lnTo>
                    <a:pt x="12320" y="0"/>
                  </a:lnTo>
                  <a:lnTo>
                    <a:pt x="18703" y="957"/>
                  </a:lnTo>
                  <a:lnTo>
                    <a:pt x="18703" y="5394"/>
                  </a:lnTo>
                  <a:cubicBezTo>
                    <a:pt x="18703" y="5394"/>
                    <a:pt x="30639" y="7947"/>
                    <a:pt x="30479" y="8330"/>
                  </a:cubicBezTo>
                  <a:cubicBezTo>
                    <a:pt x="30319" y="8713"/>
                    <a:pt x="25022" y="18319"/>
                    <a:pt x="25022" y="18319"/>
                  </a:cubicBezTo>
                  <a:lnTo>
                    <a:pt x="12607" y="18734"/>
                  </a:lnTo>
                  <a:lnTo>
                    <a:pt x="18703" y="5394"/>
                  </a:lnTo>
                  <a:lnTo>
                    <a:pt x="25022" y="18319"/>
                  </a:lnTo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319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8175892" y="2102385"/>
              <a:ext cx="225690" cy="190691"/>
            </a:xfrm>
            <a:custGeom>
              <a:avLst/>
              <a:gdLst/>
              <a:ahLst/>
              <a:cxnLst/>
              <a:rect l="l" t="t" r="r" b="b"/>
              <a:pathLst>
                <a:path w="6384" h="5394" fill="none" extrusionOk="0">
                  <a:moveTo>
                    <a:pt x="1" y="0"/>
                  </a:moveTo>
                  <a:lnTo>
                    <a:pt x="6384" y="5394"/>
                  </a:lnTo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319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21" name="Google Shape;21;p3"/>
            <p:cNvGrpSpPr/>
            <p:nvPr/>
          </p:nvGrpSpPr>
          <p:grpSpPr>
            <a:xfrm>
              <a:off x="7714450" y="2073044"/>
              <a:ext cx="1119226" cy="720958"/>
              <a:chOff x="7714450" y="2073044"/>
              <a:chExt cx="1119226" cy="720958"/>
            </a:xfrm>
          </p:grpSpPr>
          <p:sp>
            <p:nvSpPr>
              <p:cNvPr id="22" name="Google Shape;22;p3"/>
              <p:cNvSpPr/>
              <p:nvPr/>
            </p:nvSpPr>
            <p:spPr>
              <a:xfrm>
                <a:off x="8603502" y="2726267"/>
                <a:ext cx="41787" cy="41787"/>
              </a:xfrm>
              <a:custGeom>
                <a:avLst/>
                <a:gdLst/>
                <a:ahLst/>
                <a:cxnLst/>
                <a:rect l="l" t="t" r="r" b="b"/>
                <a:pathLst>
                  <a:path w="1182" h="1182" extrusionOk="0">
                    <a:moveTo>
                      <a:pt x="351" y="160"/>
                    </a:moveTo>
                    <a:cubicBezTo>
                      <a:pt x="607" y="1"/>
                      <a:pt x="894" y="96"/>
                      <a:pt x="1053" y="352"/>
                    </a:cubicBezTo>
                    <a:cubicBezTo>
                      <a:pt x="1181" y="575"/>
                      <a:pt x="1085" y="894"/>
                      <a:pt x="862" y="1022"/>
                    </a:cubicBezTo>
                    <a:cubicBezTo>
                      <a:pt x="607" y="1182"/>
                      <a:pt x="287" y="1086"/>
                      <a:pt x="160" y="830"/>
                    </a:cubicBezTo>
                    <a:cubicBezTo>
                      <a:pt x="0" y="607"/>
                      <a:pt x="96" y="288"/>
                      <a:pt x="351" y="128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" name="Google Shape;23;p3"/>
              <p:cNvSpPr/>
              <p:nvPr/>
            </p:nvSpPr>
            <p:spPr>
              <a:xfrm>
                <a:off x="8793021" y="2376535"/>
                <a:ext cx="40655" cy="41787"/>
              </a:xfrm>
              <a:custGeom>
                <a:avLst/>
                <a:gdLst/>
                <a:ahLst/>
                <a:cxnLst/>
                <a:rect l="l" t="t" r="r" b="b"/>
                <a:pathLst>
                  <a:path w="1150" h="1182" extrusionOk="0">
                    <a:moveTo>
                      <a:pt x="320" y="160"/>
                    </a:moveTo>
                    <a:cubicBezTo>
                      <a:pt x="575" y="0"/>
                      <a:pt x="894" y="96"/>
                      <a:pt x="1022" y="351"/>
                    </a:cubicBezTo>
                    <a:cubicBezTo>
                      <a:pt x="1150" y="575"/>
                      <a:pt x="1086" y="894"/>
                      <a:pt x="831" y="1021"/>
                    </a:cubicBezTo>
                    <a:cubicBezTo>
                      <a:pt x="575" y="1181"/>
                      <a:pt x="288" y="1085"/>
                      <a:pt x="128" y="830"/>
                    </a:cubicBezTo>
                    <a:cubicBezTo>
                      <a:pt x="1" y="607"/>
                      <a:pt x="97" y="287"/>
                      <a:pt x="320" y="16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" name="Google Shape;24;p3"/>
              <p:cNvSpPr/>
              <p:nvPr/>
            </p:nvSpPr>
            <p:spPr>
              <a:xfrm>
                <a:off x="8380117" y="2271613"/>
                <a:ext cx="40655" cy="41787"/>
              </a:xfrm>
              <a:custGeom>
                <a:avLst/>
                <a:gdLst/>
                <a:ahLst/>
                <a:cxnLst/>
                <a:rect l="l" t="t" r="r" b="b"/>
                <a:pathLst>
                  <a:path w="1150" h="1182" extrusionOk="0">
                    <a:moveTo>
                      <a:pt x="319" y="128"/>
                    </a:moveTo>
                    <a:cubicBezTo>
                      <a:pt x="575" y="0"/>
                      <a:pt x="894" y="96"/>
                      <a:pt x="1021" y="319"/>
                    </a:cubicBezTo>
                    <a:cubicBezTo>
                      <a:pt x="1149" y="575"/>
                      <a:pt x="1053" y="894"/>
                      <a:pt x="830" y="1021"/>
                    </a:cubicBezTo>
                    <a:cubicBezTo>
                      <a:pt x="575" y="1181"/>
                      <a:pt x="255" y="1085"/>
                      <a:pt x="128" y="830"/>
                    </a:cubicBezTo>
                    <a:cubicBezTo>
                      <a:pt x="0" y="575"/>
                      <a:pt x="64" y="287"/>
                      <a:pt x="319" y="128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" name="Google Shape;25;p3"/>
              <p:cNvSpPr/>
              <p:nvPr/>
            </p:nvSpPr>
            <p:spPr>
              <a:xfrm>
                <a:off x="7714450" y="2159902"/>
                <a:ext cx="40655" cy="41787"/>
              </a:xfrm>
              <a:custGeom>
                <a:avLst/>
                <a:gdLst/>
                <a:ahLst/>
                <a:cxnLst/>
                <a:rect l="l" t="t" r="r" b="b"/>
                <a:pathLst>
                  <a:path w="1150" h="1182" extrusionOk="0">
                    <a:moveTo>
                      <a:pt x="320" y="160"/>
                    </a:moveTo>
                    <a:cubicBezTo>
                      <a:pt x="575" y="1"/>
                      <a:pt x="894" y="96"/>
                      <a:pt x="1022" y="352"/>
                    </a:cubicBezTo>
                    <a:cubicBezTo>
                      <a:pt x="1150" y="607"/>
                      <a:pt x="1054" y="894"/>
                      <a:pt x="831" y="1054"/>
                    </a:cubicBezTo>
                    <a:cubicBezTo>
                      <a:pt x="575" y="1182"/>
                      <a:pt x="256" y="1086"/>
                      <a:pt x="128" y="862"/>
                    </a:cubicBezTo>
                    <a:cubicBezTo>
                      <a:pt x="1" y="607"/>
                      <a:pt x="65" y="288"/>
                      <a:pt x="320" y="16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" name="Google Shape;26;p3"/>
              <p:cNvSpPr/>
              <p:nvPr/>
            </p:nvSpPr>
            <p:spPr>
              <a:xfrm>
                <a:off x="8381248" y="2115925"/>
                <a:ext cx="40655" cy="40620"/>
              </a:xfrm>
              <a:custGeom>
                <a:avLst/>
                <a:gdLst/>
                <a:ahLst/>
                <a:cxnLst/>
                <a:rect l="l" t="t" r="r" b="b"/>
                <a:pathLst>
                  <a:path w="1150" h="1149" extrusionOk="0">
                    <a:moveTo>
                      <a:pt x="319" y="128"/>
                    </a:moveTo>
                    <a:cubicBezTo>
                      <a:pt x="575" y="0"/>
                      <a:pt x="894" y="96"/>
                      <a:pt x="1021" y="319"/>
                    </a:cubicBezTo>
                    <a:cubicBezTo>
                      <a:pt x="1149" y="574"/>
                      <a:pt x="1085" y="894"/>
                      <a:pt x="830" y="1021"/>
                    </a:cubicBezTo>
                    <a:cubicBezTo>
                      <a:pt x="575" y="1149"/>
                      <a:pt x="287" y="1085"/>
                      <a:pt x="128" y="830"/>
                    </a:cubicBezTo>
                    <a:cubicBezTo>
                      <a:pt x="0" y="574"/>
                      <a:pt x="96" y="255"/>
                      <a:pt x="319" y="128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" name="Google Shape;27;p3"/>
              <p:cNvSpPr/>
              <p:nvPr/>
            </p:nvSpPr>
            <p:spPr>
              <a:xfrm>
                <a:off x="8155600" y="2725135"/>
                <a:ext cx="67735" cy="68867"/>
              </a:xfrm>
              <a:custGeom>
                <a:avLst/>
                <a:gdLst/>
                <a:ahLst/>
                <a:cxnLst/>
                <a:rect l="l" t="t" r="r" b="b"/>
                <a:pathLst>
                  <a:path w="1916" h="1948" extrusionOk="0">
                    <a:moveTo>
                      <a:pt x="543" y="224"/>
                    </a:moveTo>
                    <a:cubicBezTo>
                      <a:pt x="958" y="1"/>
                      <a:pt x="1468" y="160"/>
                      <a:pt x="1692" y="543"/>
                    </a:cubicBezTo>
                    <a:cubicBezTo>
                      <a:pt x="1915" y="958"/>
                      <a:pt x="1787" y="1469"/>
                      <a:pt x="1373" y="1724"/>
                    </a:cubicBezTo>
                    <a:cubicBezTo>
                      <a:pt x="958" y="1948"/>
                      <a:pt x="447" y="1788"/>
                      <a:pt x="224" y="1405"/>
                    </a:cubicBezTo>
                    <a:cubicBezTo>
                      <a:pt x="0" y="990"/>
                      <a:pt x="128" y="480"/>
                      <a:pt x="543" y="22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" name="Google Shape;28;p3"/>
              <p:cNvSpPr/>
              <p:nvPr/>
            </p:nvSpPr>
            <p:spPr>
              <a:xfrm>
                <a:off x="8133010" y="2073044"/>
                <a:ext cx="68867" cy="68867"/>
              </a:xfrm>
              <a:custGeom>
                <a:avLst/>
                <a:gdLst/>
                <a:ahLst/>
                <a:cxnLst/>
                <a:rect l="l" t="t" r="r" b="b"/>
                <a:pathLst>
                  <a:path w="1948" h="1948" extrusionOk="0">
                    <a:moveTo>
                      <a:pt x="575" y="256"/>
                    </a:moveTo>
                    <a:cubicBezTo>
                      <a:pt x="958" y="0"/>
                      <a:pt x="1501" y="160"/>
                      <a:pt x="1724" y="575"/>
                    </a:cubicBezTo>
                    <a:cubicBezTo>
                      <a:pt x="1948" y="958"/>
                      <a:pt x="1820" y="1500"/>
                      <a:pt x="1405" y="1724"/>
                    </a:cubicBezTo>
                    <a:cubicBezTo>
                      <a:pt x="990" y="1947"/>
                      <a:pt x="480" y="1819"/>
                      <a:pt x="256" y="1404"/>
                    </a:cubicBezTo>
                    <a:cubicBezTo>
                      <a:pt x="1" y="990"/>
                      <a:pt x="161" y="479"/>
                      <a:pt x="575" y="2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29" name="Google Shape;29;p3"/>
          <p:cNvSpPr/>
          <p:nvPr/>
        </p:nvSpPr>
        <p:spPr>
          <a:xfrm>
            <a:off x="9922400" y="336400"/>
            <a:ext cx="5832800" cy="5832800"/>
          </a:xfrm>
          <a:prstGeom prst="ellipse">
            <a:avLst/>
          </a:prstGeom>
          <a:gradFill>
            <a:gsLst>
              <a:gs pos="0">
                <a:schemeClr val="dk2"/>
              </a:gs>
              <a:gs pos="50000">
                <a:srgbClr val="942290">
                  <a:alpha val="0"/>
                </a:srgbClr>
              </a:gs>
              <a:gs pos="100000">
                <a:srgbClr val="94229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3"/>
          <p:cNvGrpSpPr/>
          <p:nvPr/>
        </p:nvGrpSpPr>
        <p:grpSpPr>
          <a:xfrm>
            <a:off x="4336501" y="-3321677"/>
            <a:ext cx="8536833" cy="6320551"/>
            <a:chOff x="2825075" y="-2463858"/>
            <a:chExt cx="6402625" cy="4740413"/>
          </a:xfrm>
        </p:grpSpPr>
        <p:grpSp>
          <p:nvGrpSpPr>
            <p:cNvPr id="31" name="Google Shape;31;p3"/>
            <p:cNvGrpSpPr/>
            <p:nvPr/>
          </p:nvGrpSpPr>
          <p:grpSpPr>
            <a:xfrm rot="9743438">
              <a:off x="3169130" y="-1673494"/>
              <a:ext cx="5714514" cy="3159685"/>
              <a:chOff x="7432275" y="5642550"/>
              <a:chExt cx="7056275" cy="3901575"/>
            </a:xfrm>
          </p:grpSpPr>
          <p:sp>
            <p:nvSpPr>
              <p:cNvPr id="32" name="Google Shape;32;p3"/>
              <p:cNvSpPr/>
              <p:nvPr/>
            </p:nvSpPr>
            <p:spPr>
              <a:xfrm>
                <a:off x="7432275" y="5642550"/>
                <a:ext cx="7032350" cy="3883225"/>
              </a:xfrm>
              <a:custGeom>
                <a:avLst/>
                <a:gdLst/>
                <a:ahLst/>
                <a:cxnLst/>
                <a:rect l="l" t="t" r="r" b="b"/>
                <a:pathLst>
                  <a:path w="281294" h="155329" fill="none" extrusionOk="0">
                    <a:moveTo>
                      <a:pt x="1" y="1"/>
                    </a:moveTo>
                    <a:lnTo>
                      <a:pt x="44489" y="36511"/>
                    </a:lnTo>
                    <a:lnTo>
                      <a:pt x="86680" y="32394"/>
                    </a:lnTo>
                    <a:lnTo>
                      <a:pt x="98361" y="54064"/>
                    </a:lnTo>
                    <a:lnTo>
                      <a:pt x="134137" y="55500"/>
                    </a:lnTo>
                    <a:lnTo>
                      <a:pt x="107073" y="86329"/>
                    </a:lnTo>
                    <a:lnTo>
                      <a:pt x="139881" y="94435"/>
                    </a:lnTo>
                    <a:lnTo>
                      <a:pt x="173583" y="83202"/>
                    </a:lnTo>
                    <a:lnTo>
                      <a:pt x="200135" y="117861"/>
                    </a:lnTo>
                    <a:lnTo>
                      <a:pt x="264124" y="131265"/>
                    </a:lnTo>
                    <a:lnTo>
                      <a:pt x="281293" y="155328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" name="Google Shape;33;p3"/>
              <p:cNvSpPr/>
              <p:nvPr/>
            </p:nvSpPr>
            <p:spPr>
              <a:xfrm>
                <a:off x="8544500" y="6555300"/>
                <a:ext cx="596825" cy="495500"/>
              </a:xfrm>
              <a:custGeom>
                <a:avLst/>
                <a:gdLst/>
                <a:ahLst/>
                <a:cxnLst/>
                <a:rect l="l" t="t" r="r" b="b"/>
                <a:pathLst>
                  <a:path w="23873" h="19820" fill="none" extrusionOk="0">
                    <a:moveTo>
                      <a:pt x="23872" y="19820"/>
                    </a:moveTo>
                    <a:lnTo>
                      <a:pt x="0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" name="Google Shape;34;p3"/>
              <p:cNvSpPr/>
              <p:nvPr/>
            </p:nvSpPr>
            <p:spPr>
              <a:xfrm>
                <a:off x="7653300" y="5734300"/>
                <a:ext cx="567300" cy="2388825"/>
              </a:xfrm>
              <a:custGeom>
                <a:avLst/>
                <a:gdLst/>
                <a:ahLst/>
                <a:cxnLst/>
                <a:rect l="l" t="t" r="r" b="b"/>
                <a:pathLst>
                  <a:path w="22692" h="95553" fill="none" extrusionOk="0">
                    <a:moveTo>
                      <a:pt x="2936" y="1"/>
                    </a:moveTo>
                    <a:lnTo>
                      <a:pt x="22691" y="48702"/>
                    </a:lnTo>
                    <a:lnTo>
                      <a:pt x="0" y="95553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7778550" y="6452375"/>
                <a:ext cx="2112750" cy="1353200"/>
              </a:xfrm>
              <a:custGeom>
                <a:avLst/>
                <a:gdLst/>
                <a:ahLst/>
                <a:cxnLst/>
                <a:rect l="l" t="t" r="r" b="b"/>
                <a:pathLst>
                  <a:path w="84510" h="54128" fill="none" extrusionOk="0">
                    <a:moveTo>
                      <a:pt x="1" y="53521"/>
                    </a:moveTo>
                    <a:lnTo>
                      <a:pt x="36000" y="27702"/>
                    </a:lnTo>
                    <a:lnTo>
                      <a:pt x="30638" y="4118"/>
                    </a:lnTo>
                    <a:lnTo>
                      <a:pt x="17681" y="19979"/>
                    </a:lnTo>
                    <a:lnTo>
                      <a:pt x="36000" y="27702"/>
                    </a:lnTo>
                    <a:lnTo>
                      <a:pt x="54510" y="23937"/>
                    </a:lnTo>
                    <a:lnTo>
                      <a:pt x="65776" y="54128"/>
                    </a:lnTo>
                    <a:lnTo>
                      <a:pt x="84510" y="21671"/>
                    </a:lnTo>
                    <a:lnTo>
                      <a:pt x="54510" y="23937"/>
                    </a:lnTo>
                    <a:lnTo>
                      <a:pt x="72829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>
                <a:off x="8371350" y="7030025"/>
                <a:ext cx="2414350" cy="775550"/>
              </a:xfrm>
              <a:custGeom>
                <a:avLst/>
                <a:gdLst/>
                <a:ahLst/>
                <a:cxnLst/>
                <a:rect l="l" t="t" r="r" b="b"/>
                <a:pathLst>
                  <a:path w="96574" h="31022" fill="none" extrusionOk="0">
                    <a:moveTo>
                      <a:pt x="1" y="29554"/>
                    </a:moveTo>
                    <a:lnTo>
                      <a:pt x="12288" y="4596"/>
                    </a:lnTo>
                    <a:lnTo>
                      <a:pt x="13756" y="21256"/>
                    </a:lnTo>
                    <a:lnTo>
                      <a:pt x="42064" y="31022"/>
                    </a:lnTo>
                    <a:lnTo>
                      <a:pt x="96574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" name="Google Shape;37;p3"/>
              <p:cNvSpPr/>
              <p:nvPr/>
            </p:nvSpPr>
            <p:spPr>
              <a:xfrm>
                <a:off x="8544500" y="6043875"/>
                <a:ext cx="435650" cy="511450"/>
              </a:xfrm>
              <a:custGeom>
                <a:avLst/>
                <a:gdLst/>
                <a:ahLst/>
                <a:cxnLst/>
                <a:rect l="l" t="t" r="r" b="b"/>
                <a:pathLst>
                  <a:path w="17426" h="20458" fill="none" extrusionOk="0">
                    <a:moveTo>
                      <a:pt x="0" y="20458"/>
                    </a:moveTo>
                    <a:lnTo>
                      <a:pt x="17426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grpSp>
            <p:nvGrpSpPr>
              <p:cNvPr id="38" name="Google Shape;38;p3"/>
              <p:cNvGrpSpPr/>
              <p:nvPr/>
            </p:nvGrpSpPr>
            <p:grpSpPr>
              <a:xfrm>
                <a:off x="7815250" y="6023125"/>
                <a:ext cx="6673300" cy="3521000"/>
                <a:chOff x="7815250" y="6023125"/>
                <a:chExt cx="6673300" cy="3521000"/>
              </a:xfrm>
            </p:grpSpPr>
            <p:sp>
              <p:nvSpPr>
                <p:cNvPr id="39" name="Google Shape;39;p3"/>
                <p:cNvSpPr/>
                <p:nvPr/>
              </p:nvSpPr>
              <p:spPr>
                <a:xfrm>
                  <a:off x="8526150" y="6537750"/>
                  <a:ext cx="367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9" h="1437" extrusionOk="0">
                      <a:moveTo>
                        <a:pt x="1468" y="703"/>
                      </a:moveTo>
                      <a:cubicBezTo>
                        <a:pt x="1468" y="1118"/>
                        <a:pt x="1149" y="1437"/>
                        <a:pt x="734" y="1437"/>
                      </a:cubicBezTo>
                      <a:cubicBezTo>
                        <a:pt x="351" y="1437"/>
                        <a:pt x="0" y="1118"/>
                        <a:pt x="0" y="703"/>
                      </a:cubicBezTo>
                      <a:cubicBezTo>
                        <a:pt x="0" y="320"/>
                        <a:pt x="351" y="1"/>
                        <a:pt x="734" y="1"/>
                      </a:cubicBezTo>
                      <a:cubicBezTo>
                        <a:pt x="1149" y="1"/>
                        <a:pt x="1468" y="320"/>
                        <a:pt x="1468" y="70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0" name="Google Shape;40;p3"/>
                <p:cNvSpPr/>
                <p:nvPr/>
              </p:nvSpPr>
              <p:spPr>
                <a:xfrm>
                  <a:off x="9129325" y="7033225"/>
                  <a:ext cx="359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437" extrusionOk="0">
                      <a:moveTo>
                        <a:pt x="1437" y="703"/>
                      </a:moveTo>
                      <a:cubicBezTo>
                        <a:pt x="1437" y="1117"/>
                        <a:pt x="1117" y="1437"/>
                        <a:pt x="735" y="1437"/>
                      </a:cubicBezTo>
                      <a:cubicBezTo>
                        <a:pt x="320" y="1437"/>
                        <a:pt x="0" y="1117"/>
                        <a:pt x="0" y="703"/>
                      </a:cubicBezTo>
                      <a:cubicBezTo>
                        <a:pt x="0" y="320"/>
                        <a:pt x="320" y="0"/>
                        <a:pt x="735" y="0"/>
                      </a:cubicBezTo>
                      <a:cubicBezTo>
                        <a:pt x="1117" y="0"/>
                        <a:pt x="1437" y="320"/>
                        <a:pt x="1437" y="70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1" name="Google Shape;41;p3"/>
                <p:cNvSpPr/>
                <p:nvPr/>
              </p:nvSpPr>
              <p:spPr>
                <a:xfrm>
                  <a:off x="8699275" y="7540675"/>
                  <a:ext cx="359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437" extrusionOk="0">
                      <a:moveTo>
                        <a:pt x="1437" y="702"/>
                      </a:moveTo>
                      <a:cubicBezTo>
                        <a:pt x="1437" y="1117"/>
                        <a:pt x="1118" y="1436"/>
                        <a:pt x="735" y="1436"/>
                      </a:cubicBezTo>
                      <a:cubicBezTo>
                        <a:pt x="320" y="1436"/>
                        <a:pt x="1" y="1117"/>
                        <a:pt x="1" y="702"/>
                      </a:cubicBezTo>
                      <a:cubicBezTo>
                        <a:pt x="1" y="319"/>
                        <a:pt x="320" y="0"/>
                        <a:pt x="735" y="0"/>
                      </a:cubicBezTo>
                      <a:cubicBezTo>
                        <a:pt x="1118" y="0"/>
                        <a:pt x="1437" y="319"/>
                        <a:pt x="1437" y="70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2" name="Google Shape;42;p3"/>
                <p:cNvSpPr/>
                <p:nvPr/>
              </p:nvSpPr>
              <p:spPr>
                <a:xfrm>
                  <a:off x="14017000" y="8906600"/>
                  <a:ext cx="367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9" h="1437" extrusionOk="0">
                      <a:moveTo>
                        <a:pt x="1469" y="703"/>
                      </a:moveTo>
                      <a:cubicBezTo>
                        <a:pt x="1469" y="1118"/>
                        <a:pt x="1118" y="1437"/>
                        <a:pt x="735" y="1437"/>
                      </a:cubicBezTo>
                      <a:cubicBezTo>
                        <a:pt x="352" y="1437"/>
                        <a:pt x="1" y="1118"/>
                        <a:pt x="1" y="703"/>
                      </a:cubicBezTo>
                      <a:cubicBezTo>
                        <a:pt x="1" y="320"/>
                        <a:pt x="352" y="1"/>
                        <a:pt x="735" y="1"/>
                      </a:cubicBezTo>
                      <a:cubicBezTo>
                        <a:pt x="1118" y="1"/>
                        <a:pt x="1469" y="320"/>
                        <a:pt x="1469" y="70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9586500" y="6439625"/>
                  <a:ext cx="25550" cy="2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2" h="1022" extrusionOk="0">
                      <a:moveTo>
                        <a:pt x="1022" y="511"/>
                      </a:moveTo>
                      <a:cubicBezTo>
                        <a:pt x="1022" y="798"/>
                        <a:pt x="798" y="1021"/>
                        <a:pt x="511" y="1021"/>
                      </a:cubicBezTo>
                      <a:cubicBezTo>
                        <a:pt x="224" y="1021"/>
                        <a:pt x="0" y="798"/>
                        <a:pt x="0" y="511"/>
                      </a:cubicBezTo>
                      <a:cubicBezTo>
                        <a:pt x="0" y="224"/>
                        <a:pt x="224" y="0"/>
                        <a:pt x="511" y="0"/>
                      </a:cubicBezTo>
                      <a:cubicBezTo>
                        <a:pt x="798" y="0"/>
                        <a:pt x="1022" y="224"/>
                        <a:pt x="1022" y="5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8207800" y="6939075"/>
                  <a:ext cx="25550" cy="2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2" h="1022" extrusionOk="0">
                      <a:moveTo>
                        <a:pt x="1022" y="511"/>
                      </a:moveTo>
                      <a:cubicBezTo>
                        <a:pt x="1022" y="798"/>
                        <a:pt x="798" y="1022"/>
                        <a:pt x="511" y="1022"/>
                      </a:cubicBezTo>
                      <a:cubicBezTo>
                        <a:pt x="224" y="1022"/>
                        <a:pt x="0" y="798"/>
                        <a:pt x="0" y="511"/>
                      </a:cubicBezTo>
                      <a:cubicBezTo>
                        <a:pt x="0" y="256"/>
                        <a:pt x="224" y="1"/>
                        <a:pt x="511" y="1"/>
                      </a:cubicBezTo>
                      <a:cubicBezTo>
                        <a:pt x="798" y="1"/>
                        <a:pt x="1022" y="256"/>
                        <a:pt x="1022" y="5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8959375" y="602312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31"/>
                      </a:moveTo>
                      <a:cubicBezTo>
                        <a:pt x="1692" y="1309"/>
                        <a:pt x="1309" y="1692"/>
                        <a:pt x="831" y="1692"/>
                      </a:cubicBezTo>
                      <a:cubicBezTo>
                        <a:pt x="384" y="1692"/>
                        <a:pt x="1" y="1309"/>
                        <a:pt x="1" y="831"/>
                      </a:cubicBezTo>
                      <a:cubicBezTo>
                        <a:pt x="1" y="384"/>
                        <a:pt x="384" y="1"/>
                        <a:pt x="831" y="1"/>
                      </a:cubicBezTo>
                      <a:cubicBezTo>
                        <a:pt x="1309" y="1"/>
                        <a:pt x="1692" y="384"/>
                        <a:pt x="1692" y="83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9869725" y="697257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63"/>
                      </a:moveTo>
                      <a:cubicBezTo>
                        <a:pt x="1692" y="1309"/>
                        <a:pt x="1309" y="1692"/>
                        <a:pt x="831" y="1692"/>
                      </a:cubicBezTo>
                      <a:cubicBezTo>
                        <a:pt x="384" y="1692"/>
                        <a:pt x="1" y="1309"/>
                        <a:pt x="1" y="863"/>
                      </a:cubicBezTo>
                      <a:cubicBezTo>
                        <a:pt x="1" y="384"/>
                        <a:pt x="384" y="1"/>
                        <a:pt x="831" y="1"/>
                      </a:cubicBezTo>
                      <a:cubicBezTo>
                        <a:pt x="1309" y="1"/>
                        <a:pt x="1692" y="384"/>
                        <a:pt x="1692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7" name="Google Shape;47;p3"/>
                <p:cNvSpPr/>
                <p:nvPr/>
              </p:nvSpPr>
              <p:spPr>
                <a:xfrm>
                  <a:off x="10761750" y="7009300"/>
                  <a:ext cx="42300" cy="43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724" extrusionOk="0">
                      <a:moveTo>
                        <a:pt x="1692" y="862"/>
                      </a:moveTo>
                      <a:cubicBezTo>
                        <a:pt x="1692" y="1340"/>
                        <a:pt x="1309" y="1723"/>
                        <a:pt x="830" y="1723"/>
                      </a:cubicBezTo>
                      <a:cubicBezTo>
                        <a:pt x="351" y="1723"/>
                        <a:pt x="0" y="1340"/>
                        <a:pt x="0" y="862"/>
                      </a:cubicBezTo>
                      <a:cubicBezTo>
                        <a:pt x="0" y="383"/>
                        <a:pt x="351" y="0"/>
                        <a:pt x="830" y="0"/>
                      </a:cubicBezTo>
                      <a:cubicBezTo>
                        <a:pt x="1309" y="0"/>
                        <a:pt x="1692" y="383"/>
                        <a:pt x="1692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8" name="Google Shape;48;p3"/>
                <p:cNvSpPr/>
                <p:nvPr/>
              </p:nvSpPr>
              <p:spPr>
                <a:xfrm>
                  <a:off x="11751075" y="770102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63"/>
                      </a:moveTo>
                      <a:cubicBezTo>
                        <a:pt x="1692" y="1341"/>
                        <a:pt x="1309" y="1692"/>
                        <a:pt x="831" y="1692"/>
                      </a:cubicBezTo>
                      <a:cubicBezTo>
                        <a:pt x="352" y="1692"/>
                        <a:pt x="1" y="1341"/>
                        <a:pt x="1" y="863"/>
                      </a:cubicBezTo>
                      <a:cubicBezTo>
                        <a:pt x="1" y="384"/>
                        <a:pt x="352" y="1"/>
                        <a:pt x="831" y="1"/>
                      </a:cubicBezTo>
                      <a:cubicBezTo>
                        <a:pt x="1309" y="1"/>
                        <a:pt x="1692" y="384"/>
                        <a:pt x="1692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14446250" y="9501800"/>
                  <a:ext cx="42300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693" extrusionOk="0">
                      <a:moveTo>
                        <a:pt x="1692" y="830"/>
                      </a:moveTo>
                      <a:cubicBezTo>
                        <a:pt x="1692" y="1309"/>
                        <a:pt x="1341" y="1692"/>
                        <a:pt x="862" y="1692"/>
                      </a:cubicBezTo>
                      <a:cubicBezTo>
                        <a:pt x="383" y="1692"/>
                        <a:pt x="0" y="1309"/>
                        <a:pt x="0" y="830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41" y="1"/>
                        <a:pt x="1692" y="384"/>
                        <a:pt x="1692" y="83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419700" y="8567500"/>
                  <a:ext cx="43100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" h="1693" extrusionOk="0">
                      <a:moveTo>
                        <a:pt x="1723" y="863"/>
                      </a:moveTo>
                      <a:cubicBezTo>
                        <a:pt x="1723" y="1309"/>
                        <a:pt x="1341" y="1692"/>
                        <a:pt x="862" y="1692"/>
                      </a:cubicBezTo>
                      <a:cubicBezTo>
                        <a:pt x="383" y="1692"/>
                        <a:pt x="0" y="1309"/>
                        <a:pt x="0" y="863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41" y="1"/>
                        <a:pt x="1723" y="384"/>
                        <a:pt x="1723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9401400" y="7784000"/>
                  <a:ext cx="42300" cy="4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725" extrusionOk="0">
                      <a:moveTo>
                        <a:pt x="1692" y="863"/>
                      </a:moveTo>
                      <a:cubicBezTo>
                        <a:pt x="1692" y="1341"/>
                        <a:pt x="1309" y="1724"/>
                        <a:pt x="862" y="1724"/>
                      </a:cubicBezTo>
                      <a:cubicBezTo>
                        <a:pt x="383" y="1724"/>
                        <a:pt x="0" y="1341"/>
                        <a:pt x="0" y="863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09" y="1"/>
                        <a:pt x="1692" y="384"/>
                        <a:pt x="1692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0907750" y="7981875"/>
                  <a:ext cx="42300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693" extrusionOk="0">
                      <a:moveTo>
                        <a:pt x="1692" y="862"/>
                      </a:moveTo>
                      <a:cubicBezTo>
                        <a:pt x="1692" y="1341"/>
                        <a:pt x="1309" y="1692"/>
                        <a:pt x="862" y="1692"/>
                      </a:cubicBezTo>
                      <a:cubicBezTo>
                        <a:pt x="383" y="1692"/>
                        <a:pt x="0" y="1341"/>
                        <a:pt x="0" y="862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09" y="1"/>
                        <a:pt x="1692" y="384"/>
                        <a:pt x="1692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3" name="Google Shape;53;p3"/>
                <p:cNvSpPr/>
                <p:nvPr/>
              </p:nvSpPr>
              <p:spPr>
                <a:xfrm>
                  <a:off x="10089150" y="7779225"/>
                  <a:ext cx="43100" cy="42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" h="1692" extrusionOk="0">
                      <a:moveTo>
                        <a:pt x="1724" y="862"/>
                      </a:moveTo>
                      <a:cubicBezTo>
                        <a:pt x="1724" y="1309"/>
                        <a:pt x="1341" y="1692"/>
                        <a:pt x="862" y="1692"/>
                      </a:cubicBezTo>
                      <a:cubicBezTo>
                        <a:pt x="383" y="1692"/>
                        <a:pt x="0" y="1309"/>
                        <a:pt x="0" y="862"/>
                      </a:cubicBezTo>
                      <a:cubicBezTo>
                        <a:pt x="0" y="383"/>
                        <a:pt x="383" y="0"/>
                        <a:pt x="862" y="0"/>
                      </a:cubicBezTo>
                      <a:cubicBezTo>
                        <a:pt x="1341" y="0"/>
                        <a:pt x="1724" y="383"/>
                        <a:pt x="1724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4" name="Google Shape;54;p3"/>
                <p:cNvSpPr/>
                <p:nvPr/>
              </p:nvSpPr>
              <p:spPr>
                <a:xfrm>
                  <a:off x="8353800" y="7746500"/>
                  <a:ext cx="431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5" h="1693" extrusionOk="0">
                      <a:moveTo>
                        <a:pt x="1724" y="863"/>
                      </a:moveTo>
                      <a:cubicBezTo>
                        <a:pt x="1724" y="1341"/>
                        <a:pt x="1341" y="1692"/>
                        <a:pt x="862" y="1692"/>
                      </a:cubicBezTo>
                      <a:cubicBezTo>
                        <a:pt x="384" y="1692"/>
                        <a:pt x="1" y="1341"/>
                        <a:pt x="1" y="863"/>
                      </a:cubicBezTo>
                      <a:cubicBezTo>
                        <a:pt x="1" y="384"/>
                        <a:pt x="384" y="1"/>
                        <a:pt x="862" y="1"/>
                      </a:cubicBezTo>
                      <a:cubicBezTo>
                        <a:pt x="1341" y="1"/>
                        <a:pt x="1724" y="384"/>
                        <a:pt x="1724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654600" y="7123375"/>
                  <a:ext cx="42300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693" extrusionOk="0">
                      <a:moveTo>
                        <a:pt x="1692" y="831"/>
                      </a:moveTo>
                      <a:cubicBezTo>
                        <a:pt x="1692" y="1309"/>
                        <a:pt x="1309" y="1692"/>
                        <a:pt x="862" y="1692"/>
                      </a:cubicBezTo>
                      <a:cubicBezTo>
                        <a:pt x="383" y="1692"/>
                        <a:pt x="0" y="1309"/>
                        <a:pt x="0" y="831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09" y="1"/>
                        <a:pt x="1692" y="384"/>
                        <a:pt x="1692" y="83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7815250" y="7722575"/>
                  <a:ext cx="43100" cy="43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" h="1724" extrusionOk="0">
                      <a:moveTo>
                        <a:pt x="1724" y="862"/>
                      </a:moveTo>
                      <a:cubicBezTo>
                        <a:pt x="1724" y="1341"/>
                        <a:pt x="1341" y="1724"/>
                        <a:pt x="862" y="1724"/>
                      </a:cubicBezTo>
                      <a:cubicBezTo>
                        <a:pt x="384" y="1724"/>
                        <a:pt x="1" y="1341"/>
                        <a:pt x="1" y="862"/>
                      </a:cubicBezTo>
                      <a:cubicBezTo>
                        <a:pt x="1" y="383"/>
                        <a:pt x="384" y="1"/>
                        <a:pt x="862" y="1"/>
                      </a:cubicBezTo>
                      <a:cubicBezTo>
                        <a:pt x="1341" y="1"/>
                        <a:pt x="1724" y="383"/>
                        <a:pt x="1724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grpSp>
          <p:nvGrpSpPr>
            <p:cNvPr id="57" name="Google Shape;57;p3"/>
            <p:cNvGrpSpPr/>
            <p:nvPr/>
          </p:nvGrpSpPr>
          <p:grpSpPr>
            <a:xfrm rot="-2420379">
              <a:off x="5087881" y="90915"/>
              <a:ext cx="1119196" cy="720939"/>
              <a:chOff x="7714450" y="2073044"/>
              <a:chExt cx="1119226" cy="720958"/>
            </a:xfrm>
          </p:grpSpPr>
          <p:sp>
            <p:nvSpPr>
              <p:cNvPr id="58" name="Google Shape;58;p3"/>
              <p:cNvSpPr/>
              <p:nvPr/>
            </p:nvSpPr>
            <p:spPr>
              <a:xfrm>
                <a:off x="7740398" y="2102385"/>
                <a:ext cx="1083165" cy="662294"/>
              </a:xfrm>
              <a:custGeom>
                <a:avLst/>
                <a:gdLst/>
                <a:ahLst/>
                <a:cxnLst/>
                <a:rect l="l" t="t" r="r" b="b"/>
                <a:pathLst>
                  <a:path w="30639" h="18734" fill="none" extrusionOk="0">
                    <a:moveTo>
                      <a:pt x="1" y="2266"/>
                    </a:moveTo>
                    <a:lnTo>
                      <a:pt x="12320" y="0"/>
                    </a:lnTo>
                    <a:lnTo>
                      <a:pt x="18703" y="957"/>
                    </a:lnTo>
                    <a:lnTo>
                      <a:pt x="18703" y="5394"/>
                    </a:lnTo>
                    <a:cubicBezTo>
                      <a:pt x="18703" y="5394"/>
                      <a:pt x="30639" y="7947"/>
                      <a:pt x="30479" y="8330"/>
                    </a:cubicBezTo>
                    <a:cubicBezTo>
                      <a:pt x="30319" y="8713"/>
                      <a:pt x="25022" y="18319"/>
                      <a:pt x="25022" y="18319"/>
                    </a:cubicBezTo>
                    <a:lnTo>
                      <a:pt x="12607" y="18734"/>
                    </a:lnTo>
                    <a:lnTo>
                      <a:pt x="18703" y="5394"/>
                    </a:lnTo>
                    <a:lnTo>
                      <a:pt x="25022" y="18319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9" name="Google Shape;59;p3"/>
              <p:cNvSpPr/>
              <p:nvPr/>
            </p:nvSpPr>
            <p:spPr>
              <a:xfrm>
                <a:off x="8175892" y="2102385"/>
                <a:ext cx="225690" cy="190691"/>
              </a:xfrm>
              <a:custGeom>
                <a:avLst/>
                <a:gdLst/>
                <a:ahLst/>
                <a:cxnLst/>
                <a:rect l="l" t="t" r="r" b="b"/>
                <a:pathLst>
                  <a:path w="6384" h="5394" fill="none" extrusionOk="0">
                    <a:moveTo>
                      <a:pt x="1" y="0"/>
                    </a:moveTo>
                    <a:lnTo>
                      <a:pt x="6384" y="5394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grpSp>
            <p:nvGrpSpPr>
              <p:cNvPr id="60" name="Google Shape;60;p3"/>
              <p:cNvGrpSpPr/>
              <p:nvPr/>
            </p:nvGrpSpPr>
            <p:grpSpPr>
              <a:xfrm>
                <a:off x="7714450" y="2073044"/>
                <a:ext cx="1119226" cy="720958"/>
                <a:chOff x="7714450" y="2073044"/>
                <a:chExt cx="1119226" cy="720958"/>
              </a:xfrm>
            </p:grpSpPr>
            <p:sp>
              <p:nvSpPr>
                <p:cNvPr id="61" name="Google Shape;61;p3"/>
                <p:cNvSpPr/>
                <p:nvPr/>
              </p:nvSpPr>
              <p:spPr>
                <a:xfrm>
                  <a:off x="8603502" y="2726267"/>
                  <a:ext cx="41787" cy="41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2" h="1182" extrusionOk="0">
                      <a:moveTo>
                        <a:pt x="351" y="160"/>
                      </a:moveTo>
                      <a:cubicBezTo>
                        <a:pt x="607" y="1"/>
                        <a:pt x="894" y="96"/>
                        <a:pt x="1053" y="352"/>
                      </a:cubicBezTo>
                      <a:cubicBezTo>
                        <a:pt x="1181" y="575"/>
                        <a:pt x="1085" y="894"/>
                        <a:pt x="862" y="1022"/>
                      </a:cubicBezTo>
                      <a:cubicBezTo>
                        <a:pt x="607" y="1182"/>
                        <a:pt x="287" y="1086"/>
                        <a:pt x="160" y="830"/>
                      </a:cubicBezTo>
                      <a:cubicBezTo>
                        <a:pt x="0" y="607"/>
                        <a:pt x="96" y="288"/>
                        <a:pt x="351" y="12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8793021" y="2376535"/>
                  <a:ext cx="40655" cy="41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0" h="1182" extrusionOk="0">
                      <a:moveTo>
                        <a:pt x="320" y="160"/>
                      </a:moveTo>
                      <a:cubicBezTo>
                        <a:pt x="575" y="0"/>
                        <a:pt x="894" y="96"/>
                        <a:pt x="1022" y="351"/>
                      </a:cubicBezTo>
                      <a:cubicBezTo>
                        <a:pt x="1150" y="575"/>
                        <a:pt x="1086" y="894"/>
                        <a:pt x="831" y="1021"/>
                      </a:cubicBezTo>
                      <a:cubicBezTo>
                        <a:pt x="575" y="1181"/>
                        <a:pt x="288" y="1085"/>
                        <a:pt x="128" y="830"/>
                      </a:cubicBezTo>
                      <a:cubicBezTo>
                        <a:pt x="1" y="607"/>
                        <a:pt x="97" y="287"/>
                        <a:pt x="320" y="16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8380117" y="2271613"/>
                  <a:ext cx="40655" cy="41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0" h="1182" extrusionOk="0">
                      <a:moveTo>
                        <a:pt x="319" y="128"/>
                      </a:moveTo>
                      <a:cubicBezTo>
                        <a:pt x="575" y="0"/>
                        <a:pt x="894" y="96"/>
                        <a:pt x="1021" y="319"/>
                      </a:cubicBezTo>
                      <a:cubicBezTo>
                        <a:pt x="1149" y="575"/>
                        <a:pt x="1053" y="894"/>
                        <a:pt x="830" y="1021"/>
                      </a:cubicBezTo>
                      <a:cubicBezTo>
                        <a:pt x="575" y="1181"/>
                        <a:pt x="255" y="1085"/>
                        <a:pt x="128" y="830"/>
                      </a:cubicBezTo>
                      <a:cubicBezTo>
                        <a:pt x="0" y="575"/>
                        <a:pt x="64" y="287"/>
                        <a:pt x="319" y="12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7714450" y="2159902"/>
                  <a:ext cx="40655" cy="41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0" h="1182" extrusionOk="0">
                      <a:moveTo>
                        <a:pt x="320" y="160"/>
                      </a:moveTo>
                      <a:cubicBezTo>
                        <a:pt x="575" y="1"/>
                        <a:pt x="894" y="96"/>
                        <a:pt x="1022" y="352"/>
                      </a:cubicBezTo>
                      <a:cubicBezTo>
                        <a:pt x="1150" y="607"/>
                        <a:pt x="1054" y="894"/>
                        <a:pt x="831" y="1054"/>
                      </a:cubicBezTo>
                      <a:cubicBezTo>
                        <a:pt x="575" y="1182"/>
                        <a:pt x="256" y="1086"/>
                        <a:pt x="128" y="862"/>
                      </a:cubicBezTo>
                      <a:cubicBezTo>
                        <a:pt x="1" y="607"/>
                        <a:pt x="65" y="288"/>
                        <a:pt x="320" y="16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5" name="Google Shape;65;p3"/>
                <p:cNvSpPr/>
                <p:nvPr/>
              </p:nvSpPr>
              <p:spPr>
                <a:xfrm>
                  <a:off x="8381248" y="2115925"/>
                  <a:ext cx="40655" cy="406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0" h="1149" extrusionOk="0">
                      <a:moveTo>
                        <a:pt x="319" y="128"/>
                      </a:moveTo>
                      <a:cubicBezTo>
                        <a:pt x="575" y="0"/>
                        <a:pt x="894" y="96"/>
                        <a:pt x="1021" y="319"/>
                      </a:cubicBezTo>
                      <a:cubicBezTo>
                        <a:pt x="1149" y="574"/>
                        <a:pt x="1085" y="894"/>
                        <a:pt x="830" y="1021"/>
                      </a:cubicBezTo>
                      <a:cubicBezTo>
                        <a:pt x="575" y="1149"/>
                        <a:pt x="287" y="1085"/>
                        <a:pt x="128" y="830"/>
                      </a:cubicBezTo>
                      <a:cubicBezTo>
                        <a:pt x="0" y="574"/>
                        <a:pt x="96" y="255"/>
                        <a:pt x="319" y="12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6" name="Google Shape;66;p3"/>
                <p:cNvSpPr/>
                <p:nvPr/>
              </p:nvSpPr>
              <p:spPr>
                <a:xfrm>
                  <a:off x="8155600" y="2725135"/>
                  <a:ext cx="67735" cy="688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6" h="1948" extrusionOk="0">
                      <a:moveTo>
                        <a:pt x="543" y="224"/>
                      </a:moveTo>
                      <a:cubicBezTo>
                        <a:pt x="958" y="1"/>
                        <a:pt x="1468" y="160"/>
                        <a:pt x="1692" y="543"/>
                      </a:cubicBezTo>
                      <a:cubicBezTo>
                        <a:pt x="1915" y="958"/>
                        <a:pt x="1787" y="1469"/>
                        <a:pt x="1373" y="1724"/>
                      </a:cubicBezTo>
                      <a:cubicBezTo>
                        <a:pt x="958" y="1948"/>
                        <a:pt x="447" y="1788"/>
                        <a:pt x="224" y="1405"/>
                      </a:cubicBezTo>
                      <a:cubicBezTo>
                        <a:pt x="0" y="990"/>
                        <a:pt x="128" y="480"/>
                        <a:pt x="543" y="22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7" name="Google Shape;67;p3"/>
                <p:cNvSpPr/>
                <p:nvPr/>
              </p:nvSpPr>
              <p:spPr>
                <a:xfrm>
                  <a:off x="8133010" y="2073044"/>
                  <a:ext cx="68867" cy="688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8" h="1948" extrusionOk="0">
                      <a:moveTo>
                        <a:pt x="575" y="256"/>
                      </a:moveTo>
                      <a:cubicBezTo>
                        <a:pt x="958" y="0"/>
                        <a:pt x="1501" y="160"/>
                        <a:pt x="1724" y="575"/>
                      </a:cubicBezTo>
                      <a:cubicBezTo>
                        <a:pt x="1948" y="958"/>
                        <a:pt x="1820" y="1500"/>
                        <a:pt x="1405" y="1724"/>
                      </a:cubicBezTo>
                      <a:cubicBezTo>
                        <a:pt x="990" y="1947"/>
                        <a:pt x="480" y="1819"/>
                        <a:pt x="256" y="1404"/>
                      </a:cubicBezTo>
                      <a:cubicBezTo>
                        <a:pt x="1" y="990"/>
                        <a:pt x="161" y="479"/>
                        <a:pt x="575" y="25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cxnSp>
          <p:nvCxnSpPr>
            <p:cNvPr id="68" name="Google Shape;68;p3"/>
            <p:cNvCxnSpPr/>
            <p:nvPr/>
          </p:nvCxnSpPr>
          <p:spPr>
            <a:xfrm rot="8379401" flipH="1">
              <a:off x="5934222" y="-208196"/>
              <a:ext cx="802174" cy="20858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" name="Google Shape;69;p3"/>
            <p:cNvCxnSpPr/>
            <p:nvPr/>
          </p:nvCxnSpPr>
          <p:spPr>
            <a:xfrm rot="-2419988" flipH="1">
              <a:off x="5870070" y="-378814"/>
              <a:ext cx="250297" cy="421848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" name="Google Shape;70;p3"/>
            <p:cNvCxnSpPr/>
            <p:nvPr/>
          </p:nvCxnSpPr>
          <p:spPr>
            <a:xfrm rot="-2421872">
              <a:off x="5436097" y="-42466"/>
              <a:ext cx="47248" cy="233051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" name="Google Shape;71;p3"/>
            <p:cNvCxnSpPr/>
            <p:nvPr/>
          </p:nvCxnSpPr>
          <p:spPr>
            <a:xfrm rot="-2420839">
              <a:off x="5586763" y="-20800"/>
              <a:ext cx="418430" cy="25264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626383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 txBox="1">
            <a:spLocks noGrp="1"/>
          </p:cNvSpPr>
          <p:nvPr>
            <p:ph type="body" idx="1"/>
          </p:nvPr>
        </p:nvSpPr>
        <p:spPr>
          <a:xfrm>
            <a:off x="960000" y="1583569"/>
            <a:ext cx="102720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Poppins Light"/>
              <a:buChar char="●"/>
              <a:defRPr/>
            </a:lvl1pPr>
            <a:lvl2pPr marL="1219170" lvl="1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54" lvl="2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339" lvl="3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924" lvl="4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509" lvl="5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7093" lvl="6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678" lvl="7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263" lvl="8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4" name="Google Shape;74;p4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-3366067" y="1230167"/>
            <a:ext cx="5832800" cy="58328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7A0B3">
                  <a:alpha val="0"/>
                </a:srgbClr>
              </a:gs>
              <a:gs pos="100000">
                <a:srgbClr val="07A0B3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6" name="Google Shape;76;p4"/>
          <p:cNvSpPr/>
          <p:nvPr/>
        </p:nvSpPr>
        <p:spPr>
          <a:xfrm>
            <a:off x="8800917" y="3593233"/>
            <a:ext cx="5832800" cy="5832800"/>
          </a:xfrm>
          <a:prstGeom prst="ellipse">
            <a:avLst/>
          </a:prstGeom>
          <a:gradFill>
            <a:gsLst>
              <a:gs pos="0">
                <a:schemeClr val="dk2"/>
              </a:gs>
              <a:gs pos="50000">
                <a:srgbClr val="942290">
                  <a:alpha val="0"/>
                </a:srgbClr>
              </a:gs>
              <a:gs pos="100000">
                <a:srgbClr val="94229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7" name="Google Shape;77;p4"/>
          <p:cNvGrpSpPr/>
          <p:nvPr/>
        </p:nvGrpSpPr>
        <p:grpSpPr>
          <a:xfrm flipH="1">
            <a:off x="9774601" y="-507300"/>
            <a:ext cx="3447215" cy="2324655"/>
            <a:chOff x="-282975" y="-249850"/>
            <a:chExt cx="2585411" cy="1743491"/>
          </a:xfrm>
        </p:grpSpPr>
        <p:grpSp>
          <p:nvGrpSpPr>
            <p:cNvPr id="78" name="Google Shape;78;p4"/>
            <p:cNvGrpSpPr/>
            <p:nvPr/>
          </p:nvGrpSpPr>
          <p:grpSpPr>
            <a:xfrm>
              <a:off x="-282975" y="-249850"/>
              <a:ext cx="2585411" cy="1743491"/>
              <a:chOff x="87900" y="-332975"/>
              <a:chExt cx="2585411" cy="1743491"/>
            </a:xfrm>
          </p:grpSpPr>
          <p:grpSp>
            <p:nvGrpSpPr>
              <p:cNvPr id="79" name="Google Shape;79;p4"/>
              <p:cNvGrpSpPr/>
              <p:nvPr/>
            </p:nvGrpSpPr>
            <p:grpSpPr>
              <a:xfrm>
                <a:off x="87900" y="-332975"/>
                <a:ext cx="2585411" cy="1464000"/>
                <a:chOff x="87900" y="-332975"/>
                <a:chExt cx="2585411" cy="1464000"/>
              </a:xfrm>
            </p:grpSpPr>
            <p:sp>
              <p:nvSpPr>
                <p:cNvPr id="80" name="Google Shape;80;p4"/>
                <p:cNvSpPr/>
                <p:nvPr/>
              </p:nvSpPr>
              <p:spPr>
                <a:xfrm>
                  <a:off x="1599802" y="-332975"/>
                  <a:ext cx="1073509" cy="5430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845" h="20662" fill="none" extrusionOk="0">
                      <a:moveTo>
                        <a:pt x="40844" y="0"/>
                      </a:moveTo>
                      <a:lnTo>
                        <a:pt x="20566" y="3630"/>
                      </a:lnTo>
                      <a:lnTo>
                        <a:pt x="18146" y="17446"/>
                      </a:lnTo>
                      <a:lnTo>
                        <a:pt x="6017" y="20661"/>
                      </a:lnTo>
                      <a:lnTo>
                        <a:pt x="0" y="4234"/>
                      </a:lnTo>
                      <a:lnTo>
                        <a:pt x="20566" y="363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2"/>
                  </a:solidFill>
                  <a:prstDash val="solid"/>
                  <a:miter lim="3183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278682" y="-237597"/>
                  <a:ext cx="2264132" cy="1102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146" h="41959" fill="none" extrusionOk="0">
                      <a:moveTo>
                        <a:pt x="50267" y="605"/>
                      </a:moveTo>
                      <a:lnTo>
                        <a:pt x="37024" y="14963"/>
                      </a:lnTo>
                      <a:lnTo>
                        <a:pt x="20056" y="31262"/>
                      </a:lnTo>
                      <a:lnTo>
                        <a:pt x="0" y="29766"/>
                      </a:lnTo>
                      <a:lnTo>
                        <a:pt x="414" y="41959"/>
                      </a:lnTo>
                      <a:lnTo>
                        <a:pt x="20056" y="31262"/>
                      </a:lnTo>
                      <a:lnTo>
                        <a:pt x="43136" y="29511"/>
                      </a:lnTo>
                      <a:lnTo>
                        <a:pt x="37024" y="14963"/>
                      </a:lnTo>
                      <a:lnTo>
                        <a:pt x="56284" y="17032"/>
                      </a:lnTo>
                      <a:lnTo>
                        <a:pt x="70833" y="1"/>
                      </a:lnTo>
                      <a:lnTo>
                        <a:pt x="86145" y="369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2"/>
                  </a:solidFill>
                  <a:prstDash val="solid"/>
                  <a:miter lim="3183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12999" y="584039"/>
                  <a:ext cx="692807" cy="524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60" h="19961" fill="none" extrusionOk="0">
                      <a:moveTo>
                        <a:pt x="26360" y="0"/>
                      </a:moveTo>
                      <a:lnTo>
                        <a:pt x="24800" y="9296"/>
                      </a:lnTo>
                      <a:lnTo>
                        <a:pt x="6718" y="10697"/>
                      </a:lnTo>
                      <a:lnTo>
                        <a:pt x="1" y="1996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2"/>
                  </a:solidFill>
                  <a:prstDash val="solid"/>
                  <a:miter lim="3183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83" name="Google Shape;83;p4"/>
                <p:cNvSpPr/>
                <p:nvPr/>
              </p:nvSpPr>
              <p:spPr>
                <a:xfrm>
                  <a:off x="764795" y="538019"/>
                  <a:ext cx="646786" cy="290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609" h="11047" fill="none" extrusionOk="0">
                      <a:moveTo>
                        <a:pt x="0" y="11047"/>
                      </a:moveTo>
                      <a:lnTo>
                        <a:pt x="24608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2"/>
                  </a:solidFill>
                  <a:prstDash val="solid"/>
                  <a:miter lim="3183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grpSp>
              <p:nvGrpSpPr>
                <p:cNvPr id="84" name="Google Shape;84;p4"/>
                <p:cNvGrpSpPr/>
                <p:nvPr/>
              </p:nvGrpSpPr>
              <p:grpSpPr>
                <a:xfrm>
                  <a:off x="87900" y="-262197"/>
                  <a:ext cx="2505918" cy="1393222"/>
                  <a:chOff x="87900" y="-262197"/>
                  <a:chExt cx="2505918" cy="1393222"/>
                </a:xfrm>
              </p:grpSpPr>
              <p:sp>
                <p:nvSpPr>
                  <p:cNvPr id="85" name="Google Shape;85;p4"/>
                  <p:cNvSpPr/>
                  <p:nvPr/>
                </p:nvSpPr>
                <p:spPr>
                  <a:xfrm>
                    <a:off x="2052432" y="91089"/>
                    <a:ext cx="50252" cy="442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2" h="1685" extrusionOk="0">
                        <a:moveTo>
                          <a:pt x="969" y="0"/>
                        </a:moveTo>
                        <a:cubicBezTo>
                          <a:pt x="860" y="0"/>
                          <a:pt x="748" y="22"/>
                          <a:pt x="638" y="69"/>
                        </a:cubicBezTo>
                        <a:cubicBezTo>
                          <a:pt x="224" y="260"/>
                          <a:pt x="1" y="738"/>
                          <a:pt x="192" y="1152"/>
                        </a:cubicBezTo>
                        <a:cubicBezTo>
                          <a:pt x="314" y="1493"/>
                          <a:pt x="641" y="1685"/>
                          <a:pt x="973" y="1685"/>
                        </a:cubicBezTo>
                        <a:cubicBezTo>
                          <a:pt x="1075" y="1685"/>
                          <a:pt x="1177" y="1666"/>
                          <a:pt x="1274" y="1629"/>
                        </a:cubicBezTo>
                        <a:cubicBezTo>
                          <a:pt x="1720" y="1438"/>
                          <a:pt x="1911" y="961"/>
                          <a:pt x="1720" y="515"/>
                        </a:cubicBezTo>
                        <a:cubicBezTo>
                          <a:pt x="1600" y="203"/>
                          <a:pt x="1300" y="0"/>
                          <a:pt x="969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86" name="Google Shape;86;p4"/>
                  <p:cNvSpPr/>
                  <p:nvPr/>
                </p:nvSpPr>
                <p:spPr>
                  <a:xfrm>
                    <a:off x="1578882" y="-242406"/>
                    <a:ext cx="50226" cy="439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1" h="1672" extrusionOk="0">
                        <a:moveTo>
                          <a:pt x="938" y="0"/>
                        </a:moveTo>
                        <a:cubicBezTo>
                          <a:pt x="837" y="0"/>
                          <a:pt x="735" y="18"/>
                          <a:pt x="637" y="56"/>
                        </a:cubicBezTo>
                        <a:cubicBezTo>
                          <a:pt x="191" y="247"/>
                          <a:pt x="0" y="725"/>
                          <a:pt x="160" y="1170"/>
                        </a:cubicBezTo>
                        <a:cubicBezTo>
                          <a:pt x="305" y="1486"/>
                          <a:pt x="617" y="1672"/>
                          <a:pt x="955" y="1672"/>
                        </a:cubicBezTo>
                        <a:cubicBezTo>
                          <a:pt x="1060" y="1672"/>
                          <a:pt x="1168" y="1654"/>
                          <a:pt x="1274" y="1616"/>
                        </a:cubicBezTo>
                        <a:cubicBezTo>
                          <a:pt x="1688" y="1425"/>
                          <a:pt x="1911" y="948"/>
                          <a:pt x="1720" y="502"/>
                        </a:cubicBezTo>
                        <a:cubicBezTo>
                          <a:pt x="1574" y="186"/>
                          <a:pt x="1262" y="0"/>
                          <a:pt x="938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87" name="Google Shape;87;p4"/>
                  <p:cNvSpPr/>
                  <p:nvPr/>
                </p:nvSpPr>
                <p:spPr>
                  <a:xfrm>
                    <a:off x="1231643" y="139606"/>
                    <a:ext cx="50252" cy="442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2" h="1685" extrusionOk="0">
                        <a:moveTo>
                          <a:pt x="955" y="0"/>
                        </a:moveTo>
                        <a:cubicBezTo>
                          <a:pt x="848" y="0"/>
                          <a:pt x="740" y="22"/>
                          <a:pt x="638" y="70"/>
                        </a:cubicBezTo>
                        <a:cubicBezTo>
                          <a:pt x="192" y="229"/>
                          <a:pt x="1" y="738"/>
                          <a:pt x="192" y="1152"/>
                        </a:cubicBezTo>
                        <a:cubicBezTo>
                          <a:pt x="314" y="1493"/>
                          <a:pt x="622" y="1685"/>
                          <a:pt x="960" y="1685"/>
                        </a:cubicBezTo>
                        <a:cubicBezTo>
                          <a:pt x="1063" y="1685"/>
                          <a:pt x="1170" y="1667"/>
                          <a:pt x="1274" y="1630"/>
                        </a:cubicBezTo>
                        <a:cubicBezTo>
                          <a:pt x="1688" y="1439"/>
                          <a:pt x="1911" y="961"/>
                          <a:pt x="1720" y="515"/>
                        </a:cubicBezTo>
                        <a:cubicBezTo>
                          <a:pt x="1600" y="204"/>
                          <a:pt x="1282" y="0"/>
                          <a:pt x="955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88" name="Google Shape;88;p4"/>
                  <p:cNvSpPr/>
                  <p:nvPr/>
                </p:nvSpPr>
                <p:spPr>
                  <a:xfrm>
                    <a:off x="744715" y="805125"/>
                    <a:ext cx="50226" cy="443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1" h="1686" extrusionOk="0">
                        <a:moveTo>
                          <a:pt x="938" y="1"/>
                        </a:moveTo>
                        <a:cubicBezTo>
                          <a:pt x="836" y="1"/>
                          <a:pt x="734" y="19"/>
                          <a:pt x="637" y="56"/>
                        </a:cubicBezTo>
                        <a:cubicBezTo>
                          <a:pt x="191" y="247"/>
                          <a:pt x="0" y="725"/>
                          <a:pt x="159" y="1170"/>
                        </a:cubicBezTo>
                        <a:cubicBezTo>
                          <a:pt x="303" y="1482"/>
                          <a:pt x="609" y="1685"/>
                          <a:pt x="942" y="1685"/>
                        </a:cubicBezTo>
                        <a:cubicBezTo>
                          <a:pt x="1051" y="1685"/>
                          <a:pt x="1163" y="1663"/>
                          <a:pt x="1273" y="1616"/>
                        </a:cubicBezTo>
                        <a:cubicBezTo>
                          <a:pt x="1687" y="1457"/>
                          <a:pt x="1910" y="948"/>
                          <a:pt x="1719" y="534"/>
                        </a:cubicBezTo>
                        <a:cubicBezTo>
                          <a:pt x="1597" y="193"/>
                          <a:pt x="1270" y="1"/>
                          <a:pt x="938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89" name="Google Shape;89;p4"/>
                  <p:cNvSpPr/>
                  <p:nvPr/>
                </p:nvSpPr>
                <p:spPr>
                  <a:xfrm>
                    <a:off x="256920" y="523642"/>
                    <a:ext cx="50226" cy="443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1" h="1686" extrusionOk="0">
                        <a:moveTo>
                          <a:pt x="955" y="1"/>
                        </a:moveTo>
                        <a:cubicBezTo>
                          <a:pt x="847" y="1"/>
                          <a:pt x="739" y="23"/>
                          <a:pt x="637" y="70"/>
                        </a:cubicBezTo>
                        <a:cubicBezTo>
                          <a:pt x="191" y="261"/>
                          <a:pt x="0" y="738"/>
                          <a:pt x="159" y="1152"/>
                        </a:cubicBezTo>
                        <a:cubicBezTo>
                          <a:pt x="306" y="1493"/>
                          <a:pt x="620" y="1685"/>
                          <a:pt x="959" y="1685"/>
                        </a:cubicBezTo>
                        <a:cubicBezTo>
                          <a:pt x="1063" y="1685"/>
                          <a:pt x="1169" y="1667"/>
                          <a:pt x="1274" y="1630"/>
                        </a:cubicBezTo>
                        <a:cubicBezTo>
                          <a:pt x="1688" y="1439"/>
                          <a:pt x="1910" y="961"/>
                          <a:pt x="1719" y="515"/>
                        </a:cubicBezTo>
                        <a:cubicBezTo>
                          <a:pt x="1600" y="204"/>
                          <a:pt x="1281" y="1"/>
                          <a:pt x="955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90" name="Google Shape;90;p4"/>
                  <p:cNvSpPr/>
                  <p:nvPr/>
                </p:nvSpPr>
                <p:spPr>
                  <a:xfrm>
                    <a:off x="87900" y="1086739"/>
                    <a:ext cx="50226" cy="442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1" h="1685" extrusionOk="0">
                        <a:moveTo>
                          <a:pt x="969" y="0"/>
                        </a:moveTo>
                        <a:cubicBezTo>
                          <a:pt x="860" y="0"/>
                          <a:pt x="748" y="22"/>
                          <a:pt x="637" y="69"/>
                        </a:cubicBezTo>
                        <a:cubicBezTo>
                          <a:pt x="224" y="260"/>
                          <a:pt x="1" y="738"/>
                          <a:pt x="192" y="1152"/>
                        </a:cubicBezTo>
                        <a:cubicBezTo>
                          <a:pt x="313" y="1493"/>
                          <a:pt x="640" y="1685"/>
                          <a:pt x="973" y="1685"/>
                        </a:cubicBezTo>
                        <a:cubicBezTo>
                          <a:pt x="1074" y="1685"/>
                          <a:pt x="1177" y="1667"/>
                          <a:pt x="1274" y="1629"/>
                        </a:cubicBezTo>
                        <a:cubicBezTo>
                          <a:pt x="1720" y="1438"/>
                          <a:pt x="1911" y="961"/>
                          <a:pt x="1752" y="515"/>
                        </a:cubicBezTo>
                        <a:cubicBezTo>
                          <a:pt x="1608" y="204"/>
                          <a:pt x="1302" y="0"/>
                          <a:pt x="969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91" name="Google Shape;91;p4"/>
                  <p:cNvSpPr/>
                  <p:nvPr/>
                </p:nvSpPr>
                <p:spPr>
                  <a:xfrm>
                    <a:off x="2089253" y="-262197"/>
                    <a:ext cx="79531" cy="718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26" h="2732" extrusionOk="0">
                        <a:moveTo>
                          <a:pt x="1521" y="1"/>
                        </a:moveTo>
                        <a:cubicBezTo>
                          <a:pt x="1408" y="1"/>
                          <a:pt x="1293" y="15"/>
                          <a:pt x="1179" y="45"/>
                        </a:cubicBezTo>
                        <a:cubicBezTo>
                          <a:pt x="446" y="236"/>
                          <a:pt x="1" y="1000"/>
                          <a:pt x="192" y="1732"/>
                        </a:cubicBezTo>
                        <a:cubicBezTo>
                          <a:pt x="353" y="2322"/>
                          <a:pt x="920" y="2732"/>
                          <a:pt x="1514" y="2732"/>
                        </a:cubicBezTo>
                        <a:cubicBezTo>
                          <a:pt x="1625" y="2732"/>
                          <a:pt x="1737" y="2717"/>
                          <a:pt x="1847" y="2687"/>
                        </a:cubicBezTo>
                        <a:cubicBezTo>
                          <a:pt x="2579" y="2496"/>
                          <a:pt x="3025" y="1764"/>
                          <a:pt x="2834" y="1032"/>
                        </a:cubicBezTo>
                        <a:cubicBezTo>
                          <a:pt x="2673" y="415"/>
                          <a:pt x="2127" y="1"/>
                          <a:pt x="1521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92" name="Google Shape;92;p4"/>
                  <p:cNvSpPr/>
                  <p:nvPr/>
                </p:nvSpPr>
                <p:spPr>
                  <a:xfrm>
                    <a:off x="2515128" y="-174887"/>
                    <a:ext cx="78690" cy="715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94" h="2723" extrusionOk="0">
                        <a:moveTo>
                          <a:pt x="1460" y="0"/>
                        </a:moveTo>
                        <a:cubicBezTo>
                          <a:pt x="1357" y="0"/>
                          <a:pt x="1252" y="11"/>
                          <a:pt x="1147" y="34"/>
                        </a:cubicBezTo>
                        <a:cubicBezTo>
                          <a:pt x="415" y="225"/>
                          <a:pt x="1" y="989"/>
                          <a:pt x="192" y="1721"/>
                        </a:cubicBezTo>
                        <a:cubicBezTo>
                          <a:pt x="351" y="2333"/>
                          <a:pt x="889" y="2723"/>
                          <a:pt x="1489" y="2723"/>
                        </a:cubicBezTo>
                        <a:cubicBezTo>
                          <a:pt x="1607" y="2723"/>
                          <a:pt x="1727" y="2708"/>
                          <a:pt x="1847" y="2676"/>
                        </a:cubicBezTo>
                        <a:cubicBezTo>
                          <a:pt x="2579" y="2485"/>
                          <a:pt x="2993" y="1753"/>
                          <a:pt x="2802" y="1021"/>
                        </a:cubicBezTo>
                        <a:cubicBezTo>
                          <a:pt x="2639" y="394"/>
                          <a:pt x="2078" y="0"/>
                          <a:pt x="1460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93" name="Google Shape;93;p4"/>
                  <p:cNvSpPr/>
                  <p:nvPr/>
                </p:nvSpPr>
                <p:spPr>
                  <a:xfrm>
                    <a:off x="1716941" y="161184"/>
                    <a:ext cx="79505" cy="718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25" h="2732" extrusionOk="0">
                        <a:moveTo>
                          <a:pt x="1520" y="0"/>
                        </a:moveTo>
                        <a:cubicBezTo>
                          <a:pt x="1408" y="0"/>
                          <a:pt x="1293" y="15"/>
                          <a:pt x="1178" y="44"/>
                        </a:cubicBezTo>
                        <a:cubicBezTo>
                          <a:pt x="446" y="235"/>
                          <a:pt x="0" y="1000"/>
                          <a:pt x="191" y="1732"/>
                        </a:cubicBezTo>
                        <a:cubicBezTo>
                          <a:pt x="352" y="2322"/>
                          <a:pt x="920" y="2731"/>
                          <a:pt x="1533" y="2731"/>
                        </a:cubicBezTo>
                        <a:cubicBezTo>
                          <a:pt x="1647" y="2731"/>
                          <a:pt x="1763" y="2717"/>
                          <a:pt x="1878" y="2687"/>
                        </a:cubicBezTo>
                        <a:cubicBezTo>
                          <a:pt x="2611" y="2496"/>
                          <a:pt x="3025" y="1764"/>
                          <a:pt x="2834" y="1031"/>
                        </a:cubicBezTo>
                        <a:cubicBezTo>
                          <a:pt x="2672" y="414"/>
                          <a:pt x="2127" y="0"/>
                          <a:pt x="1520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94" name="Google Shape;94;p4"/>
                  <p:cNvSpPr/>
                  <p:nvPr/>
                </p:nvSpPr>
                <p:spPr>
                  <a:xfrm>
                    <a:off x="760590" y="551843"/>
                    <a:ext cx="79531" cy="710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26" h="2705" extrusionOk="0">
                        <a:moveTo>
                          <a:pt x="1508" y="1"/>
                        </a:moveTo>
                        <a:cubicBezTo>
                          <a:pt x="1388" y="1"/>
                          <a:pt x="1267" y="16"/>
                          <a:pt x="1147" y="47"/>
                        </a:cubicBezTo>
                        <a:cubicBezTo>
                          <a:pt x="447" y="238"/>
                          <a:pt x="1" y="970"/>
                          <a:pt x="192" y="1703"/>
                        </a:cubicBezTo>
                        <a:cubicBezTo>
                          <a:pt x="352" y="2315"/>
                          <a:pt x="889" y="2704"/>
                          <a:pt x="1489" y="2704"/>
                        </a:cubicBezTo>
                        <a:cubicBezTo>
                          <a:pt x="1607" y="2704"/>
                          <a:pt x="1727" y="2689"/>
                          <a:pt x="1847" y="2658"/>
                        </a:cubicBezTo>
                        <a:cubicBezTo>
                          <a:pt x="2580" y="2467"/>
                          <a:pt x="3025" y="1735"/>
                          <a:pt x="2834" y="1002"/>
                        </a:cubicBezTo>
                        <a:cubicBezTo>
                          <a:pt x="2675" y="390"/>
                          <a:pt x="2115" y="1"/>
                          <a:pt x="1508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95" name="Google Shape;95;p4"/>
                  <p:cNvSpPr/>
                  <p:nvPr/>
                </p:nvSpPr>
                <p:spPr>
                  <a:xfrm>
                    <a:off x="257761" y="836322"/>
                    <a:ext cx="79505" cy="718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25" h="2734" extrusionOk="0">
                        <a:moveTo>
                          <a:pt x="1537" y="1"/>
                        </a:moveTo>
                        <a:cubicBezTo>
                          <a:pt x="1419" y="1"/>
                          <a:pt x="1298" y="16"/>
                          <a:pt x="1178" y="47"/>
                        </a:cubicBezTo>
                        <a:cubicBezTo>
                          <a:pt x="446" y="238"/>
                          <a:pt x="0" y="970"/>
                          <a:pt x="191" y="1702"/>
                        </a:cubicBezTo>
                        <a:cubicBezTo>
                          <a:pt x="352" y="2320"/>
                          <a:pt x="921" y="2734"/>
                          <a:pt x="1534" y="2734"/>
                        </a:cubicBezTo>
                        <a:cubicBezTo>
                          <a:pt x="1648" y="2734"/>
                          <a:pt x="1764" y="2719"/>
                          <a:pt x="1878" y="2689"/>
                        </a:cubicBezTo>
                        <a:cubicBezTo>
                          <a:pt x="2579" y="2498"/>
                          <a:pt x="3024" y="1734"/>
                          <a:pt x="2833" y="1002"/>
                        </a:cubicBezTo>
                        <a:cubicBezTo>
                          <a:pt x="2674" y="390"/>
                          <a:pt x="2136" y="1"/>
                          <a:pt x="1537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</p:grpSp>
          </p:grpSp>
          <p:grpSp>
            <p:nvGrpSpPr>
              <p:cNvPr id="96" name="Google Shape;96;p4"/>
              <p:cNvGrpSpPr/>
              <p:nvPr/>
            </p:nvGrpSpPr>
            <p:grpSpPr>
              <a:xfrm rot="7018040">
                <a:off x="1012370" y="631076"/>
                <a:ext cx="927961" cy="503495"/>
                <a:chOff x="3176988" y="6051975"/>
                <a:chExt cx="927925" cy="503475"/>
              </a:xfrm>
            </p:grpSpPr>
            <p:sp>
              <p:nvSpPr>
                <p:cNvPr id="97" name="Google Shape;97;p4"/>
                <p:cNvSpPr/>
                <p:nvPr/>
              </p:nvSpPr>
              <p:spPr>
                <a:xfrm>
                  <a:off x="3198538" y="6072725"/>
                  <a:ext cx="893625" cy="472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45" h="18894" fill="none" extrusionOk="0">
                      <a:moveTo>
                        <a:pt x="0" y="1"/>
                      </a:moveTo>
                      <a:lnTo>
                        <a:pt x="6862" y="17809"/>
                      </a:lnTo>
                      <a:lnTo>
                        <a:pt x="35744" y="18894"/>
                      </a:lnTo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3191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4079363" y="6529900"/>
                  <a:ext cx="25550" cy="2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2" h="1022" extrusionOk="0">
                      <a:moveTo>
                        <a:pt x="1022" y="511"/>
                      </a:moveTo>
                      <a:cubicBezTo>
                        <a:pt x="1022" y="798"/>
                        <a:pt x="798" y="1022"/>
                        <a:pt x="511" y="1022"/>
                      </a:cubicBezTo>
                      <a:cubicBezTo>
                        <a:pt x="224" y="1022"/>
                        <a:pt x="0" y="798"/>
                        <a:pt x="0" y="511"/>
                      </a:cubicBezTo>
                      <a:cubicBezTo>
                        <a:pt x="0" y="224"/>
                        <a:pt x="224" y="1"/>
                        <a:pt x="511" y="1"/>
                      </a:cubicBezTo>
                      <a:cubicBezTo>
                        <a:pt x="798" y="1"/>
                        <a:pt x="1022" y="224"/>
                        <a:pt x="1022" y="5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3176988" y="6051975"/>
                  <a:ext cx="42300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693" extrusionOk="0">
                      <a:moveTo>
                        <a:pt x="1692" y="831"/>
                      </a:moveTo>
                      <a:cubicBezTo>
                        <a:pt x="1692" y="1309"/>
                        <a:pt x="1309" y="1692"/>
                        <a:pt x="862" y="1692"/>
                      </a:cubicBezTo>
                      <a:cubicBezTo>
                        <a:pt x="383" y="1692"/>
                        <a:pt x="0" y="1309"/>
                        <a:pt x="0" y="831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09" y="1"/>
                        <a:pt x="1692" y="384"/>
                        <a:pt x="1692" y="83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3354113" y="6491600"/>
                  <a:ext cx="42300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693" extrusionOk="0">
                      <a:moveTo>
                        <a:pt x="1692" y="830"/>
                      </a:moveTo>
                      <a:cubicBezTo>
                        <a:pt x="1692" y="1309"/>
                        <a:pt x="1309" y="1692"/>
                        <a:pt x="862" y="1692"/>
                      </a:cubicBezTo>
                      <a:cubicBezTo>
                        <a:pt x="383" y="1692"/>
                        <a:pt x="0" y="1309"/>
                        <a:pt x="0" y="830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09" y="1"/>
                        <a:pt x="1692" y="384"/>
                        <a:pt x="1692" y="83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cxnSp>
          <p:nvCxnSpPr>
            <p:cNvPr id="101" name="Google Shape;101;p4"/>
            <p:cNvCxnSpPr/>
            <p:nvPr/>
          </p:nvCxnSpPr>
          <p:spPr>
            <a:xfrm rot="10800000">
              <a:off x="365700" y="-61325"/>
              <a:ext cx="76800" cy="7353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" name="Google Shape;102;p4"/>
            <p:cNvCxnSpPr/>
            <p:nvPr/>
          </p:nvCxnSpPr>
          <p:spPr>
            <a:xfrm rot="10800000">
              <a:off x="225000" y="-74250"/>
              <a:ext cx="665100" cy="3198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805674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105" name="Google Shape;105;p5"/>
          <p:cNvSpPr txBox="1">
            <a:spLocks noGrp="1"/>
          </p:cNvSpPr>
          <p:nvPr>
            <p:ph type="subTitle" idx="1"/>
          </p:nvPr>
        </p:nvSpPr>
        <p:spPr>
          <a:xfrm>
            <a:off x="950967" y="5541633"/>
            <a:ext cx="46120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06" name="Google Shape;106;p5"/>
          <p:cNvSpPr txBox="1">
            <a:spLocks noGrp="1"/>
          </p:cNvSpPr>
          <p:nvPr>
            <p:ph type="subTitle" idx="2"/>
          </p:nvPr>
        </p:nvSpPr>
        <p:spPr>
          <a:xfrm>
            <a:off x="950967" y="5066500"/>
            <a:ext cx="46120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07" name="Google Shape;107;p5"/>
          <p:cNvSpPr txBox="1">
            <a:spLocks noGrp="1"/>
          </p:cNvSpPr>
          <p:nvPr>
            <p:ph type="subTitle" idx="3"/>
          </p:nvPr>
        </p:nvSpPr>
        <p:spPr>
          <a:xfrm>
            <a:off x="6158133" y="5541633"/>
            <a:ext cx="46120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08" name="Google Shape;108;p5"/>
          <p:cNvSpPr txBox="1">
            <a:spLocks noGrp="1"/>
          </p:cNvSpPr>
          <p:nvPr>
            <p:ph type="subTitle" idx="4"/>
          </p:nvPr>
        </p:nvSpPr>
        <p:spPr>
          <a:xfrm>
            <a:off x="6158133" y="5066500"/>
            <a:ext cx="46120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3064684" y="-3834633"/>
            <a:ext cx="5832800" cy="5832800"/>
          </a:xfrm>
          <a:prstGeom prst="ellipse">
            <a:avLst/>
          </a:prstGeom>
          <a:gradFill>
            <a:gsLst>
              <a:gs pos="0">
                <a:schemeClr val="dk2"/>
              </a:gs>
              <a:gs pos="50000">
                <a:srgbClr val="942290">
                  <a:alpha val="0"/>
                </a:srgbClr>
              </a:gs>
              <a:gs pos="100000">
                <a:srgbClr val="94229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10" name="Google Shape;110;p5"/>
          <p:cNvGrpSpPr/>
          <p:nvPr/>
        </p:nvGrpSpPr>
        <p:grpSpPr>
          <a:xfrm rot="-4217199">
            <a:off x="8733792" y="-1750233"/>
            <a:ext cx="4635160" cy="4651617"/>
            <a:chOff x="9369050" y="1359075"/>
            <a:chExt cx="4295350" cy="4310600"/>
          </a:xfrm>
        </p:grpSpPr>
        <p:sp>
          <p:nvSpPr>
            <p:cNvPr id="111" name="Google Shape;111;p5"/>
            <p:cNvSpPr/>
            <p:nvPr/>
          </p:nvSpPr>
          <p:spPr>
            <a:xfrm>
              <a:off x="10940125" y="2959875"/>
              <a:ext cx="776300" cy="26525"/>
            </a:xfrm>
            <a:custGeom>
              <a:avLst/>
              <a:gdLst/>
              <a:ahLst/>
              <a:cxnLst/>
              <a:rect l="l" t="t" r="r" b="b"/>
              <a:pathLst>
                <a:path w="31052" h="1061" fill="none" extrusionOk="0">
                  <a:moveTo>
                    <a:pt x="0" y="0"/>
                  </a:moveTo>
                  <a:lnTo>
                    <a:pt x="31052" y="1061"/>
                  </a:lnTo>
                </a:path>
              </a:pathLst>
            </a:custGeom>
            <a:noFill/>
            <a:ln w="12050" cap="flat" cmpd="sng">
              <a:solidFill>
                <a:schemeClr val="accent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11452825" y="2199650"/>
              <a:ext cx="1519650" cy="1111425"/>
            </a:xfrm>
            <a:custGeom>
              <a:avLst/>
              <a:gdLst/>
              <a:ahLst/>
              <a:cxnLst/>
              <a:rect l="l" t="t" r="r" b="b"/>
              <a:pathLst>
                <a:path w="60786" h="44457" fill="none" extrusionOk="0">
                  <a:moveTo>
                    <a:pt x="0" y="0"/>
                  </a:moveTo>
                  <a:lnTo>
                    <a:pt x="20959" y="32916"/>
                  </a:lnTo>
                  <a:lnTo>
                    <a:pt x="60786" y="44456"/>
                  </a:lnTo>
                  <a:lnTo>
                    <a:pt x="46546" y="11540"/>
                  </a:lnTo>
                  <a:lnTo>
                    <a:pt x="20959" y="32916"/>
                  </a:lnTo>
                </a:path>
              </a:pathLst>
            </a:custGeom>
            <a:noFill/>
            <a:ln w="12050" cap="flat" cmpd="sng">
              <a:solidFill>
                <a:schemeClr val="accent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11712400" y="1382375"/>
              <a:ext cx="1952000" cy="2570775"/>
            </a:xfrm>
            <a:custGeom>
              <a:avLst/>
              <a:gdLst/>
              <a:ahLst/>
              <a:cxnLst/>
              <a:rect l="l" t="t" r="r" b="b"/>
              <a:pathLst>
                <a:path w="78080" h="102831" fill="none" extrusionOk="0">
                  <a:moveTo>
                    <a:pt x="61943" y="0"/>
                  </a:moveTo>
                  <a:lnTo>
                    <a:pt x="78079" y="34363"/>
                  </a:lnTo>
                  <a:lnTo>
                    <a:pt x="36163" y="44231"/>
                  </a:lnTo>
                  <a:lnTo>
                    <a:pt x="16651" y="24848"/>
                  </a:lnTo>
                  <a:lnTo>
                    <a:pt x="10576" y="65607"/>
                  </a:lnTo>
                  <a:lnTo>
                    <a:pt x="0" y="64161"/>
                  </a:lnTo>
                  <a:lnTo>
                    <a:pt x="5658" y="102831"/>
                  </a:lnTo>
                  <a:lnTo>
                    <a:pt x="12408" y="86469"/>
                  </a:lnTo>
                </a:path>
              </a:pathLst>
            </a:custGeom>
            <a:noFill/>
            <a:ln w="12050" cap="flat" cmpd="sng">
              <a:solidFill>
                <a:schemeClr val="accent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10137300" y="5289525"/>
              <a:ext cx="474175" cy="348800"/>
            </a:xfrm>
            <a:custGeom>
              <a:avLst/>
              <a:gdLst/>
              <a:ahLst/>
              <a:cxnLst/>
              <a:rect l="l" t="t" r="r" b="b"/>
              <a:pathLst>
                <a:path w="18967" h="13952" fill="none" extrusionOk="0">
                  <a:moveTo>
                    <a:pt x="18966" y="1"/>
                  </a:moveTo>
                  <a:lnTo>
                    <a:pt x="1" y="13952"/>
                  </a:lnTo>
                </a:path>
              </a:pathLst>
            </a:custGeom>
            <a:noFill/>
            <a:ln w="12050" cap="flat" cmpd="sng">
              <a:solidFill>
                <a:schemeClr val="accent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10646000" y="3651775"/>
              <a:ext cx="421925" cy="277275"/>
            </a:xfrm>
            <a:custGeom>
              <a:avLst/>
              <a:gdLst/>
              <a:ahLst/>
              <a:cxnLst/>
              <a:rect l="l" t="t" r="r" b="b"/>
              <a:pathLst>
                <a:path w="16877" h="11091" fill="none" extrusionOk="0">
                  <a:moveTo>
                    <a:pt x="16876" y="11090"/>
                  </a:moveTo>
                  <a:lnTo>
                    <a:pt x="0" y="0"/>
                  </a:lnTo>
                </a:path>
              </a:pathLst>
            </a:custGeom>
            <a:noFill/>
            <a:ln w="12050" cap="flat" cmpd="sng">
              <a:solidFill>
                <a:schemeClr val="accent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12695200" y="4485125"/>
              <a:ext cx="109325" cy="379325"/>
            </a:xfrm>
            <a:custGeom>
              <a:avLst/>
              <a:gdLst/>
              <a:ahLst/>
              <a:cxnLst/>
              <a:rect l="l" t="t" r="r" b="b"/>
              <a:pathLst>
                <a:path w="4373" h="15173" fill="none" extrusionOk="0">
                  <a:moveTo>
                    <a:pt x="1" y="0"/>
                  </a:moveTo>
                  <a:lnTo>
                    <a:pt x="4373" y="15172"/>
                  </a:lnTo>
                </a:path>
              </a:pathLst>
            </a:custGeom>
            <a:noFill/>
            <a:ln w="12050" cap="flat" cmpd="sng">
              <a:solidFill>
                <a:schemeClr val="accent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9369050" y="4637000"/>
              <a:ext cx="2406050" cy="998125"/>
            </a:xfrm>
            <a:custGeom>
              <a:avLst/>
              <a:gdLst/>
              <a:ahLst/>
              <a:cxnLst/>
              <a:rect l="l" t="t" r="r" b="b"/>
              <a:pathLst>
                <a:path w="96242" h="39925" fill="none" extrusionOk="0">
                  <a:moveTo>
                    <a:pt x="76633" y="12987"/>
                  </a:moveTo>
                  <a:lnTo>
                    <a:pt x="42142" y="1"/>
                  </a:lnTo>
                  <a:lnTo>
                    <a:pt x="79880" y="39924"/>
                  </a:lnTo>
                  <a:lnTo>
                    <a:pt x="76633" y="12987"/>
                  </a:lnTo>
                  <a:lnTo>
                    <a:pt x="96241" y="21698"/>
                  </a:lnTo>
                  <a:lnTo>
                    <a:pt x="79880" y="39924"/>
                  </a:lnTo>
                  <a:lnTo>
                    <a:pt x="49696" y="26102"/>
                  </a:lnTo>
                  <a:lnTo>
                    <a:pt x="42142" y="1"/>
                  </a:lnTo>
                  <a:lnTo>
                    <a:pt x="1" y="22630"/>
                  </a:lnTo>
                  <a:lnTo>
                    <a:pt x="49696" y="26102"/>
                  </a:lnTo>
                </a:path>
              </a:pathLst>
            </a:custGeom>
            <a:noFill/>
            <a:ln w="12050" cap="flat" cmpd="sng">
              <a:solidFill>
                <a:schemeClr val="accent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11853825" y="3610800"/>
              <a:ext cx="1328400" cy="970775"/>
            </a:xfrm>
            <a:custGeom>
              <a:avLst/>
              <a:gdLst/>
              <a:ahLst/>
              <a:cxnLst/>
              <a:rect l="l" t="t" r="r" b="b"/>
              <a:pathLst>
                <a:path w="53136" h="38831" fill="none" extrusionOk="0">
                  <a:moveTo>
                    <a:pt x="15719" y="38831"/>
                  </a:moveTo>
                  <a:lnTo>
                    <a:pt x="33656" y="34973"/>
                  </a:lnTo>
                  <a:lnTo>
                    <a:pt x="50210" y="14851"/>
                  </a:lnTo>
                  <a:lnTo>
                    <a:pt x="1" y="13694"/>
                  </a:lnTo>
                  <a:lnTo>
                    <a:pt x="15719" y="38831"/>
                  </a:lnTo>
                  <a:lnTo>
                    <a:pt x="50210" y="14851"/>
                  </a:lnTo>
                  <a:lnTo>
                    <a:pt x="53135" y="0"/>
                  </a:lnTo>
                  <a:lnTo>
                    <a:pt x="1" y="13694"/>
                  </a:lnTo>
                </a:path>
              </a:pathLst>
            </a:custGeom>
            <a:noFill/>
            <a:ln w="12050" cap="flat" cmpd="sng">
              <a:solidFill>
                <a:schemeClr val="accent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" name="Google Shape;119;p5"/>
            <p:cNvSpPr/>
            <p:nvPr/>
          </p:nvSpPr>
          <p:spPr>
            <a:xfrm>
              <a:off x="10941725" y="1359075"/>
              <a:ext cx="1862800" cy="4221400"/>
            </a:xfrm>
            <a:custGeom>
              <a:avLst/>
              <a:gdLst/>
              <a:ahLst/>
              <a:cxnLst/>
              <a:rect l="l" t="t" r="r" b="b"/>
              <a:pathLst>
                <a:path w="74512" h="168856" fill="none" extrusionOk="0">
                  <a:moveTo>
                    <a:pt x="55353" y="157958"/>
                  </a:moveTo>
                  <a:lnTo>
                    <a:pt x="41210" y="168855"/>
                  </a:lnTo>
                  <a:lnTo>
                    <a:pt x="33334" y="152815"/>
                  </a:lnTo>
                  <a:lnTo>
                    <a:pt x="55353" y="157958"/>
                  </a:lnTo>
                  <a:lnTo>
                    <a:pt x="74512" y="140247"/>
                  </a:lnTo>
                  <a:lnTo>
                    <a:pt x="33334" y="152815"/>
                  </a:lnTo>
                  <a:lnTo>
                    <a:pt x="5047" y="102798"/>
                  </a:lnTo>
                  <a:lnTo>
                    <a:pt x="1" y="64128"/>
                  </a:lnTo>
                  <a:lnTo>
                    <a:pt x="20444" y="33623"/>
                  </a:lnTo>
                  <a:lnTo>
                    <a:pt x="47478" y="25780"/>
                  </a:lnTo>
                  <a:lnTo>
                    <a:pt x="47157" y="1865"/>
                  </a:lnTo>
                  <a:lnTo>
                    <a:pt x="65415" y="0"/>
                  </a:lnTo>
                  <a:lnTo>
                    <a:pt x="47478" y="25780"/>
                  </a:lnTo>
                </a:path>
              </a:pathLst>
            </a:custGeom>
            <a:noFill/>
            <a:ln w="12050" cap="flat" cmpd="sng">
              <a:solidFill>
                <a:schemeClr val="accent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" name="Google Shape;120;p5"/>
            <p:cNvSpPr/>
            <p:nvPr/>
          </p:nvSpPr>
          <p:spPr>
            <a:xfrm>
              <a:off x="11631225" y="5472750"/>
              <a:ext cx="744175" cy="196925"/>
            </a:xfrm>
            <a:custGeom>
              <a:avLst/>
              <a:gdLst/>
              <a:ahLst/>
              <a:cxnLst/>
              <a:rect l="l" t="t" r="r" b="b"/>
              <a:pathLst>
                <a:path w="29767" h="7877" fill="none" extrusionOk="0">
                  <a:moveTo>
                    <a:pt x="1" y="7876"/>
                  </a:moveTo>
                  <a:lnTo>
                    <a:pt x="13630" y="4308"/>
                  </a:lnTo>
                  <a:lnTo>
                    <a:pt x="29766" y="1"/>
                  </a:lnTo>
                </a:path>
              </a:pathLst>
            </a:custGeom>
            <a:noFill/>
            <a:ln w="12050" cap="flat" cmpd="sng">
              <a:solidFill>
                <a:schemeClr val="accent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10422600" y="4566275"/>
              <a:ext cx="712025" cy="70750"/>
            </a:xfrm>
            <a:custGeom>
              <a:avLst/>
              <a:gdLst/>
              <a:ahLst/>
              <a:cxnLst/>
              <a:rect l="l" t="t" r="r" b="b"/>
              <a:pathLst>
                <a:path w="28481" h="2830" fill="none" extrusionOk="0">
                  <a:moveTo>
                    <a:pt x="0" y="2830"/>
                  </a:moveTo>
                  <a:lnTo>
                    <a:pt x="28480" y="1"/>
                  </a:lnTo>
                </a:path>
              </a:pathLst>
            </a:custGeom>
            <a:noFill/>
            <a:ln w="12050" cap="flat" cmpd="sng">
              <a:solidFill>
                <a:schemeClr val="accent2"/>
              </a:solidFill>
              <a:prstDash val="solid"/>
              <a:miter lim="321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2" name="Google Shape;122;p5"/>
          <p:cNvSpPr/>
          <p:nvPr/>
        </p:nvSpPr>
        <p:spPr>
          <a:xfrm>
            <a:off x="9249100" y="4285717"/>
            <a:ext cx="5832800" cy="58328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7A0B3">
                  <a:alpha val="0"/>
                </a:srgbClr>
              </a:gs>
              <a:gs pos="100000">
                <a:srgbClr val="07A0B3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3" name="Google Shape;123;p5"/>
          <p:cNvSpPr/>
          <p:nvPr/>
        </p:nvSpPr>
        <p:spPr>
          <a:xfrm rot="-4217199">
            <a:off x="9713247" y="-620159"/>
            <a:ext cx="45971" cy="45133"/>
          </a:xfrm>
          <a:custGeom>
            <a:avLst/>
            <a:gdLst/>
            <a:ahLst/>
            <a:cxnLst/>
            <a:rect l="l" t="t" r="r" b="b"/>
            <a:pathLst>
              <a:path w="1704" h="1673" extrusionOk="0">
                <a:moveTo>
                  <a:pt x="868" y="1"/>
                </a:moveTo>
                <a:cubicBezTo>
                  <a:pt x="386" y="1"/>
                  <a:pt x="0" y="354"/>
                  <a:pt x="0" y="836"/>
                </a:cubicBezTo>
                <a:cubicBezTo>
                  <a:pt x="0" y="1286"/>
                  <a:pt x="386" y="1672"/>
                  <a:pt x="868" y="1672"/>
                </a:cubicBezTo>
                <a:cubicBezTo>
                  <a:pt x="1318" y="1672"/>
                  <a:pt x="1704" y="1286"/>
                  <a:pt x="1704" y="836"/>
                </a:cubicBezTo>
                <a:cubicBezTo>
                  <a:pt x="1704" y="354"/>
                  <a:pt x="1318" y="1"/>
                  <a:pt x="86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4" name="Google Shape;124;p5"/>
          <p:cNvSpPr/>
          <p:nvPr/>
        </p:nvSpPr>
        <p:spPr>
          <a:xfrm rot="-4217199">
            <a:off x="11346916" y="-1010928"/>
            <a:ext cx="45107" cy="45133"/>
          </a:xfrm>
          <a:custGeom>
            <a:avLst/>
            <a:gdLst/>
            <a:ahLst/>
            <a:cxnLst/>
            <a:rect l="l" t="t" r="r" b="b"/>
            <a:pathLst>
              <a:path w="1672" h="1673" extrusionOk="0">
                <a:moveTo>
                  <a:pt x="836" y="1"/>
                </a:moveTo>
                <a:cubicBezTo>
                  <a:pt x="354" y="1"/>
                  <a:pt x="0" y="387"/>
                  <a:pt x="0" y="837"/>
                </a:cubicBezTo>
                <a:cubicBezTo>
                  <a:pt x="0" y="1319"/>
                  <a:pt x="354" y="1672"/>
                  <a:pt x="836" y="1672"/>
                </a:cubicBezTo>
                <a:cubicBezTo>
                  <a:pt x="1286" y="1672"/>
                  <a:pt x="1672" y="1319"/>
                  <a:pt x="1672" y="837"/>
                </a:cubicBezTo>
                <a:cubicBezTo>
                  <a:pt x="1672" y="387"/>
                  <a:pt x="1286" y="1"/>
                  <a:pt x="83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5" name="Google Shape;125;p5"/>
          <p:cNvSpPr/>
          <p:nvPr/>
        </p:nvSpPr>
        <p:spPr>
          <a:xfrm rot="-4217199">
            <a:off x="10562696" y="161871"/>
            <a:ext cx="45971" cy="45997"/>
          </a:xfrm>
          <a:custGeom>
            <a:avLst/>
            <a:gdLst/>
            <a:ahLst/>
            <a:cxnLst/>
            <a:rect l="l" t="t" r="r" b="b"/>
            <a:pathLst>
              <a:path w="1704" h="1705" extrusionOk="0">
                <a:moveTo>
                  <a:pt x="868" y="1"/>
                </a:moveTo>
                <a:cubicBezTo>
                  <a:pt x="386" y="1"/>
                  <a:pt x="0" y="387"/>
                  <a:pt x="0" y="869"/>
                </a:cubicBezTo>
                <a:cubicBezTo>
                  <a:pt x="0" y="1319"/>
                  <a:pt x="386" y="1705"/>
                  <a:pt x="868" y="1705"/>
                </a:cubicBezTo>
                <a:cubicBezTo>
                  <a:pt x="1318" y="1705"/>
                  <a:pt x="1704" y="1319"/>
                  <a:pt x="1704" y="869"/>
                </a:cubicBezTo>
                <a:cubicBezTo>
                  <a:pt x="1704" y="387"/>
                  <a:pt x="1318" y="1"/>
                  <a:pt x="86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6" name="Google Shape;126;p5"/>
          <p:cNvSpPr/>
          <p:nvPr/>
        </p:nvSpPr>
        <p:spPr>
          <a:xfrm rot="-4217199">
            <a:off x="12444927" y="-287103"/>
            <a:ext cx="45997" cy="45133"/>
          </a:xfrm>
          <a:custGeom>
            <a:avLst/>
            <a:gdLst/>
            <a:ahLst/>
            <a:cxnLst/>
            <a:rect l="l" t="t" r="r" b="b"/>
            <a:pathLst>
              <a:path w="1705" h="1673" extrusionOk="0">
                <a:moveTo>
                  <a:pt x="836" y="1"/>
                </a:moveTo>
                <a:cubicBezTo>
                  <a:pt x="386" y="1"/>
                  <a:pt x="1" y="387"/>
                  <a:pt x="1" y="837"/>
                </a:cubicBezTo>
                <a:cubicBezTo>
                  <a:pt x="1" y="1319"/>
                  <a:pt x="386" y="1672"/>
                  <a:pt x="836" y="1672"/>
                </a:cubicBezTo>
                <a:cubicBezTo>
                  <a:pt x="1318" y="1672"/>
                  <a:pt x="1704" y="1319"/>
                  <a:pt x="1704" y="837"/>
                </a:cubicBezTo>
                <a:cubicBezTo>
                  <a:pt x="1704" y="387"/>
                  <a:pt x="1318" y="1"/>
                  <a:pt x="83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7" name="Google Shape;127;p5"/>
          <p:cNvSpPr/>
          <p:nvPr/>
        </p:nvSpPr>
        <p:spPr>
          <a:xfrm rot="-4217199">
            <a:off x="11962371" y="3348615"/>
            <a:ext cx="45971" cy="45997"/>
          </a:xfrm>
          <a:custGeom>
            <a:avLst/>
            <a:gdLst/>
            <a:ahLst/>
            <a:cxnLst/>
            <a:rect l="l" t="t" r="r" b="b"/>
            <a:pathLst>
              <a:path w="1704" h="1705" extrusionOk="0">
                <a:moveTo>
                  <a:pt x="836" y="1"/>
                </a:moveTo>
                <a:cubicBezTo>
                  <a:pt x="386" y="1"/>
                  <a:pt x="0" y="386"/>
                  <a:pt x="0" y="836"/>
                </a:cubicBezTo>
                <a:cubicBezTo>
                  <a:pt x="0" y="1318"/>
                  <a:pt x="386" y="1704"/>
                  <a:pt x="836" y="1704"/>
                </a:cubicBezTo>
                <a:cubicBezTo>
                  <a:pt x="1318" y="1704"/>
                  <a:pt x="1704" y="1318"/>
                  <a:pt x="1704" y="836"/>
                </a:cubicBezTo>
                <a:cubicBezTo>
                  <a:pt x="1704" y="386"/>
                  <a:pt x="1318" y="1"/>
                  <a:pt x="83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8" name="Google Shape;128;p5"/>
          <p:cNvSpPr/>
          <p:nvPr/>
        </p:nvSpPr>
        <p:spPr>
          <a:xfrm rot="-4217199">
            <a:off x="11961561" y="1315120"/>
            <a:ext cx="45107" cy="45107"/>
          </a:xfrm>
          <a:custGeom>
            <a:avLst/>
            <a:gdLst/>
            <a:ahLst/>
            <a:cxnLst/>
            <a:rect l="l" t="t" r="r" b="b"/>
            <a:pathLst>
              <a:path w="1672" h="1672" extrusionOk="0">
                <a:moveTo>
                  <a:pt x="836" y="0"/>
                </a:moveTo>
                <a:cubicBezTo>
                  <a:pt x="386" y="0"/>
                  <a:pt x="0" y="354"/>
                  <a:pt x="0" y="836"/>
                </a:cubicBezTo>
                <a:cubicBezTo>
                  <a:pt x="0" y="1286"/>
                  <a:pt x="386" y="1672"/>
                  <a:pt x="836" y="1672"/>
                </a:cubicBezTo>
                <a:cubicBezTo>
                  <a:pt x="1318" y="1672"/>
                  <a:pt x="1672" y="1286"/>
                  <a:pt x="1672" y="836"/>
                </a:cubicBezTo>
                <a:cubicBezTo>
                  <a:pt x="1672" y="354"/>
                  <a:pt x="1318" y="0"/>
                  <a:pt x="83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9" name="Google Shape;129;p5"/>
          <p:cNvSpPr/>
          <p:nvPr/>
        </p:nvSpPr>
        <p:spPr>
          <a:xfrm rot="-4217199">
            <a:off x="12683371" y="2727238"/>
            <a:ext cx="45971" cy="45997"/>
          </a:xfrm>
          <a:custGeom>
            <a:avLst/>
            <a:gdLst/>
            <a:ahLst/>
            <a:cxnLst/>
            <a:rect l="l" t="t" r="r" b="b"/>
            <a:pathLst>
              <a:path w="1704" h="1705" extrusionOk="0">
                <a:moveTo>
                  <a:pt x="868" y="1"/>
                </a:moveTo>
                <a:cubicBezTo>
                  <a:pt x="386" y="1"/>
                  <a:pt x="0" y="386"/>
                  <a:pt x="0" y="869"/>
                </a:cubicBezTo>
                <a:cubicBezTo>
                  <a:pt x="0" y="1319"/>
                  <a:pt x="386" y="1704"/>
                  <a:pt x="868" y="1704"/>
                </a:cubicBezTo>
                <a:cubicBezTo>
                  <a:pt x="1318" y="1704"/>
                  <a:pt x="1704" y="1319"/>
                  <a:pt x="1704" y="869"/>
                </a:cubicBezTo>
                <a:cubicBezTo>
                  <a:pt x="1704" y="386"/>
                  <a:pt x="1318" y="1"/>
                  <a:pt x="86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0" name="Google Shape;130;p5"/>
          <p:cNvSpPr/>
          <p:nvPr/>
        </p:nvSpPr>
        <p:spPr>
          <a:xfrm rot="-4217199">
            <a:off x="11251324" y="51634"/>
            <a:ext cx="45971" cy="45133"/>
          </a:xfrm>
          <a:custGeom>
            <a:avLst/>
            <a:gdLst/>
            <a:ahLst/>
            <a:cxnLst/>
            <a:rect l="l" t="t" r="r" b="b"/>
            <a:pathLst>
              <a:path w="1704" h="1673" extrusionOk="0">
                <a:moveTo>
                  <a:pt x="836" y="1"/>
                </a:moveTo>
                <a:cubicBezTo>
                  <a:pt x="386" y="1"/>
                  <a:pt x="0" y="354"/>
                  <a:pt x="0" y="837"/>
                </a:cubicBezTo>
                <a:cubicBezTo>
                  <a:pt x="0" y="1287"/>
                  <a:pt x="386" y="1672"/>
                  <a:pt x="836" y="1672"/>
                </a:cubicBezTo>
                <a:cubicBezTo>
                  <a:pt x="1318" y="1672"/>
                  <a:pt x="1704" y="1287"/>
                  <a:pt x="1704" y="837"/>
                </a:cubicBezTo>
                <a:cubicBezTo>
                  <a:pt x="1704" y="354"/>
                  <a:pt x="1318" y="1"/>
                  <a:pt x="83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1" name="Google Shape;131;p5"/>
          <p:cNvSpPr/>
          <p:nvPr/>
        </p:nvSpPr>
        <p:spPr>
          <a:xfrm rot="-4217199">
            <a:off x="10850475" y="1487384"/>
            <a:ext cx="45997" cy="45997"/>
          </a:xfrm>
          <a:custGeom>
            <a:avLst/>
            <a:gdLst/>
            <a:ahLst/>
            <a:cxnLst/>
            <a:rect l="l" t="t" r="r" b="b"/>
            <a:pathLst>
              <a:path w="1705" h="1705" extrusionOk="0">
                <a:moveTo>
                  <a:pt x="868" y="1"/>
                </a:moveTo>
                <a:cubicBezTo>
                  <a:pt x="386" y="1"/>
                  <a:pt x="0" y="386"/>
                  <a:pt x="0" y="868"/>
                </a:cubicBezTo>
                <a:cubicBezTo>
                  <a:pt x="0" y="1318"/>
                  <a:pt x="386" y="1704"/>
                  <a:pt x="868" y="1704"/>
                </a:cubicBezTo>
                <a:cubicBezTo>
                  <a:pt x="1318" y="1704"/>
                  <a:pt x="1704" y="1318"/>
                  <a:pt x="1704" y="868"/>
                </a:cubicBezTo>
                <a:cubicBezTo>
                  <a:pt x="1704" y="386"/>
                  <a:pt x="1318" y="1"/>
                  <a:pt x="86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2" name="Google Shape;132;p5"/>
          <p:cNvSpPr/>
          <p:nvPr/>
        </p:nvSpPr>
        <p:spPr>
          <a:xfrm rot="-4217199">
            <a:off x="11733404" y="-1104079"/>
            <a:ext cx="45133" cy="45971"/>
          </a:xfrm>
          <a:custGeom>
            <a:avLst/>
            <a:gdLst/>
            <a:ahLst/>
            <a:cxnLst/>
            <a:rect l="l" t="t" r="r" b="b"/>
            <a:pathLst>
              <a:path w="1673" h="1704" extrusionOk="0">
                <a:moveTo>
                  <a:pt x="836" y="0"/>
                </a:moveTo>
                <a:cubicBezTo>
                  <a:pt x="354" y="0"/>
                  <a:pt x="1" y="386"/>
                  <a:pt x="1" y="836"/>
                </a:cubicBezTo>
                <a:cubicBezTo>
                  <a:pt x="1" y="1318"/>
                  <a:pt x="354" y="1704"/>
                  <a:pt x="836" y="1704"/>
                </a:cubicBezTo>
                <a:cubicBezTo>
                  <a:pt x="1319" y="1704"/>
                  <a:pt x="1672" y="1318"/>
                  <a:pt x="1672" y="836"/>
                </a:cubicBezTo>
                <a:cubicBezTo>
                  <a:pt x="1672" y="386"/>
                  <a:pt x="1319" y="0"/>
                  <a:pt x="83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3" name="Google Shape;133;p5"/>
          <p:cNvSpPr/>
          <p:nvPr/>
        </p:nvSpPr>
        <p:spPr>
          <a:xfrm rot="-4217199">
            <a:off x="13282188" y="839207"/>
            <a:ext cx="45997" cy="45133"/>
          </a:xfrm>
          <a:custGeom>
            <a:avLst/>
            <a:gdLst/>
            <a:ahLst/>
            <a:cxnLst/>
            <a:rect l="l" t="t" r="r" b="b"/>
            <a:pathLst>
              <a:path w="1705" h="1673" extrusionOk="0">
                <a:moveTo>
                  <a:pt x="869" y="1"/>
                </a:moveTo>
                <a:cubicBezTo>
                  <a:pt x="387" y="1"/>
                  <a:pt x="1" y="354"/>
                  <a:pt x="1" y="836"/>
                </a:cubicBezTo>
                <a:cubicBezTo>
                  <a:pt x="1" y="1286"/>
                  <a:pt x="387" y="1672"/>
                  <a:pt x="869" y="1672"/>
                </a:cubicBezTo>
                <a:cubicBezTo>
                  <a:pt x="1319" y="1672"/>
                  <a:pt x="1705" y="1286"/>
                  <a:pt x="1705" y="836"/>
                </a:cubicBezTo>
                <a:cubicBezTo>
                  <a:pt x="1705" y="354"/>
                  <a:pt x="1319" y="1"/>
                  <a:pt x="86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4" name="Google Shape;134;p5"/>
          <p:cNvSpPr/>
          <p:nvPr/>
        </p:nvSpPr>
        <p:spPr>
          <a:xfrm rot="-4217199">
            <a:off x="13258988" y="1221034"/>
            <a:ext cx="45997" cy="45997"/>
          </a:xfrm>
          <a:custGeom>
            <a:avLst/>
            <a:gdLst/>
            <a:ahLst/>
            <a:cxnLst/>
            <a:rect l="l" t="t" r="r" b="b"/>
            <a:pathLst>
              <a:path w="1705" h="1705" extrusionOk="0">
                <a:moveTo>
                  <a:pt x="869" y="0"/>
                </a:moveTo>
                <a:cubicBezTo>
                  <a:pt x="386" y="0"/>
                  <a:pt x="1" y="386"/>
                  <a:pt x="1" y="868"/>
                </a:cubicBezTo>
                <a:cubicBezTo>
                  <a:pt x="1" y="1318"/>
                  <a:pt x="386" y="1704"/>
                  <a:pt x="869" y="1704"/>
                </a:cubicBezTo>
                <a:cubicBezTo>
                  <a:pt x="1319" y="1704"/>
                  <a:pt x="1704" y="1318"/>
                  <a:pt x="1704" y="868"/>
                </a:cubicBezTo>
                <a:cubicBezTo>
                  <a:pt x="1704" y="386"/>
                  <a:pt x="1319" y="0"/>
                  <a:pt x="86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5" name="Google Shape;135;p5"/>
          <p:cNvSpPr/>
          <p:nvPr/>
        </p:nvSpPr>
        <p:spPr>
          <a:xfrm rot="-4217199">
            <a:off x="12415674" y="1312224"/>
            <a:ext cx="45997" cy="45971"/>
          </a:xfrm>
          <a:custGeom>
            <a:avLst/>
            <a:gdLst/>
            <a:ahLst/>
            <a:cxnLst/>
            <a:rect l="l" t="t" r="r" b="b"/>
            <a:pathLst>
              <a:path w="1705" h="1704" extrusionOk="0">
                <a:moveTo>
                  <a:pt x="837" y="0"/>
                </a:moveTo>
                <a:cubicBezTo>
                  <a:pt x="387" y="0"/>
                  <a:pt x="1" y="386"/>
                  <a:pt x="1" y="836"/>
                </a:cubicBezTo>
                <a:cubicBezTo>
                  <a:pt x="1" y="1318"/>
                  <a:pt x="387" y="1704"/>
                  <a:pt x="837" y="1704"/>
                </a:cubicBezTo>
                <a:cubicBezTo>
                  <a:pt x="1319" y="1704"/>
                  <a:pt x="1705" y="1318"/>
                  <a:pt x="1705" y="836"/>
                </a:cubicBezTo>
                <a:cubicBezTo>
                  <a:pt x="1705" y="386"/>
                  <a:pt x="1319" y="0"/>
                  <a:pt x="83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6" name="Google Shape;136;p5"/>
          <p:cNvSpPr/>
          <p:nvPr/>
        </p:nvSpPr>
        <p:spPr>
          <a:xfrm rot="-4217199">
            <a:off x="9109055" y="-827850"/>
            <a:ext cx="45997" cy="45971"/>
          </a:xfrm>
          <a:custGeom>
            <a:avLst/>
            <a:gdLst/>
            <a:ahLst/>
            <a:cxnLst/>
            <a:rect l="l" t="t" r="r" b="b"/>
            <a:pathLst>
              <a:path w="1705" h="1704" extrusionOk="0">
                <a:moveTo>
                  <a:pt x="837" y="0"/>
                </a:moveTo>
                <a:cubicBezTo>
                  <a:pt x="387" y="0"/>
                  <a:pt x="1" y="386"/>
                  <a:pt x="1" y="868"/>
                </a:cubicBezTo>
                <a:cubicBezTo>
                  <a:pt x="1" y="1318"/>
                  <a:pt x="387" y="1704"/>
                  <a:pt x="837" y="1704"/>
                </a:cubicBezTo>
                <a:cubicBezTo>
                  <a:pt x="1319" y="1704"/>
                  <a:pt x="1704" y="1318"/>
                  <a:pt x="1704" y="868"/>
                </a:cubicBezTo>
                <a:cubicBezTo>
                  <a:pt x="1704" y="386"/>
                  <a:pt x="1319" y="0"/>
                  <a:pt x="83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7" name="Google Shape;137;p5"/>
          <p:cNvSpPr/>
          <p:nvPr/>
        </p:nvSpPr>
        <p:spPr>
          <a:xfrm rot="-4217199">
            <a:off x="9500255" y="-2002707"/>
            <a:ext cx="45971" cy="45133"/>
          </a:xfrm>
          <a:custGeom>
            <a:avLst/>
            <a:gdLst/>
            <a:ahLst/>
            <a:cxnLst/>
            <a:rect l="l" t="t" r="r" b="b"/>
            <a:pathLst>
              <a:path w="1704" h="1673" extrusionOk="0">
                <a:moveTo>
                  <a:pt x="868" y="1"/>
                </a:moveTo>
                <a:cubicBezTo>
                  <a:pt x="386" y="1"/>
                  <a:pt x="0" y="354"/>
                  <a:pt x="0" y="836"/>
                </a:cubicBezTo>
                <a:cubicBezTo>
                  <a:pt x="0" y="1286"/>
                  <a:pt x="386" y="1672"/>
                  <a:pt x="868" y="1672"/>
                </a:cubicBezTo>
                <a:cubicBezTo>
                  <a:pt x="1318" y="1672"/>
                  <a:pt x="1704" y="1286"/>
                  <a:pt x="1704" y="836"/>
                </a:cubicBezTo>
                <a:cubicBezTo>
                  <a:pt x="1704" y="354"/>
                  <a:pt x="1318" y="1"/>
                  <a:pt x="86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8" name="Google Shape;138;p5"/>
          <p:cNvSpPr/>
          <p:nvPr/>
        </p:nvSpPr>
        <p:spPr>
          <a:xfrm rot="-4217199">
            <a:off x="10241403" y="923281"/>
            <a:ext cx="74620" cy="74620"/>
          </a:xfrm>
          <a:custGeom>
            <a:avLst/>
            <a:gdLst/>
            <a:ahLst/>
            <a:cxnLst/>
            <a:rect l="l" t="t" r="r" b="b"/>
            <a:pathLst>
              <a:path w="2766" h="2766" extrusionOk="0">
                <a:moveTo>
                  <a:pt x="1383" y="1"/>
                </a:moveTo>
                <a:cubicBezTo>
                  <a:pt x="644" y="1"/>
                  <a:pt x="1" y="644"/>
                  <a:pt x="1" y="1383"/>
                </a:cubicBezTo>
                <a:cubicBezTo>
                  <a:pt x="1" y="2155"/>
                  <a:pt x="644" y="2765"/>
                  <a:pt x="1383" y="2765"/>
                </a:cubicBezTo>
                <a:cubicBezTo>
                  <a:pt x="2155" y="2765"/>
                  <a:pt x="2765" y="2155"/>
                  <a:pt x="2765" y="1383"/>
                </a:cubicBezTo>
                <a:cubicBezTo>
                  <a:pt x="2765" y="644"/>
                  <a:pt x="2155" y="1"/>
                  <a:pt x="138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9" name="Google Shape;139;p5"/>
          <p:cNvSpPr/>
          <p:nvPr/>
        </p:nvSpPr>
        <p:spPr>
          <a:xfrm rot="-4217199">
            <a:off x="10677536" y="-107537"/>
            <a:ext cx="73731" cy="74593"/>
          </a:xfrm>
          <a:custGeom>
            <a:avLst/>
            <a:gdLst/>
            <a:ahLst/>
            <a:cxnLst/>
            <a:rect l="l" t="t" r="r" b="b"/>
            <a:pathLst>
              <a:path w="2733" h="2765" extrusionOk="0">
                <a:moveTo>
                  <a:pt x="1350" y="0"/>
                </a:moveTo>
                <a:cubicBezTo>
                  <a:pt x="611" y="0"/>
                  <a:pt x="0" y="611"/>
                  <a:pt x="0" y="1383"/>
                </a:cubicBezTo>
                <a:cubicBezTo>
                  <a:pt x="0" y="2122"/>
                  <a:pt x="611" y="2765"/>
                  <a:pt x="1350" y="2765"/>
                </a:cubicBezTo>
                <a:cubicBezTo>
                  <a:pt x="2122" y="2765"/>
                  <a:pt x="2732" y="2122"/>
                  <a:pt x="2732" y="1383"/>
                </a:cubicBezTo>
                <a:cubicBezTo>
                  <a:pt x="2732" y="611"/>
                  <a:pt x="2122" y="0"/>
                  <a:pt x="135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0" name="Google Shape;140;p5"/>
          <p:cNvSpPr/>
          <p:nvPr/>
        </p:nvSpPr>
        <p:spPr>
          <a:xfrm rot="-4217199">
            <a:off x="9202319" y="-1323630"/>
            <a:ext cx="74620" cy="74620"/>
          </a:xfrm>
          <a:custGeom>
            <a:avLst/>
            <a:gdLst/>
            <a:ahLst/>
            <a:cxnLst/>
            <a:rect l="l" t="t" r="r" b="b"/>
            <a:pathLst>
              <a:path w="2766" h="2766" extrusionOk="0">
                <a:moveTo>
                  <a:pt x="1383" y="1"/>
                </a:moveTo>
                <a:cubicBezTo>
                  <a:pt x="644" y="1"/>
                  <a:pt x="1" y="611"/>
                  <a:pt x="1" y="1383"/>
                </a:cubicBezTo>
                <a:cubicBezTo>
                  <a:pt x="1" y="2154"/>
                  <a:pt x="644" y="2765"/>
                  <a:pt x="1383" y="2765"/>
                </a:cubicBezTo>
                <a:cubicBezTo>
                  <a:pt x="2155" y="2765"/>
                  <a:pt x="2765" y="2154"/>
                  <a:pt x="2765" y="1383"/>
                </a:cubicBezTo>
                <a:cubicBezTo>
                  <a:pt x="2765" y="611"/>
                  <a:pt x="2155" y="1"/>
                  <a:pt x="138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1" name="Google Shape;141;p5"/>
          <p:cNvSpPr/>
          <p:nvPr/>
        </p:nvSpPr>
        <p:spPr>
          <a:xfrm rot="-4217199">
            <a:off x="12068397" y="-908826"/>
            <a:ext cx="74593" cy="73731"/>
          </a:xfrm>
          <a:custGeom>
            <a:avLst/>
            <a:gdLst/>
            <a:ahLst/>
            <a:cxnLst/>
            <a:rect l="l" t="t" r="r" b="b"/>
            <a:pathLst>
              <a:path w="2765" h="2733" extrusionOk="0">
                <a:moveTo>
                  <a:pt x="1382" y="1"/>
                </a:moveTo>
                <a:cubicBezTo>
                  <a:pt x="611" y="1"/>
                  <a:pt x="0" y="611"/>
                  <a:pt x="0" y="1383"/>
                </a:cubicBezTo>
                <a:cubicBezTo>
                  <a:pt x="0" y="2122"/>
                  <a:pt x="611" y="2733"/>
                  <a:pt x="1382" y="2733"/>
                </a:cubicBezTo>
                <a:cubicBezTo>
                  <a:pt x="2122" y="2733"/>
                  <a:pt x="2764" y="2122"/>
                  <a:pt x="2764" y="1383"/>
                </a:cubicBezTo>
                <a:cubicBezTo>
                  <a:pt x="2764" y="611"/>
                  <a:pt x="2122" y="1"/>
                  <a:pt x="138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2" name="Google Shape;142;p5"/>
          <p:cNvSpPr/>
          <p:nvPr/>
        </p:nvSpPr>
        <p:spPr>
          <a:xfrm rot="-4217199">
            <a:off x="12480073" y="2104475"/>
            <a:ext cx="74593" cy="73731"/>
          </a:xfrm>
          <a:custGeom>
            <a:avLst/>
            <a:gdLst/>
            <a:ahLst/>
            <a:cxnLst/>
            <a:rect l="l" t="t" r="r" b="b"/>
            <a:pathLst>
              <a:path w="2765" h="2733" extrusionOk="0">
                <a:moveTo>
                  <a:pt x="1383" y="1"/>
                </a:moveTo>
                <a:cubicBezTo>
                  <a:pt x="611" y="1"/>
                  <a:pt x="1" y="611"/>
                  <a:pt x="1" y="1383"/>
                </a:cubicBezTo>
                <a:cubicBezTo>
                  <a:pt x="1" y="2122"/>
                  <a:pt x="611" y="2733"/>
                  <a:pt x="1383" y="2733"/>
                </a:cubicBezTo>
                <a:cubicBezTo>
                  <a:pt x="2122" y="2733"/>
                  <a:pt x="2765" y="2122"/>
                  <a:pt x="2765" y="1383"/>
                </a:cubicBezTo>
                <a:cubicBezTo>
                  <a:pt x="2765" y="611"/>
                  <a:pt x="2122" y="1"/>
                  <a:pt x="138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3" name="Google Shape;143;p5"/>
          <p:cNvSpPr/>
          <p:nvPr/>
        </p:nvSpPr>
        <p:spPr>
          <a:xfrm rot="-4217199">
            <a:off x="12791923" y="869941"/>
            <a:ext cx="74620" cy="74593"/>
          </a:xfrm>
          <a:custGeom>
            <a:avLst/>
            <a:gdLst/>
            <a:ahLst/>
            <a:cxnLst/>
            <a:rect l="l" t="t" r="r" b="b"/>
            <a:pathLst>
              <a:path w="2766" h="2765" extrusionOk="0">
                <a:moveTo>
                  <a:pt x="1383" y="0"/>
                </a:moveTo>
                <a:cubicBezTo>
                  <a:pt x="611" y="0"/>
                  <a:pt x="1" y="611"/>
                  <a:pt x="1" y="1382"/>
                </a:cubicBezTo>
                <a:cubicBezTo>
                  <a:pt x="1" y="2154"/>
                  <a:pt x="611" y="2764"/>
                  <a:pt x="1383" y="2764"/>
                </a:cubicBezTo>
                <a:cubicBezTo>
                  <a:pt x="2122" y="2764"/>
                  <a:pt x="2765" y="2154"/>
                  <a:pt x="2765" y="1382"/>
                </a:cubicBezTo>
                <a:cubicBezTo>
                  <a:pt x="2765" y="611"/>
                  <a:pt x="2122" y="0"/>
                  <a:pt x="138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4" name="Google Shape;144;p5"/>
          <p:cNvSpPr/>
          <p:nvPr/>
        </p:nvSpPr>
        <p:spPr>
          <a:xfrm rot="-4217199">
            <a:off x="11258935" y="1145836"/>
            <a:ext cx="73731" cy="73731"/>
          </a:xfrm>
          <a:custGeom>
            <a:avLst/>
            <a:gdLst/>
            <a:ahLst/>
            <a:cxnLst/>
            <a:rect l="l" t="t" r="r" b="b"/>
            <a:pathLst>
              <a:path w="2733" h="2733" extrusionOk="0">
                <a:moveTo>
                  <a:pt x="1383" y="0"/>
                </a:moveTo>
                <a:cubicBezTo>
                  <a:pt x="611" y="0"/>
                  <a:pt x="0" y="611"/>
                  <a:pt x="0" y="1382"/>
                </a:cubicBezTo>
                <a:cubicBezTo>
                  <a:pt x="0" y="2122"/>
                  <a:pt x="611" y="2732"/>
                  <a:pt x="1383" y="2732"/>
                </a:cubicBezTo>
                <a:cubicBezTo>
                  <a:pt x="2122" y="2732"/>
                  <a:pt x="2733" y="2122"/>
                  <a:pt x="2733" y="1382"/>
                </a:cubicBezTo>
                <a:cubicBezTo>
                  <a:pt x="2733" y="611"/>
                  <a:pt x="2122" y="0"/>
                  <a:pt x="138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5" name="Google Shape;145;p5"/>
          <p:cNvSpPr/>
          <p:nvPr/>
        </p:nvSpPr>
        <p:spPr>
          <a:xfrm rot="-4217199">
            <a:off x="10498308" y="-2106226"/>
            <a:ext cx="73731" cy="74620"/>
          </a:xfrm>
          <a:custGeom>
            <a:avLst/>
            <a:gdLst/>
            <a:ahLst/>
            <a:cxnLst/>
            <a:rect l="l" t="t" r="r" b="b"/>
            <a:pathLst>
              <a:path w="2733" h="2766" extrusionOk="0">
                <a:moveTo>
                  <a:pt x="1351" y="1"/>
                </a:moveTo>
                <a:cubicBezTo>
                  <a:pt x="611" y="1"/>
                  <a:pt x="1" y="644"/>
                  <a:pt x="1" y="1383"/>
                </a:cubicBezTo>
                <a:cubicBezTo>
                  <a:pt x="1" y="2155"/>
                  <a:pt x="611" y="2765"/>
                  <a:pt x="1351" y="2765"/>
                </a:cubicBezTo>
                <a:cubicBezTo>
                  <a:pt x="2122" y="2765"/>
                  <a:pt x="2733" y="2155"/>
                  <a:pt x="2733" y="1383"/>
                </a:cubicBezTo>
                <a:cubicBezTo>
                  <a:pt x="2733" y="644"/>
                  <a:pt x="2122" y="1"/>
                  <a:pt x="135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6" name="Google Shape;146;p5"/>
          <p:cNvSpPr/>
          <p:nvPr/>
        </p:nvSpPr>
        <p:spPr>
          <a:xfrm rot="-4217199">
            <a:off x="10359840" y="-966782"/>
            <a:ext cx="97147" cy="97147"/>
          </a:xfrm>
          <a:custGeom>
            <a:avLst/>
            <a:gdLst/>
            <a:ahLst/>
            <a:cxnLst/>
            <a:rect l="l" t="t" r="r" b="b"/>
            <a:pathLst>
              <a:path w="3601" h="3601" extrusionOk="0">
                <a:moveTo>
                  <a:pt x="1800" y="1"/>
                </a:moveTo>
                <a:cubicBezTo>
                  <a:pt x="804" y="1"/>
                  <a:pt x="0" y="804"/>
                  <a:pt x="0" y="1801"/>
                </a:cubicBezTo>
                <a:cubicBezTo>
                  <a:pt x="0" y="2797"/>
                  <a:pt x="804" y="3601"/>
                  <a:pt x="1800" y="3601"/>
                </a:cubicBezTo>
                <a:cubicBezTo>
                  <a:pt x="2797" y="3601"/>
                  <a:pt x="3600" y="2797"/>
                  <a:pt x="3600" y="1801"/>
                </a:cubicBezTo>
                <a:cubicBezTo>
                  <a:pt x="3600" y="804"/>
                  <a:pt x="2797" y="1"/>
                  <a:pt x="18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7" name="Google Shape;147;p5"/>
          <p:cNvSpPr/>
          <p:nvPr/>
        </p:nvSpPr>
        <p:spPr>
          <a:xfrm rot="-4217199">
            <a:off x="12843156" y="-290488"/>
            <a:ext cx="98011" cy="98011"/>
          </a:xfrm>
          <a:custGeom>
            <a:avLst/>
            <a:gdLst/>
            <a:ahLst/>
            <a:cxnLst/>
            <a:rect l="l" t="t" r="r" b="b"/>
            <a:pathLst>
              <a:path w="3633" h="3633" extrusionOk="0">
                <a:moveTo>
                  <a:pt x="1801" y="0"/>
                </a:moveTo>
                <a:cubicBezTo>
                  <a:pt x="804" y="0"/>
                  <a:pt x="0" y="804"/>
                  <a:pt x="0" y="1800"/>
                </a:cubicBezTo>
                <a:cubicBezTo>
                  <a:pt x="0" y="2829"/>
                  <a:pt x="804" y="3633"/>
                  <a:pt x="1801" y="3633"/>
                </a:cubicBezTo>
                <a:cubicBezTo>
                  <a:pt x="2797" y="3633"/>
                  <a:pt x="3633" y="2829"/>
                  <a:pt x="3633" y="1800"/>
                </a:cubicBezTo>
                <a:cubicBezTo>
                  <a:pt x="3633" y="804"/>
                  <a:pt x="2797" y="0"/>
                  <a:pt x="180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8" name="Google Shape;148;p5"/>
          <p:cNvSpPr/>
          <p:nvPr/>
        </p:nvSpPr>
        <p:spPr>
          <a:xfrm rot="-4217199">
            <a:off x="12345776" y="187909"/>
            <a:ext cx="97147" cy="97147"/>
          </a:xfrm>
          <a:custGeom>
            <a:avLst/>
            <a:gdLst/>
            <a:ahLst/>
            <a:cxnLst/>
            <a:rect l="l" t="t" r="r" b="b"/>
            <a:pathLst>
              <a:path w="3601" h="3601" extrusionOk="0">
                <a:moveTo>
                  <a:pt x="1801" y="0"/>
                </a:moveTo>
                <a:cubicBezTo>
                  <a:pt x="804" y="0"/>
                  <a:pt x="1" y="804"/>
                  <a:pt x="1" y="1800"/>
                </a:cubicBezTo>
                <a:cubicBezTo>
                  <a:pt x="1" y="2797"/>
                  <a:pt x="804" y="3600"/>
                  <a:pt x="1801" y="3600"/>
                </a:cubicBezTo>
                <a:cubicBezTo>
                  <a:pt x="2797" y="3600"/>
                  <a:pt x="3601" y="2797"/>
                  <a:pt x="3601" y="1800"/>
                </a:cubicBezTo>
                <a:cubicBezTo>
                  <a:pt x="3601" y="804"/>
                  <a:pt x="2797" y="0"/>
                  <a:pt x="180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9" name="Google Shape;149;p5"/>
          <p:cNvSpPr/>
          <p:nvPr/>
        </p:nvSpPr>
        <p:spPr>
          <a:xfrm rot="-4217199">
            <a:off x="11744705" y="2046708"/>
            <a:ext cx="98011" cy="97147"/>
          </a:xfrm>
          <a:custGeom>
            <a:avLst/>
            <a:gdLst/>
            <a:ahLst/>
            <a:cxnLst/>
            <a:rect l="l" t="t" r="r" b="b"/>
            <a:pathLst>
              <a:path w="3633" h="3601" extrusionOk="0">
                <a:moveTo>
                  <a:pt x="1800" y="0"/>
                </a:moveTo>
                <a:cubicBezTo>
                  <a:pt x="804" y="0"/>
                  <a:pt x="0" y="804"/>
                  <a:pt x="0" y="1801"/>
                </a:cubicBezTo>
                <a:cubicBezTo>
                  <a:pt x="0" y="2797"/>
                  <a:pt x="804" y="3601"/>
                  <a:pt x="1800" y="3601"/>
                </a:cubicBezTo>
                <a:cubicBezTo>
                  <a:pt x="2797" y="3601"/>
                  <a:pt x="3632" y="2797"/>
                  <a:pt x="3632" y="1801"/>
                </a:cubicBezTo>
                <a:cubicBezTo>
                  <a:pt x="3632" y="804"/>
                  <a:pt x="2797" y="0"/>
                  <a:pt x="18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0" name="Google Shape;150;p5"/>
          <p:cNvSpPr/>
          <p:nvPr/>
        </p:nvSpPr>
        <p:spPr>
          <a:xfrm rot="-4217199">
            <a:off x="13079521" y="1452749"/>
            <a:ext cx="98011" cy="97147"/>
          </a:xfrm>
          <a:custGeom>
            <a:avLst/>
            <a:gdLst/>
            <a:ahLst/>
            <a:cxnLst/>
            <a:rect l="l" t="t" r="r" b="b"/>
            <a:pathLst>
              <a:path w="3633" h="3601" extrusionOk="0">
                <a:moveTo>
                  <a:pt x="1800" y="0"/>
                </a:moveTo>
                <a:cubicBezTo>
                  <a:pt x="804" y="0"/>
                  <a:pt x="0" y="804"/>
                  <a:pt x="0" y="1801"/>
                </a:cubicBezTo>
                <a:cubicBezTo>
                  <a:pt x="0" y="2797"/>
                  <a:pt x="804" y="3601"/>
                  <a:pt x="1800" y="3601"/>
                </a:cubicBezTo>
                <a:cubicBezTo>
                  <a:pt x="2797" y="3601"/>
                  <a:pt x="3633" y="2797"/>
                  <a:pt x="3633" y="1801"/>
                </a:cubicBezTo>
                <a:cubicBezTo>
                  <a:pt x="3633" y="804"/>
                  <a:pt x="2797" y="0"/>
                  <a:pt x="18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1" name="Google Shape;151;p5"/>
          <p:cNvSpPr/>
          <p:nvPr/>
        </p:nvSpPr>
        <p:spPr>
          <a:xfrm rot="-4217199">
            <a:off x="13303016" y="367107"/>
            <a:ext cx="98011" cy="98011"/>
          </a:xfrm>
          <a:custGeom>
            <a:avLst/>
            <a:gdLst/>
            <a:ahLst/>
            <a:cxnLst/>
            <a:rect l="l" t="t" r="r" b="b"/>
            <a:pathLst>
              <a:path w="3633" h="3633" extrusionOk="0">
                <a:moveTo>
                  <a:pt x="1832" y="0"/>
                </a:moveTo>
                <a:cubicBezTo>
                  <a:pt x="836" y="0"/>
                  <a:pt x="0" y="804"/>
                  <a:pt x="0" y="1833"/>
                </a:cubicBezTo>
                <a:cubicBezTo>
                  <a:pt x="0" y="2829"/>
                  <a:pt x="836" y="3633"/>
                  <a:pt x="1832" y="3633"/>
                </a:cubicBezTo>
                <a:cubicBezTo>
                  <a:pt x="2829" y="3633"/>
                  <a:pt x="3632" y="2829"/>
                  <a:pt x="3632" y="1833"/>
                </a:cubicBezTo>
                <a:cubicBezTo>
                  <a:pt x="3632" y="804"/>
                  <a:pt x="2829" y="0"/>
                  <a:pt x="18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2" name="Google Shape;152;p5"/>
          <p:cNvSpPr/>
          <p:nvPr/>
        </p:nvSpPr>
        <p:spPr>
          <a:xfrm rot="-4217199">
            <a:off x="11570471" y="341217"/>
            <a:ext cx="97173" cy="97147"/>
          </a:xfrm>
          <a:custGeom>
            <a:avLst/>
            <a:gdLst/>
            <a:ahLst/>
            <a:cxnLst/>
            <a:rect l="l" t="t" r="r" b="b"/>
            <a:pathLst>
              <a:path w="3602" h="3601" extrusionOk="0">
                <a:moveTo>
                  <a:pt x="1801" y="0"/>
                </a:moveTo>
                <a:cubicBezTo>
                  <a:pt x="805" y="0"/>
                  <a:pt x="1" y="804"/>
                  <a:pt x="1" y="1800"/>
                </a:cubicBezTo>
                <a:cubicBezTo>
                  <a:pt x="1" y="2797"/>
                  <a:pt x="805" y="3600"/>
                  <a:pt x="1801" y="3600"/>
                </a:cubicBezTo>
                <a:cubicBezTo>
                  <a:pt x="2797" y="3600"/>
                  <a:pt x="3601" y="2797"/>
                  <a:pt x="3601" y="1800"/>
                </a:cubicBezTo>
                <a:cubicBezTo>
                  <a:pt x="3601" y="804"/>
                  <a:pt x="2797" y="0"/>
                  <a:pt x="180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3" name="Google Shape;153;p5"/>
          <p:cNvSpPr/>
          <p:nvPr/>
        </p:nvSpPr>
        <p:spPr>
          <a:xfrm rot="-4217199">
            <a:off x="9642739" y="112462"/>
            <a:ext cx="97147" cy="98037"/>
          </a:xfrm>
          <a:custGeom>
            <a:avLst/>
            <a:gdLst/>
            <a:ahLst/>
            <a:cxnLst/>
            <a:rect l="l" t="t" r="r" b="b"/>
            <a:pathLst>
              <a:path w="3601" h="3634" extrusionOk="0">
                <a:moveTo>
                  <a:pt x="1800" y="1"/>
                </a:moveTo>
                <a:cubicBezTo>
                  <a:pt x="804" y="1"/>
                  <a:pt x="0" y="837"/>
                  <a:pt x="0" y="1833"/>
                </a:cubicBezTo>
                <a:cubicBezTo>
                  <a:pt x="0" y="2830"/>
                  <a:pt x="804" y="3633"/>
                  <a:pt x="1800" y="3633"/>
                </a:cubicBezTo>
                <a:cubicBezTo>
                  <a:pt x="2797" y="3633"/>
                  <a:pt x="3601" y="2830"/>
                  <a:pt x="3601" y="1833"/>
                </a:cubicBezTo>
                <a:cubicBezTo>
                  <a:pt x="3601" y="837"/>
                  <a:pt x="2797" y="1"/>
                  <a:pt x="18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54" name="Google Shape;154;p5"/>
          <p:cNvCxnSpPr/>
          <p:nvPr/>
        </p:nvCxnSpPr>
        <p:spPr>
          <a:xfrm flipH="1">
            <a:off x="11295200" y="247767"/>
            <a:ext cx="1122000" cy="9296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" name="Google Shape;155;p5"/>
          <p:cNvCxnSpPr/>
          <p:nvPr/>
        </p:nvCxnSpPr>
        <p:spPr>
          <a:xfrm>
            <a:off x="12402767" y="226633"/>
            <a:ext cx="433200" cy="6912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098885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cxnSp>
        <p:nvCxnSpPr>
          <p:cNvPr id="158" name="Google Shape;158;p6"/>
          <p:cNvCxnSpPr/>
          <p:nvPr/>
        </p:nvCxnSpPr>
        <p:spPr>
          <a:xfrm rot="10800000">
            <a:off x="10124167" y="-38100"/>
            <a:ext cx="908400" cy="8452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59" name="Google Shape;159;p6"/>
          <p:cNvGrpSpPr/>
          <p:nvPr/>
        </p:nvGrpSpPr>
        <p:grpSpPr>
          <a:xfrm rot="-891035">
            <a:off x="10694086" y="101413"/>
            <a:ext cx="1237236" cy="671301"/>
            <a:chOff x="3176988" y="6051975"/>
            <a:chExt cx="927925" cy="503475"/>
          </a:xfrm>
        </p:grpSpPr>
        <p:sp>
          <p:nvSpPr>
            <p:cNvPr id="160" name="Google Shape;160;p6"/>
            <p:cNvSpPr/>
            <p:nvPr/>
          </p:nvSpPr>
          <p:spPr>
            <a:xfrm>
              <a:off x="3198538" y="6072725"/>
              <a:ext cx="893625" cy="472350"/>
            </a:xfrm>
            <a:custGeom>
              <a:avLst/>
              <a:gdLst/>
              <a:ahLst/>
              <a:cxnLst/>
              <a:rect l="l" t="t" r="r" b="b"/>
              <a:pathLst>
                <a:path w="35745" h="18894" fill="none" extrusionOk="0">
                  <a:moveTo>
                    <a:pt x="0" y="1"/>
                  </a:moveTo>
                  <a:lnTo>
                    <a:pt x="6862" y="17809"/>
                  </a:lnTo>
                  <a:lnTo>
                    <a:pt x="35744" y="18894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319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" name="Google Shape;161;p6"/>
            <p:cNvSpPr/>
            <p:nvPr/>
          </p:nvSpPr>
          <p:spPr>
            <a:xfrm>
              <a:off x="4079363" y="6529900"/>
              <a:ext cx="25550" cy="25550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1022" y="511"/>
                  </a:moveTo>
                  <a:cubicBezTo>
                    <a:pt x="1022" y="798"/>
                    <a:pt x="798" y="1022"/>
                    <a:pt x="511" y="1022"/>
                  </a:cubicBezTo>
                  <a:cubicBezTo>
                    <a:pt x="224" y="1022"/>
                    <a:pt x="0" y="798"/>
                    <a:pt x="0" y="511"/>
                  </a:cubicBezTo>
                  <a:cubicBezTo>
                    <a:pt x="0" y="224"/>
                    <a:pt x="224" y="1"/>
                    <a:pt x="511" y="1"/>
                  </a:cubicBezTo>
                  <a:cubicBezTo>
                    <a:pt x="798" y="1"/>
                    <a:pt x="1022" y="224"/>
                    <a:pt x="1022" y="51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" name="Google Shape;162;p6"/>
            <p:cNvSpPr/>
            <p:nvPr/>
          </p:nvSpPr>
          <p:spPr>
            <a:xfrm>
              <a:off x="3176988" y="6051975"/>
              <a:ext cx="42300" cy="42325"/>
            </a:xfrm>
            <a:custGeom>
              <a:avLst/>
              <a:gdLst/>
              <a:ahLst/>
              <a:cxnLst/>
              <a:rect l="l" t="t" r="r" b="b"/>
              <a:pathLst>
                <a:path w="1692" h="1693" extrusionOk="0">
                  <a:moveTo>
                    <a:pt x="1692" y="831"/>
                  </a:moveTo>
                  <a:cubicBezTo>
                    <a:pt x="1692" y="1309"/>
                    <a:pt x="1309" y="1692"/>
                    <a:pt x="862" y="1692"/>
                  </a:cubicBezTo>
                  <a:cubicBezTo>
                    <a:pt x="383" y="1692"/>
                    <a:pt x="0" y="1309"/>
                    <a:pt x="0" y="831"/>
                  </a:cubicBezTo>
                  <a:cubicBezTo>
                    <a:pt x="0" y="384"/>
                    <a:pt x="383" y="1"/>
                    <a:pt x="862" y="1"/>
                  </a:cubicBezTo>
                  <a:cubicBezTo>
                    <a:pt x="1309" y="1"/>
                    <a:pt x="1692" y="384"/>
                    <a:pt x="1692" y="83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" name="Google Shape;163;p6"/>
            <p:cNvSpPr/>
            <p:nvPr/>
          </p:nvSpPr>
          <p:spPr>
            <a:xfrm>
              <a:off x="3354113" y="6491600"/>
              <a:ext cx="42300" cy="42325"/>
            </a:xfrm>
            <a:custGeom>
              <a:avLst/>
              <a:gdLst/>
              <a:ahLst/>
              <a:cxnLst/>
              <a:rect l="l" t="t" r="r" b="b"/>
              <a:pathLst>
                <a:path w="1692" h="1693" extrusionOk="0">
                  <a:moveTo>
                    <a:pt x="1692" y="830"/>
                  </a:moveTo>
                  <a:cubicBezTo>
                    <a:pt x="1692" y="1309"/>
                    <a:pt x="1309" y="1692"/>
                    <a:pt x="862" y="1692"/>
                  </a:cubicBezTo>
                  <a:cubicBezTo>
                    <a:pt x="383" y="1692"/>
                    <a:pt x="0" y="1309"/>
                    <a:pt x="0" y="830"/>
                  </a:cubicBezTo>
                  <a:cubicBezTo>
                    <a:pt x="0" y="384"/>
                    <a:pt x="383" y="1"/>
                    <a:pt x="862" y="1"/>
                  </a:cubicBezTo>
                  <a:cubicBezTo>
                    <a:pt x="1309" y="1"/>
                    <a:pt x="1692" y="384"/>
                    <a:pt x="1692" y="83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64" name="Google Shape;164;p6"/>
          <p:cNvGrpSpPr/>
          <p:nvPr/>
        </p:nvGrpSpPr>
        <p:grpSpPr>
          <a:xfrm rot="-2257478">
            <a:off x="11046624" y="576702"/>
            <a:ext cx="1341373" cy="1203660"/>
            <a:chOff x="7450975" y="7791850"/>
            <a:chExt cx="683775" cy="613575"/>
          </a:xfrm>
        </p:grpSpPr>
        <p:sp>
          <p:nvSpPr>
            <p:cNvPr id="165" name="Google Shape;165;p6"/>
            <p:cNvSpPr/>
            <p:nvPr/>
          </p:nvSpPr>
          <p:spPr>
            <a:xfrm>
              <a:off x="7461350" y="7807000"/>
              <a:ext cx="657450" cy="597625"/>
            </a:xfrm>
            <a:custGeom>
              <a:avLst/>
              <a:gdLst/>
              <a:ahLst/>
              <a:cxnLst/>
              <a:rect l="l" t="t" r="r" b="b"/>
              <a:pathLst>
                <a:path w="26298" h="23905" fill="none" extrusionOk="0">
                  <a:moveTo>
                    <a:pt x="26297" y="0"/>
                  </a:moveTo>
                  <a:lnTo>
                    <a:pt x="22212" y="11841"/>
                  </a:lnTo>
                  <a:lnTo>
                    <a:pt x="18223" y="16947"/>
                  </a:lnTo>
                  <a:lnTo>
                    <a:pt x="14361" y="14777"/>
                  </a:lnTo>
                  <a:cubicBezTo>
                    <a:pt x="14361" y="14777"/>
                    <a:pt x="6255" y="23904"/>
                    <a:pt x="6000" y="23553"/>
                  </a:cubicBezTo>
                  <a:cubicBezTo>
                    <a:pt x="5745" y="23234"/>
                    <a:pt x="0" y="13883"/>
                    <a:pt x="0" y="13883"/>
                  </a:cubicBezTo>
                  <a:lnTo>
                    <a:pt x="5777" y="2873"/>
                  </a:lnTo>
                  <a:lnTo>
                    <a:pt x="14361" y="14777"/>
                  </a:lnTo>
                  <a:lnTo>
                    <a:pt x="0" y="1388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319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" name="Google Shape;166;p6"/>
            <p:cNvSpPr/>
            <p:nvPr/>
          </p:nvSpPr>
          <p:spPr>
            <a:xfrm>
              <a:off x="7820375" y="8103000"/>
              <a:ext cx="196300" cy="73425"/>
            </a:xfrm>
            <a:custGeom>
              <a:avLst/>
              <a:gdLst/>
              <a:ahLst/>
              <a:cxnLst/>
              <a:rect l="l" t="t" r="r" b="b"/>
              <a:pathLst>
                <a:path w="7852" h="2937" fill="none" extrusionOk="0">
                  <a:moveTo>
                    <a:pt x="7851" y="1"/>
                  </a:moveTo>
                  <a:lnTo>
                    <a:pt x="0" y="2937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319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" name="Google Shape;167;p6"/>
            <p:cNvSpPr/>
            <p:nvPr/>
          </p:nvSpPr>
          <p:spPr>
            <a:xfrm>
              <a:off x="7450975" y="8142100"/>
              <a:ext cx="25550" cy="25550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1021" y="511"/>
                  </a:moveTo>
                  <a:cubicBezTo>
                    <a:pt x="1021" y="798"/>
                    <a:pt x="766" y="1022"/>
                    <a:pt x="511" y="1022"/>
                  </a:cubicBezTo>
                  <a:cubicBezTo>
                    <a:pt x="224" y="1022"/>
                    <a:pt x="0" y="798"/>
                    <a:pt x="0" y="511"/>
                  </a:cubicBezTo>
                  <a:cubicBezTo>
                    <a:pt x="0" y="224"/>
                    <a:pt x="224" y="0"/>
                    <a:pt x="511" y="0"/>
                  </a:cubicBezTo>
                  <a:cubicBezTo>
                    <a:pt x="766" y="0"/>
                    <a:pt x="1021" y="224"/>
                    <a:pt x="1021" y="51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" name="Google Shape;168;p6"/>
            <p:cNvSpPr/>
            <p:nvPr/>
          </p:nvSpPr>
          <p:spPr>
            <a:xfrm>
              <a:off x="7600175" y="8379850"/>
              <a:ext cx="25550" cy="25575"/>
            </a:xfrm>
            <a:custGeom>
              <a:avLst/>
              <a:gdLst/>
              <a:ahLst/>
              <a:cxnLst/>
              <a:rect l="l" t="t" r="r" b="b"/>
              <a:pathLst>
                <a:path w="1022" h="1023" extrusionOk="0">
                  <a:moveTo>
                    <a:pt x="1021" y="512"/>
                  </a:moveTo>
                  <a:cubicBezTo>
                    <a:pt x="1021" y="799"/>
                    <a:pt x="798" y="1022"/>
                    <a:pt x="511" y="1022"/>
                  </a:cubicBezTo>
                  <a:cubicBezTo>
                    <a:pt x="224" y="1022"/>
                    <a:pt x="0" y="799"/>
                    <a:pt x="0" y="512"/>
                  </a:cubicBezTo>
                  <a:cubicBezTo>
                    <a:pt x="0" y="224"/>
                    <a:pt x="224" y="1"/>
                    <a:pt x="511" y="1"/>
                  </a:cubicBezTo>
                  <a:cubicBezTo>
                    <a:pt x="798" y="1"/>
                    <a:pt x="1021" y="224"/>
                    <a:pt x="1021" y="5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" name="Google Shape;169;p6"/>
            <p:cNvSpPr/>
            <p:nvPr/>
          </p:nvSpPr>
          <p:spPr>
            <a:xfrm>
              <a:off x="7808400" y="8162850"/>
              <a:ext cx="25575" cy="25550"/>
            </a:xfrm>
            <a:custGeom>
              <a:avLst/>
              <a:gdLst/>
              <a:ahLst/>
              <a:cxnLst/>
              <a:rect l="l" t="t" r="r" b="b"/>
              <a:pathLst>
                <a:path w="1023" h="1022" extrusionOk="0">
                  <a:moveTo>
                    <a:pt x="1022" y="511"/>
                  </a:moveTo>
                  <a:cubicBezTo>
                    <a:pt x="1022" y="766"/>
                    <a:pt x="799" y="1022"/>
                    <a:pt x="511" y="1022"/>
                  </a:cubicBezTo>
                  <a:cubicBezTo>
                    <a:pt x="224" y="1022"/>
                    <a:pt x="1" y="766"/>
                    <a:pt x="1" y="511"/>
                  </a:cubicBezTo>
                  <a:cubicBezTo>
                    <a:pt x="1" y="224"/>
                    <a:pt x="224" y="0"/>
                    <a:pt x="511" y="0"/>
                  </a:cubicBezTo>
                  <a:cubicBezTo>
                    <a:pt x="799" y="0"/>
                    <a:pt x="1022" y="224"/>
                    <a:pt x="1022" y="51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0" name="Google Shape;170;p6"/>
            <p:cNvSpPr/>
            <p:nvPr/>
          </p:nvSpPr>
          <p:spPr>
            <a:xfrm>
              <a:off x="8109200" y="7791850"/>
              <a:ext cx="25550" cy="25550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1022" y="511"/>
                  </a:moveTo>
                  <a:cubicBezTo>
                    <a:pt x="1022" y="798"/>
                    <a:pt x="798" y="1021"/>
                    <a:pt x="511" y="1021"/>
                  </a:cubicBezTo>
                  <a:cubicBezTo>
                    <a:pt x="224" y="1021"/>
                    <a:pt x="0" y="798"/>
                    <a:pt x="0" y="511"/>
                  </a:cubicBezTo>
                  <a:cubicBezTo>
                    <a:pt x="0" y="223"/>
                    <a:pt x="224" y="0"/>
                    <a:pt x="511" y="0"/>
                  </a:cubicBezTo>
                  <a:cubicBezTo>
                    <a:pt x="798" y="0"/>
                    <a:pt x="1022" y="223"/>
                    <a:pt x="1022" y="51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" name="Google Shape;171;p6"/>
            <p:cNvSpPr/>
            <p:nvPr/>
          </p:nvSpPr>
          <p:spPr>
            <a:xfrm>
              <a:off x="7904150" y="8217900"/>
              <a:ext cx="25550" cy="25550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1022" y="511"/>
                  </a:moveTo>
                  <a:cubicBezTo>
                    <a:pt x="1022" y="798"/>
                    <a:pt x="798" y="1022"/>
                    <a:pt x="511" y="1022"/>
                  </a:cubicBezTo>
                  <a:cubicBezTo>
                    <a:pt x="224" y="1022"/>
                    <a:pt x="0" y="798"/>
                    <a:pt x="0" y="511"/>
                  </a:cubicBezTo>
                  <a:cubicBezTo>
                    <a:pt x="0" y="224"/>
                    <a:pt x="224" y="0"/>
                    <a:pt x="511" y="0"/>
                  </a:cubicBezTo>
                  <a:cubicBezTo>
                    <a:pt x="798" y="0"/>
                    <a:pt x="1022" y="224"/>
                    <a:pt x="1022" y="51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" name="Google Shape;172;p6"/>
            <p:cNvSpPr/>
            <p:nvPr/>
          </p:nvSpPr>
          <p:spPr>
            <a:xfrm>
              <a:off x="7586600" y="7861250"/>
              <a:ext cx="42325" cy="43100"/>
            </a:xfrm>
            <a:custGeom>
              <a:avLst/>
              <a:gdLst/>
              <a:ahLst/>
              <a:cxnLst/>
              <a:rect l="l" t="t" r="r" b="b"/>
              <a:pathLst>
                <a:path w="1693" h="1724" extrusionOk="0">
                  <a:moveTo>
                    <a:pt x="1692" y="862"/>
                  </a:moveTo>
                  <a:cubicBezTo>
                    <a:pt x="1692" y="1341"/>
                    <a:pt x="1309" y="1724"/>
                    <a:pt x="830" y="1724"/>
                  </a:cubicBezTo>
                  <a:cubicBezTo>
                    <a:pt x="352" y="1724"/>
                    <a:pt x="1" y="1341"/>
                    <a:pt x="1" y="862"/>
                  </a:cubicBezTo>
                  <a:cubicBezTo>
                    <a:pt x="1" y="384"/>
                    <a:pt x="352" y="1"/>
                    <a:pt x="830" y="1"/>
                  </a:cubicBezTo>
                  <a:cubicBezTo>
                    <a:pt x="1309" y="1"/>
                    <a:pt x="1692" y="384"/>
                    <a:pt x="1692" y="86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" name="Google Shape;173;p6"/>
            <p:cNvSpPr/>
            <p:nvPr/>
          </p:nvSpPr>
          <p:spPr>
            <a:xfrm>
              <a:off x="7995100" y="8075075"/>
              <a:ext cx="42325" cy="43125"/>
            </a:xfrm>
            <a:custGeom>
              <a:avLst/>
              <a:gdLst/>
              <a:ahLst/>
              <a:cxnLst/>
              <a:rect l="l" t="t" r="r" b="b"/>
              <a:pathLst>
                <a:path w="1693" h="1725" extrusionOk="0">
                  <a:moveTo>
                    <a:pt x="1692" y="862"/>
                  </a:moveTo>
                  <a:cubicBezTo>
                    <a:pt x="1692" y="1341"/>
                    <a:pt x="1309" y="1724"/>
                    <a:pt x="830" y="1724"/>
                  </a:cubicBezTo>
                  <a:cubicBezTo>
                    <a:pt x="384" y="1724"/>
                    <a:pt x="1" y="1341"/>
                    <a:pt x="1" y="862"/>
                  </a:cubicBezTo>
                  <a:cubicBezTo>
                    <a:pt x="1" y="384"/>
                    <a:pt x="384" y="1"/>
                    <a:pt x="830" y="1"/>
                  </a:cubicBezTo>
                  <a:cubicBezTo>
                    <a:pt x="1309" y="1"/>
                    <a:pt x="1692" y="384"/>
                    <a:pt x="1692" y="86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cxnSp>
        <p:nvCxnSpPr>
          <p:cNvPr id="174" name="Google Shape;174;p6"/>
          <p:cNvCxnSpPr/>
          <p:nvPr/>
        </p:nvCxnSpPr>
        <p:spPr>
          <a:xfrm rot="10800000">
            <a:off x="10679400" y="307267"/>
            <a:ext cx="1391600" cy="6128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5" name="Google Shape;175;p6"/>
          <p:cNvSpPr/>
          <p:nvPr/>
        </p:nvSpPr>
        <p:spPr>
          <a:xfrm rot="-2257478">
            <a:off x="10615571" y="253914"/>
            <a:ext cx="83029" cy="84599"/>
          </a:xfrm>
          <a:custGeom>
            <a:avLst/>
            <a:gdLst/>
            <a:ahLst/>
            <a:cxnLst/>
            <a:rect l="l" t="t" r="r" b="b"/>
            <a:pathLst>
              <a:path w="1693" h="1725" extrusionOk="0">
                <a:moveTo>
                  <a:pt x="1692" y="862"/>
                </a:moveTo>
                <a:cubicBezTo>
                  <a:pt x="1692" y="1341"/>
                  <a:pt x="1309" y="1724"/>
                  <a:pt x="830" y="1724"/>
                </a:cubicBezTo>
                <a:cubicBezTo>
                  <a:pt x="384" y="1724"/>
                  <a:pt x="1" y="1341"/>
                  <a:pt x="1" y="862"/>
                </a:cubicBezTo>
                <a:cubicBezTo>
                  <a:pt x="1" y="384"/>
                  <a:pt x="384" y="1"/>
                  <a:pt x="830" y="1"/>
                </a:cubicBezTo>
                <a:cubicBezTo>
                  <a:pt x="1309" y="1"/>
                  <a:pt x="1692" y="384"/>
                  <a:pt x="1692" y="86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76" name="Google Shape;176;p6"/>
          <p:cNvCxnSpPr/>
          <p:nvPr/>
        </p:nvCxnSpPr>
        <p:spPr>
          <a:xfrm>
            <a:off x="10664800" y="292700"/>
            <a:ext cx="1190000" cy="216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6"/>
          <p:cNvCxnSpPr/>
          <p:nvPr/>
        </p:nvCxnSpPr>
        <p:spPr>
          <a:xfrm flipH="1">
            <a:off x="11797033" y="1230167"/>
            <a:ext cx="288400" cy="6276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6"/>
          <p:cNvCxnSpPr/>
          <p:nvPr/>
        </p:nvCxnSpPr>
        <p:spPr>
          <a:xfrm>
            <a:off x="11789767" y="1843133"/>
            <a:ext cx="591200" cy="7212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6"/>
          <p:cNvCxnSpPr/>
          <p:nvPr/>
        </p:nvCxnSpPr>
        <p:spPr>
          <a:xfrm flipH="1">
            <a:off x="11155000" y="898433"/>
            <a:ext cx="901600" cy="1444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80" name="Google Shape;180;p6"/>
          <p:cNvGrpSpPr/>
          <p:nvPr/>
        </p:nvGrpSpPr>
        <p:grpSpPr>
          <a:xfrm rot="-8100000">
            <a:off x="-393345" y="5745450"/>
            <a:ext cx="1492288" cy="961268"/>
            <a:chOff x="7714450" y="2073044"/>
            <a:chExt cx="1119226" cy="720958"/>
          </a:xfrm>
        </p:grpSpPr>
        <p:sp>
          <p:nvSpPr>
            <p:cNvPr id="181" name="Google Shape;181;p6"/>
            <p:cNvSpPr/>
            <p:nvPr/>
          </p:nvSpPr>
          <p:spPr>
            <a:xfrm>
              <a:off x="7740398" y="2102385"/>
              <a:ext cx="1083165" cy="662294"/>
            </a:xfrm>
            <a:custGeom>
              <a:avLst/>
              <a:gdLst/>
              <a:ahLst/>
              <a:cxnLst/>
              <a:rect l="l" t="t" r="r" b="b"/>
              <a:pathLst>
                <a:path w="30639" h="18734" fill="none" extrusionOk="0">
                  <a:moveTo>
                    <a:pt x="1" y="2266"/>
                  </a:moveTo>
                  <a:lnTo>
                    <a:pt x="12320" y="0"/>
                  </a:lnTo>
                  <a:lnTo>
                    <a:pt x="18703" y="957"/>
                  </a:lnTo>
                  <a:lnTo>
                    <a:pt x="18703" y="5394"/>
                  </a:lnTo>
                  <a:cubicBezTo>
                    <a:pt x="18703" y="5394"/>
                    <a:pt x="30639" y="7947"/>
                    <a:pt x="30479" y="8330"/>
                  </a:cubicBezTo>
                  <a:cubicBezTo>
                    <a:pt x="30319" y="8713"/>
                    <a:pt x="25022" y="18319"/>
                    <a:pt x="25022" y="18319"/>
                  </a:cubicBezTo>
                  <a:lnTo>
                    <a:pt x="12607" y="18734"/>
                  </a:lnTo>
                  <a:lnTo>
                    <a:pt x="18703" y="5394"/>
                  </a:lnTo>
                  <a:lnTo>
                    <a:pt x="25022" y="18319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319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8175892" y="2102385"/>
              <a:ext cx="225690" cy="190691"/>
            </a:xfrm>
            <a:custGeom>
              <a:avLst/>
              <a:gdLst/>
              <a:ahLst/>
              <a:cxnLst/>
              <a:rect l="l" t="t" r="r" b="b"/>
              <a:pathLst>
                <a:path w="6384" h="5394" fill="none" extrusionOk="0">
                  <a:moveTo>
                    <a:pt x="1" y="0"/>
                  </a:moveTo>
                  <a:lnTo>
                    <a:pt x="6384" y="5394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319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83" name="Google Shape;183;p6"/>
            <p:cNvGrpSpPr/>
            <p:nvPr/>
          </p:nvGrpSpPr>
          <p:grpSpPr>
            <a:xfrm>
              <a:off x="7714450" y="2073044"/>
              <a:ext cx="1119226" cy="720958"/>
              <a:chOff x="7714450" y="2073044"/>
              <a:chExt cx="1119226" cy="720958"/>
            </a:xfrm>
          </p:grpSpPr>
          <p:sp>
            <p:nvSpPr>
              <p:cNvPr id="184" name="Google Shape;184;p6"/>
              <p:cNvSpPr/>
              <p:nvPr/>
            </p:nvSpPr>
            <p:spPr>
              <a:xfrm>
                <a:off x="8603502" y="2726267"/>
                <a:ext cx="41787" cy="41787"/>
              </a:xfrm>
              <a:custGeom>
                <a:avLst/>
                <a:gdLst/>
                <a:ahLst/>
                <a:cxnLst/>
                <a:rect l="l" t="t" r="r" b="b"/>
                <a:pathLst>
                  <a:path w="1182" h="1182" extrusionOk="0">
                    <a:moveTo>
                      <a:pt x="351" y="160"/>
                    </a:moveTo>
                    <a:cubicBezTo>
                      <a:pt x="607" y="1"/>
                      <a:pt x="894" y="96"/>
                      <a:pt x="1053" y="352"/>
                    </a:cubicBezTo>
                    <a:cubicBezTo>
                      <a:pt x="1181" y="575"/>
                      <a:pt x="1085" y="894"/>
                      <a:pt x="862" y="1022"/>
                    </a:cubicBezTo>
                    <a:cubicBezTo>
                      <a:pt x="607" y="1182"/>
                      <a:pt x="287" y="1086"/>
                      <a:pt x="160" y="830"/>
                    </a:cubicBezTo>
                    <a:cubicBezTo>
                      <a:pt x="0" y="607"/>
                      <a:pt x="96" y="288"/>
                      <a:pt x="351" y="12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5" name="Google Shape;185;p6"/>
              <p:cNvSpPr/>
              <p:nvPr/>
            </p:nvSpPr>
            <p:spPr>
              <a:xfrm>
                <a:off x="8793021" y="2376535"/>
                <a:ext cx="40655" cy="41787"/>
              </a:xfrm>
              <a:custGeom>
                <a:avLst/>
                <a:gdLst/>
                <a:ahLst/>
                <a:cxnLst/>
                <a:rect l="l" t="t" r="r" b="b"/>
                <a:pathLst>
                  <a:path w="1150" h="1182" extrusionOk="0">
                    <a:moveTo>
                      <a:pt x="320" y="160"/>
                    </a:moveTo>
                    <a:cubicBezTo>
                      <a:pt x="575" y="0"/>
                      <a:pt x="894" y="96"/>
                      <a:pt x="1022" y="351"/>
                    </a:cubicBezTo>
                    <a:cubicBezTo>
                      <a:pt x="1150" y="575"/>
                      <a:pt x="1086" y="894"/>
                      <a:pt x="831" y="1021"/>
                    </a:cubicBezTo>
                    <a:cubicBezTo>
                      <a:pt x="575" y="1181"/>
                      <a:pt x="288" y="1085"/>
                      <a:pt x="128" y="830"/>
                    </a:cubicBezTo>
                    <a:cubicBezTo>
                      <a:pt x="1" y="607"/>
                      <a:pt x="97" y="287"/>
                      <a:pt x="320" y="16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6" name="Google Shape;186;p6"/>
              <p:cNvSpPr/>
              <p:nvPr/>
            </p:nvSpPr>
            <p:spPr>
              <a:xfrm>
                <a:off x="8380117" y="2271613"/>
                <a:ext cx="40655" cy="41787"/>
              </a:xfrm>
              <a:custGeom>
                <a:avLst/>
                <a:gdLst/>
                <a:ahLst/>
                <a:cxnLst/>
                <a:rect l="l" t="t" r="r" b="b"/>
                <a:pathLst>
                  <a:path w="1150" h="1182" extrusionOk="0">
                    <a:moveTo>
                      <a:pt x="319" y="128"/>
                    </a:moveTo>
                    <a:cubicBezTo>
                      <a:pt x="575" y="0"/>
                      <a:pt x="894" y="96"/>
                      <a:pt x="1021" y="319"/>
                    </a:cubicBezTo>
                    <a:cubicBezTo>
                      <a:pt x="1149" y="575"/>
                      <a:pt x="1053" y="894"/>
                      <a:pt x="830" y="1021"/>
                    </a:cubicBezTo>
                    <a:cubicBezTo>
                      <a:pt x="575" y="1181"/>
                      <a:pt x="255" y="1085"/>
                      <a:pt x="128" y="830"/>
                    </a:cubicBezTo>
                    <a:cubicBezTo>
                      <a:pt x="0" y="575"/>
                      <a:pt x="64" y="287"/>
                      <a:pt x="319" y="12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7" name="Google Shape;187;p6"/>
              <p:cNvSpPr/>
              <p:nvPr/>
            </p:nvSpPr>
            <p:spPr>
              <a:xfrm>
                <a:off x="7714450" y="2159902"/>
                <a:ext cx="40655" cy="41787"/>
              </a:xfrm>
              <a:custGeom>
                <a:avLst/>
                <a:gdLst/>
                <a:ahLst/>
                <a:cxnLst/>
                <a:rect l="l" t="t" r="r" b="b"/>
                <a:pathLst>
                  <a:path w="1150" h="1182" extrusionOk="0">
                    <a:moveTo>
                      <a:pt x="320" y="160"/>
                    </a:moveTo>
                    <a:cubicBezTo>
                      <a:pt x="575" y="1"/>
                      <a:pt x="894" y="96"/>
                      <a:pt x="1022" y="352"/>
                    </a:cubicBezTo>
                    <a:cubicBezTo>
                      <a:pt x="1150" y="607"/>
                      <a:pt x="1054" y="894"/>
                      <a:pt x="831" y="1054"/>
                    </a:cubicBezTo>
                    <a:cubicBezTo>
                      <a:pt x="575" y="1182"/>
                      <a:pt x="256" y="1086"/>
                      <a:pt x="128" y="862"/>
                    </a:cubicBezTo>
                    <a:cubicBezTo>
                      <a:pt x="1" y="607"/>
                      <a:pt x="65" y="288"/>
                      <a:pt x="320" y="16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8" name="Google Shape;188;p6"/>
              <p:cNvSpPr/>
              <p:nvPr/>
            </p:nvSpPr>
            <p:spPr>
              <a:xfrm>
                <a:off x="8381248" y="2115925"/>
                <a:ext cx="40655" cy="40620"/>
              </a:xfrm>
              <a:custGeom>
                <a:avLst/>
                <a:gdLst/>
                <a:ahLst/>
                <a:cxnLst/>
                <a:rect l="l" t="t" r="r" b="b"/>
                <a:pathLst>
                  <a:path w="1150" h="1149" extrusionOk="0">
                    <a:moveTo>
                      <a:pt x="319" y="128"/>
                    </a:moveTo>
                    <a:cubicBezTo>
                      <a:pt x="575" y="0"/>
                      <a:pt x="894" y="96"/>
                      <a:pt x="1021" y="319"/>
                    </a:cubicBezTo>
                    <a:cubicBezTo>
                      <a:pt x="1149" y="574"/>
                      <a:pt x="1085" y="894"/>
                      <a:pt x="830" y="1021"/>
                    </a:cubicBezTo>
                    <a:cubicBezTo>
                      <a:pt x="575" y="1149"/>
                      <a:pt x="287" y="1085"/>
                      <a:pt x="128" y="830"/>
                    </a:cubicBezTo>
                    <a:cubicBezTo>
                      <a:pt x="0" y="574"/>
                      <a:pt x="96" y="255"/>
                      <a:pt x="319" y="12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9" name="Google Shape;189;p6"/>
              <p:cNvSpPr/>
              <p:nvPr/>
            </p:nvSpPr>
            <p:spPr>
              <a:xfrm>
                <a:off x="8155600" y="2725135"/>
                <a:ext cx="67735" cy="68867"/>
              </a:xfrm>
              <a:custGeom>
                <a:avLst/>
                <a:gdLst/>
                <a:ahLst/>
                <a:cxnLst/>
                <a:rect l="l" t="t" r="r" b="b"/>
                <a:pathLst>
                  <a:path w="1916" h="1948" extrusionOk="0">
                    <a:moveTo>
                      <a:pt x="543" y="224"/>
                    </a:moveTo>
                    <a:cubicBezTo>
                      <a:pt x="958" y="1"/>
                      <a:pt x="1468" y="160"/>
                      <a:pt x="1692" y="543"/>
                    </a:cubicBezTo>
                    <a:cubicBezTo>
                      <a:pt x="1915" y="958"/>
                      <a:pt x="1787" y="1469"/>
                      <a:pt x="1373" y="1724"/>
                    </a:cubicBezTo>
                    <a:cubicBezTo>
                      <a:pt x="958" y="1948"/>
                      <a:pt x="447" y="1788"/>
                      <a:pt x="224" y="1405"/>
                    </a:cubicBezTo>
                    <a:cubicBezTo>
                      <a:pt x="0" y="990"/>
                      <a:pt x="128" y="480"/>
                      <a:pt x="543" y="22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0" name="Google Shape;190;p6"/>
              <p:cNvSpPr/>
              <p:nvPr/>
            </p:nvSpPr>
            <p:spPr>
              <a:xfrm>
                <a:off x="8133010" y="2073044"/>
                <a:ext cx="68867" cy="68867"/>
              </a:xfrm>
              <a:custGeom>
                <a:avLst/>
                <a:gdLst/>
                <a:ahLst/>
                <a:cxnLst/>
                <a:rect l="l" t="t" r="r" b="b"/>
                <a:pathLst>
                  <a:path w="1948" h="1948" extrusionOk="0">
                    <a:moveTo>
                      <a:pt x="575" y="256"/>
                    </a:moveTo>
                    <a:cubicBezTo>
                      <a:pt x="958" y="0"/>
                      <a:pt x="1501" y="160"/>
                      <a:pt x="1724" y="575"/>
                    </a:cubicBezTo>
                    <a:cubicBezTo>
                      <a:pt x="1948" y="958"/>
                      <a:pt x="1820" y="1500"/>
                      <a:pt x="1405" y="1724"/>
                    </a:cubicBezTo>
                    <a:cubicBezTo>
                      <a:pt x="990" y="1947"/>
                      <a:pt x="480" y="1819"/>
                      <a:pt x="256" y="1404"/>
                    </a:cubicBezTo>
                    <a:cubicBezTo>
                      <a:pt x="1" y="990"/>
                      <a:pt x="161" y="479"/>
                      <a:pt x="575" y="25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191" name="Google Shape;191;p6"/>
          <p:cNvSpPr/>
          <p:nvPr/>
        </p:nvSpPr>
        <p:spPr>
          <a:xfrm>
            <a:off x="-3568033" y="1042833"/>
            <a:ext cx="5832800" cy="58328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7A0B3">
                  <a:alpha val="0"/>
                </a:srgbClr>
              </a:gs>
              <a:gs pos="100000">
                <a:srgbClr val="07A0B3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2" name="Google Shape;192;p6"/>
          <p:cNvSpPr/>
          <p:nvPr/>
        </p:nvSpPr>
        <p:spPr>
          <a:xfrm>
            <a:off x="9319017" y="3865433"/>
            <a:ext cx="5832800" cy="5832800"/>
          </a:xfrm>
          <a:prstGeom prst="ellipse">
            <a:avLst/>
          </a:prstGeom>
          <a:gradFill>
            <a:gsLst>
              <a:gs pos="0">
                <a:schemeClr val="dk2"/>
              </a:gs>
              <a:gs pos="50000">
                <a:srgbClr val="942290">
                  <a:alpha val="0"/>
                </a:srgbClr>
              </a:gs>
              <a:gs pos="100000">
                <a:srgbClr val="94229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738408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"/>
          <p:cNvSpPr txBox="1">
            <a:spLocks noGrp="1"/>
          </p:cNvSpPr>
          <p:nvPr>
            <p:ph type="subTitle" idx="1"/>
          </p:nvPr>
        </p:nvSpPr>
        <p:spPr>
          <a:xfrm>
            <a:off x="960000" y="2292433"/>
            <a:ext cx="5726400" cy="306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Dosis Light"/>
              <a:buChar char="●"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95" name="Google Shape;195;p7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8453000" y="-2962400"/>
            <a:ext cx="5832800" cy="5832800"/>
          </a:xfrm>
          <a:prstGeom prst="ellipse">
            <a:avLst/>
          </a:prstGeom>
          <a:gradFill>
            <a:gsLst>
              <a:gs pos="0">
                <a:schemeClr val="dk2"/>
              </a:gs>
              <a:gs pos="50000">
                <a:srgbClr val="942290">
                  <a:alpha val="0"/>
                </a:srgbClr>
              </a:gs>
              <a:gs pos="100000">
                <a:srgbClr val="94229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7" name="Google Shape;197;p7"/>
          <p:cNvSpPr/>
          <p:nvPr/>
        </p:nvSpPr>
        <p:spPr>
          <a:xfrm>
            <a:off x="2944284" y="4391833"/>
            <a:ext cx="5832800" cy="58328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7A0B3">
                  <a:alpha val="0"/>
                </a:srgbClr>
              </a:gs>
              <a:gs pos="100000">
                <a:srgbClr val="07A0B3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534686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"/>
          <p:cNvSpPr txBox="1">
            <a:spLocks noGrp="1"/>
          </p:cNvSpPr>
          <p:nvPr>
            <p:ph type="title"/>
          </p:nvPr>
        </p:nvSpPr>
        <p:spPr>
          <a:xfrm>
            <a:off x="950967" y="2016667"/>
            <a:ext cx="6071600" cy="282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4279933" y="-3361800"/>
            <a:ext cx="5832800" cy="58328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7A0B3">
                  <a:alpha val="0"/>
                </a:srgbClr>
              </a:gs>
              <a:gs pos="100000">
                <a:srgbClr val="07A0B3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1" name="Google Shape;201;p8"/>
          <p:cNvSpPr/>
          <p:nvPr/>
        </p:nvSpPr>
        <p:spPr>
          <a:xfrm>
            <a:off x="653667" y="4937700"/>
            <a:ext cx="5832800" cy="5832800"/>
          </a:xfrm>
          <a:prstGeom prst="ellipse">
            <a:avLst/>
          </a:prstGeom>
          <a:gradFill>
            <a:gsLst>
              <a:gs pos="0">
                <a:schemeClr val="dk2"/>
              </a:gs>
              <a:gs pos="50000">
                <a:srgbClr val="942290">
                  <a:alpha val="0"/>
                </a:srgbClr>
              </a:gs>
              <a:gs pos="100000">
                <a:srgbClr val="94229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02" name="Google Shape;202;p8"/>
          <p:cNvGrpSpPr/>
          <p:nvPr/>
        </p:nvGrpSpPr>
        <p:grpSpPr>
          <a:xfrm rot="10520205">
            <a:off x="-294918" y="4716682"/>
            <a:ext cx="2491780" cy="2610287"/>
            <a:chOff x="7593125" y="-34445"/>
            <a:chExt cx="1868816" cy="1957695"/>
          </a:xfrm>
        </p:grpSpPr>
        <p:cxnSp>
          <p:nvCxnSpPr>
            <p:cNvPr id="203" name="Google Shape;203;p8"/>
            <p:cNvCxnSpPr/>
            <p:nvPr/>
          </p:nvCxnSpPr>
          <p:spPr>
            <a:xfrm rot="10800000">
              <a:off x="7593125" y="-28575"/>
              <a:ext cx="681300" cy="6339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04" name="Google Shape;204;p8"/>
            <p:cNvGrpSpPr/>
            <p:nvPr/>
          </p:nvGrpSpPr>
          <p:grpSpPr>
            <a:xfrm rot="-891035">
              <a:off x="8020564" y="76060"/>
              <a:ext cx="927927" cy="503476"/>
              <a:chOff x="3176988" y="6051975"/>
              <a:chExt cx="927925" cy="503475"/>
            </a:xfrm>
          </p:grpSpPr>
          <p:sp>
            <p:nvSpPr>
              <p:cNvPr id="205" name="Google Shape;205;p8"/>
              <p:cNvSpPr/>
              <p:nvPr/>
            </p:nvSpPr>
            <p:spPr>
              <a:xfrm>
                <a:off x="3198538" y="6072725"/>
                <a:ext cx="893625" cy="472350"/>
              </a:xfrm>
              <a:custGeom>
                <a:avLst/>
                <a:gdLst/>
                <a:ahLst/>
                <a:cxnLst/>
                <a:rect l="l" t="t" r="r" b="b"/>
                <a:pathLst>
                  <a:path w="35745" h="18894" fill="none" extrusionOk="0">
                    <a:moveTo>
                      <a:pt x="0" y="1"/>
                    </a:moveTo>
                    <a:lnTo>
                      <a:pt x="6862" y="17809"/>
                    </a:lnTo>
                    <a:lnTo>
                      <a:pt x="35744" y="18894"/>
                    </a:ln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4079363" y="6529900"/>
                <a:ext cx="25550" cy="25550"/>
              </a:xfrm>
              <a:custGeom>
                <a:avLst/>
                <a:gdLst/>
                <a:ahLst/>
                <a:cxnLst/>
                <a:rect l="l" t="t" r="r" b="b"/>
                <a:pathLst>
                  <a:path w="1022" h="1022" extrusionOk="0">
                    <a:moveTo>
                      <a:pt x="1022" y="511"/>
                    </a:moveTo>
                    <a:cubicBezTo>
                      <a:pt x="1022" y="798"/>
                      <a:pt x="798" y="1022"/>
                      <a:pt x="511" y="1022"/>
                    </a:cubicBezTo>
                    <a:cubicBezTo>
                      <a:pt x="224" y="1022"/>
                      <a:pt x="0" y="798"/>
                      <a:pt x="0" y="511"/>
                    </a:cubicBezTo>
                    <a:cubicBezTo>
                      <a:pt x="0" y="224"/>
                      <a:pt x="224" y="1"/>
                      <a:pt x="511" y="1"/>
                    </a:cubicBezTo>
                    <a:cubicBezTo>
                      <a:pt x="798" y="1"/>
                      <a:pt x="1022" y="224"/>
                      <a:pt x="1022" y="51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3176988" y="6051975"/>
                <a:ext cx="42300" cy="42325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1693" extrusionOk="0">
                    <a:moveTo>
                      <a:pt x="1692" y="831"/>
                    </a:moveTo>
                    <a:cubicBezTo>
                      <a:pt x="1692" y="1309"/>
                      <a:pt x="1309" y="1692"/>
                      <a:pt x="862" y="1692"/>
                    </a:cubicBezTo>
                    <a:cubicBezTo>
                      <a:pt x="383" y="1692"/>
                      <a:pt x="0" y="1309"/>
                      <a:pt x="0" y="831"/>
                    </a:cubicBezTo>
                    <a:cubicBezTo>
                      <a:pt x="0" y="384"/>
                      <a:pt x="383" y="1"/>
                      <a:pt x="862" y="1"/>
                    </a:cubicBezTo>
                    <a:cubicBezTo>
                      <a:pt x="1309" y="1"/>
                      <a:pt x="1692" y="384"/>
                      <a:pt x="1692" y="83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8" name="Google Shape;208;p8"/>
              <p:cNvSpPr/>
              <p:nvPr/>
            </p:nvSpPr>
            <p:spPr>
              <a:xfrm>
                <a:off x="3354113" y="6491600"/>
                <a:ext cx="42300" cy="42325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1693" extrusionOk="0">
                    <a:moveTo>
                      <a:pt x="1692" y="830"/>
                    </a:moveTo>
                    <a:cubicBezTo>
                      <a:pt x="1692" y="1309"/>
                      <a:pt x="1309" y="1692"/>
                      <a:pt x="862" y="1692"/>
                    </a:cubicBezTo>
                    <a:cubicBezTo>
                      <a:pt x="383" y="1692"/>
                      <a:pt x="0" y="1309"/>
                      <a:pt x="0" y="830"/>
                    </a:cubicBezTo>
                    <a:cubicBezTo>
                      <a:pt x="0" y="384"/>
                      <a:pt x="383" y="1"/>
                      <a:pt x="862" y="1"/>
                    </a:cubicBezTo>
                    <a:cubicBezTo>
                      <a:pt x="1309" y="1"/>
                      <a:pt x="1692" y="384"/>
                      <a:pt x="1692" y="83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09" name="Google Shape;209;p8"/>
            <p:cNvGrpSpPr/>
            <p:nvPr/>
          </p:nvGrpSpPr>
          <p:grpSpPr>
            <a:xfrm rot="-2257478">
              <a:off x="8284968" y="432526"/>
              <a:ext cx="1006030" cy="902745"/>
              <a:chOff x="7450975" y="7791850"/>
              <a:chExt cx="683775" cy="613575"/>
            </a:xfrm>
          </p:grpSpPr>
          <p:sp>
            <p:nvSpPr>
              <p:cNvPr id="210" name="Google Shape;210;p8"/>
              <p:cNvSpPr/>
              <p:nvPr/>
            </p:nvSpPr>
            <p:spPr>
              <a:xfrm>
                <a:off x="7461350" y="7807000"/>
                <a:ext cx="657450" cy="597625"/>
              </a:xfrm>
              <a:custGeom>
                <a:avLst/>
                <a:gdLst/>
                <a:ahLst/>
                <a:cxnLst/>
                <a:rect l="l" t="t" r="r" b="b"/>
                <a:pathLst>
                  <a:path w="26298" h="23905" fill="none" extrusionOk="0">
                    <a:moveTo>
                      <a:pt x="26297" y="0"/>
                    </a:moveTo>
                    <a:lnTo>
                      <a:pt x="22212" y="11841"/>
                    </a:lnTo>
                    <a:lnTo>
                      <a:pt x="18223" y="16947"/>
                    </a:lnTo>
                    <a:lnTo>
                      <a:pt x="14361" y="14777"/>
                    </a:lnTo>
                    <a:cubicBezTo>
                      <a:pt x="14361" y="14777"/>
                      <a:pt x="6255" y="23904"/>
                      <a:pt x="6000" y="23553"/>
                    </a:cubicBezTo>
                    <a:cubicBezTo>
                      <a:pt x="5745" y="23234"/>
                      <a:pt x="0" y="13883"/>
                      <a:pt x="0" y="13883"/>
                    </a:cubicBezTo>
                    <a:lnTo>
                      <a:pt x="5777" y="2873"/>
                    </a:lnTo>
                    <a:lnTo>
                      <a:pt x="14361" y="14777"/>
                    </a:lnTo>
                    <a:lnTo>
                      <a:pt x="0" y="13883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1" name="Google Shape;211;p8"/>
              <p:cNvSpPr/>
              <p:nvPr/>
            </p:nvSpPr>
            <p:spPr>
              <a:xfrm>
                <a:off x="7820375" y="8103000"/>
                <a:ext cx="196300" cy="73425"/>
              </a:xfrm>
              <a:custGeom>
                <a:avLst/>
                <a:gdLst/>
                <a:ahLst/>
                <a:cxnLst/>
                <a:rect l="l" t="t" r="r" b="b"/>
                <a:pathLst>
                  <a:path w="7852" h="2937" fill="none" extrusionOk="0">
                    <a:moveTo>
                      <a:pt x="7851" y="1"/>
                    </a:moveTo>
                    <a:lnTo>
                      <a:pt x="0" y="2937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2" name="Google Shape;212;p8"/>
              <p:cNvSpPr/>
              <p:nvPr/>
            </p:nvSpPr>
            <p:spPr>
              <a:xfrm>
                <a:off x="7450975" y="8142100"/>
                <a:ext cx="25550" cy="25550"/>
              </a:xfrm>
              <a:custGeom>
                <a:avLst/>
                <a:gdLst/>
                <a:ahLst/>
                <a:cxnLst/>
                <a:rect l="l" t="t" r="r" b="b"/>
                <a:pathLst>
                  <a:path w="1022" h="1022" extrusionOk="0">
                    <a:moveTo>
                      <a:pt x="1021" y="511"/>
                    </a:moveTo>
                    <a:cubicBezTo>
                      <a:pt x="1021" y="798"/>
                      <a:pt x="766" y="1022"/>
                      <a:pt x="511" y="1022"/>
                    </a:cubicBezTo>
                    <a:cubicBezTo>
                      <a:pt x="224" y="1022"/>
                      <a:pt x="0" y="798"/>
                      <a:pt x="0" y="511"/>
                    </a:cubicBezTo>
                    <a:cubicBezTo>
                      <a:pt x="0" y="224"/>
                      <a:pt x="224" y="0"/>
                      <a:pt x="511" y="0"/>
                    </a:cubicBezTo>
                    <a:cubicBezTo>
                      <a:pt x="766" y="0"/>
                      <a:pt x="1021" y="224"/>
                      <a:pt x="1021" y="51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3" name="Google Shape;213;p8"/>
              <p:cNvSpPr/>
              <p:nvPr/>
            </p:nvSpPr>
            <p:spPr>
              <a:xfrm>
                <a:off x="7600175" y="8379850"/>
                <a:ext cx="25550" cy="25575"/>
              </a:xfrm>
              <a:custGeom>
                <a:avLst/>
                <a:gdLst/>
                <a:ahLst/>
                <a:cxnLst/>
                <a:rect l="l" t="t" r="r" b="b"/>
                <a:pathLst>
                  <a:path w="1022" h="1023" extrusionOk="0">
                    <a:moveTo>
                      <a:pt x="1021" y="512"/>
                    </a:moveTo>
                    <a:cubicBezTo>
                      <a:pt x="1021" y="799"/>
                      <a:pt x="798" y="1022"/>
                      <a:pt x="511" y="1022"/>
                    </a:cubicBezTo>
                    <a:cubicBezTo>
                      <a:pt x="224" y="1022"/>
                      <a:pt x="0" y="799"/>
                      <a:pt x="0" y="512"/>
                    </a:cubicBezTo>
                    <a:cubicBezTo>
                      <a:pt x="0" y="224"/>
                      <a:pt x="224" y="1"/>
                      <a:pt x="511" y="1"/>
                    </a:cubicBezTo>
                    <a:cubicBezTo>
                      <a:pt x="798" y="1"/>
                      <a:pt x="1021" y="224"/>
                      <a:pt x="1021" y="51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4" name="Google Shape;214;p8"/>
              <p:cNvSpPr/>
              <p:nvPr/>
            </p:nvSpPr>
            <p:spPr>
              <a:xfrm>
                <a:off x="7808400" y="8162850"/>
                <a:ext cx="25575" cy="25550"/>
              </a:xfrm>
              <a:custGeom>
                <a:avLst/>
                <a:gdLst/>
                <a:ahLst/>
                <a:cxnLst/>
                <a:rect l="l" t="t" r="r" b="b"/>
                <a:pathLst>
                  <a:path w="1023" h="1022" extrusionOk="0">
                    <a:moveTo>
                      <a:pt x="1022" y="511"/>
                    </a:moveTo>
                    <a:cubicBezTo>
                      <a:pt x="1022" y="766"/>
                      <a:pt x="799" y="1022"/>
                      <a:pt x="511" y="1022"/>
                    </a:cubicBezTo>
                    <a:cubicBezTo>
                      <a:pt x="224" y="1022"/>
                      <a:pt x="1" y="766"/>
                      <a:pt x="1" y="511"/>
                    </a:cubicBezTo>
                    <a:cubicBezTo>
                      <a:pt x="1" y="224"/>
                      <a:pt x="224" y="0"/>
                      <a:pt x="511" y="0"/>
                    </a:cubicBezTo>
                    <a:cubicBezTo>
                      <a:pt x="799" y="0"/>
                      <a:pt x="1022" y="224"/>
                      <a:pt x="1022" y="51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5" name="Google Shape;215;p8"/>
              <p:cNvSpPr/>
              <p:nvPr/>
            </p:nvSpPr>
            <p:spPr>
              <a:xfrm>
                <a:off x="8109200" y="7791850"/>
                <a:ext cx="25550" cy="25550"/>
              </a:xfrm>
              <a:custGeom>
                <a:avLst/>
                <a:gdLst/>
                <a:ahLst/>
                <a:cxnLst/>
                <a:rect l="l" t="t" r="r" b="b"/>
                <a:pathLst>
                  <a:path w="1022" h="1022" extrusionOk="0">
                    <a:moveTo>
                      <a:pt x="1022" y="511"/>
                    </a:moveTo>
                    <a:cubicBezTo>
                      <a:pt x="1022" y="798"/>
                      <a:pt x="798" y="1021"/>
                      <a:pt x="511" y="1021"/>
                    </a:cubicBezTo>
                    <a:cubicBezTo>
                      <a:pt x="224" y="1021"/>
                      <a:pt x="0" y="798"/>
                      <a:pt x="0" y="511"/>
                    </a:cubicBezTo>
                    <a:cubicBezTo>
                      <a:pt x="0" y="223"/>
                      <a:pt x="224" y="0"/>
                      <a:pt x="511" y="0"/>
                    </a:cubicBezTo>
                    <a:cubicBezTo>
                      <a:pt x="798" y="0"/>
                      <a:pt x="1022" y="223"/>
                      <a:pt x="1022" y="51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6" name="Google Shape;216;p8"/>
              <p:cNvSpPr/>
              <p:nvPr/>
            </p:nvSpPr>
            <p:spPr>
              <a:xfrm>
                <a:off x="7904150" y="8217900"/>
                <a:ext cx="25550" cy="25550"/>
              </a:xfrm>
              <a:custGeom>
                <a:avLst/>
                <a:gdLst/>
                <a:ahLst/>
                <a:cxnLst/>
                <a:rect l="l" t="t" r="r" b="b"/>
                <a:pathLst>
                  <a:path w="1022" h="1022" extrusionOk="0">
                    <a:moveTo>
                      <a:pt x="1022" y="511"/>
                    </a:moveTo>
                    <a:cubicBezTo>
                      <a:pt x="1022" y="798"/>
                      <a:pt x="798" y="1022"/>
                      <a:pt x="511" y="1022"/>
                    </a:cubicBezTo>
                    <a:cubicBezTo>
                      <a:pt x="224" y="1022"/>
                      <a:pt x="0" y="798"/>
                      <a:pt x="0" y="511"/>
                    </a:cubicBezTo>
                    <a:cubicBezTo>
                      <a:pt x="0" y="224"/>
                      <a:pt x="224" y="0"/>
                      <a:pt x="511" y="0"/>
                    </a:cubicBezTo>
                    <a:cubicBezTo>
                      <a:pt x="798" y="0"/>
                      <a:pt x="1022" y="224"/>
                      <a:pt x="1022" y="51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7" name="Google Shape;217;p8"/>
              <p:cNvSpPr/>
              <p:nvPr/>
            </p:nvSpPr>
            <p:spPr>
              <a:xfrm>
                <a:off x="7586600" y="7861250"/>
                <a:ext cx="42325" cy="43100"/>
              </a:xfrm>
              <a:custGeom>
                <a:avLst/>
                <a:gdLst/>
                <a:ahLst/>
                <a:cxnLst/>
                <a:rect l="l" t="t" r="r" b="b"/>
                <a:pathLst>
                  <a:path w="1693" h="1724" extrusionOk="0">
                    <a:moveTo>
                      <a:pt x="1692" y="862"/>
                    </a:moveTo>
                    <a:cubicBezTo>
                      <a:pt x="1692" y="1341"/>
                      <a:pt x="1309" y="1724"/>
                      <a:pt x="830" y="1724"/>
                    </a:cubicBezTo>
                    <a:cubicBezTo>
                      <a:pt x="352" y="1724"/>
                      <a:pt x="1" y="1341"/>
                      <a:pt x="1" y="862"/>
                    </a:cubicBezTo>
                    <a:cubicBezTo>
                      <a:pt x="1" y="384"/>
                      <a:pt x="352" y="1"/>
                      <a:pt x="830" y="1"/>
                    </a:cubicBezTo>
                    <a:cubicBezTo>
                      <a:pt x="1309" y="1"/>
                      <a:pt x="1692" y="384"/>
                      <a:pt x="1692" y="86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8" name="Google Shape;218;p8"/>
              <p:cNvSpPr/>
              <p:nvPr/>
            </p:nvSpPr>
            <p:spPr>
              <a:xfrm>
                <a:off x="7995100" y="8075075"/>
                <a:ext cx="42325" cy="43125"/>
              </a:xfrm>
              <a:custGeom>
                <a:avLst/>
                <a:gdLst/>
                <a:ahLst/>
                <a:cxnLst/>
                <a:rect l="l" t="t" r="r" b="b"/>
                <a:pathLst>
                  <a:path w="1693" h="1725" extrusionOk="0">
                    <a:moveTo>
                      <a:pt x="1692" y="862"/>
                    </a:moveTo>
                    <a:cubicBezTo>
                      <a:pt x="1692" y="1341"/>
                      <a:pt x="1309" y="1724"/>
                      <a:pt x="830" y="1724"/>
                    </a:cubicBezTo>
                    <a:cubicBezTo>
                      <a:pt x="384" y="1724"/>
                      <a:pt x="1" y="1341"/>
                      <a:pt x="1" y="862"/>
                    </a:cubicBezTo>
                    <a:cubicBezTo>
                      <a:pt x="1" y="384"/>
                      <a:pt x="384" y="1"/>
                      <a:pt x="830" y="1"/>
                    </a:cubicBezTo>
                    <a:cubicBezTo>
                      <a:pt x="1309" y="1"/>
                      <a:pt x="1692" y="384"/>
                      <a:pt x="1692" y="86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cxnSp>
          <p:nvCxnSpPr>
            <p:cNvPr id="219" name="Google Shape;219;p8"/>
            <p:cNvCxnSpPr/>
            <p:nvPr/>
          </p:nvCxnSpPr>
          <p:spPr>
            <a:xfrm rot="10800000">
              <a:off x="8009550" y="230450"/>
              <a:ext cx="1043700" cy="4596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0" name="Google Shape;220;p8"/>
            <p:cNvSpPr/>
            <p:nvPr/>
          </p:nvSpPr>
          <p:spPr>
            <a:xfrm rot="-2257478">
              <a:off x="7961678" y="190435"/>
              <a:ext cx="62272" cy="63449"/>
            </a:xfrm>
            <a:custGeom>
              <a:avLst/>
              <a:gdLst/>
              <a:ahLst/>
              <a:cxnLst/>
              <a:rect l="l" t="t" r="r" b="b"/>
              <a:pathLst>
                <a:path w="1693" h="1725" extrusionOk="0">
                  <a:moveTo>
                    <a:pt x="1692" y="862"/>
                  </a:moveTo>
                  <a:cubicBezTo>
                    <a:pt x="1692" y="1341"/>
                    <a:pt x="1309" y="1724"/>
                    <a:pt x="830" y="1724"/>
                  </a:cubicBezTo>
                  <a:cubicBezTo>
                    <a:pt x="384" y="1724"/>
                    <a:pt x="1" y="1341"/>
                    <a:pt x="1" y="862"/>
                  </a:cubicBezTo>
                  <a:cubicBezTo>
                    <a:pt x="1" y="384"/>
                    <a:pt x="384" y="1"/>
                    <a:pt x="830" y="1"/>
                  </a:cubicBezTo>
                  <a:cubicBezTo>
                    <a:pt x="1309" y="1"/>
                    <a:pt x="1692" y="384"/>
                    <a:pt x="1692" y="86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221" name="Google Shape;221;p8"/>
            <p:cNvCxnSpPr/>
            <p:nvPr/>
          </p:nvCxnSpPr>
          <p:spPr>
            <a:xfrm>
              <a:off x="7998600" y="219525"/>
              <a:ext cx="892500" cy="16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2" name="Google Shape;222;p8"/>
            <p:cNvCxnSpPr/>
            <p:nvPr/>
          </p:nvCxnSpPr>
          <p:spPr>
            <a:xfrm flipH="1">
              <a:off x="8847775" y="922625"/>
              <a:ext cx="216300" cy="4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3" name="Google Shape;223;p8"/>
            <p:cNvCxnSpPr/>
            <p:nvPr/>
          </p:nvCxnSpPr>
          <p:spPr>
            <a:xfrm>
              <a:off x="8842325" y="1382350"/>
              <a:ext cx="443400" cy="5409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4" name="Google Shape;224;p8"/>
            <p:cNvCxnSpPr/>
            <p:nvPr/>
          </p:nvCxnSpPr>
          <p:spPr>
            <a:xfrm flipH="1">
              <a:off x="8366250" y="673825"/>
              <a:ext cx="676200" cy="1083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25" name="Google Shape;225;p8"/>
          <p:cNvGrpSpPr/>
          <p:nvPr/>
        </p:nvGrpSpPr>
        <p:grpSpPr>
          <a:xfrm rot="-2835921">
            <a:off x="204832" y="152223"/>
            <a:ext cx="1492293" cy="961272"/>
            <a:chOff x="7714450" y="2073044"/>
            <a:chExt cx="1119226" cy="720958"/>
          </a:xfrm>
        </p:grpSpPr>
        <p:sp>
          <p:nvSpPr>
            <p:cNvPr id="226" name="Google Shape;226;p8"/>
            <p:cNvSpPr/>
            <p:nvPr/>
          </p:nvSpPr>
          <p:spPr>
            <a:xfrm>
              <a:off x="7740398" y="2102385"/>
              <a:ext cx="1083165" cy="662294"/>
            </a:xfrm>
            <a:custGeom>
              <a:avLst/>
              <a:gdLst/>
              <a:ahLst/>
              <a:cxnLst/>
              <a:rect l="l" t="t" r="r" b="b"/>
              <a:pathLst>
                <a:path w="30639" h="18734" fill="none" extrusionOk="0">
                  <a:moveTo>
                    <a:pt x="1" y="2266"/>
                  </a:moveTo>
                  <a:lnTo>
                    <a:pt x="12320" y="0"/>
                  </a:lnTo>
                  <a:lnTo>
                    <a:pt x="18703" y="957"/>
                  </a:lnTo>
                  <a:lnTo>
                    <a:pt x="18703" y="5394"/>
                  </a:lnTo>
                  <a:cubicBezTo>
                    <a:pt x="18703" y="5394"/>
                    <a:pt x="30639" y="7947"/>
                    <a:pt x="30479" y="8330"/>
                  </a:cubicBezTo>
                  <a:cubicBezTo>
                    <a:pt x="30319" y="8713"/>
                    <a:pt x="25022" y="18319"/>
                    <a:pt x="25022" y="18319"/>
                  </a:cubicBezTo>
                  <a:lnTo>
                    <a:pt x="12607" y="18734"/>
                  </a:lnTo>
                  <a:lnTo>
                    <a:pt x="18703" y="5394"/>
                  </a:lnTo>
                  <a:lnTo>
                    <a:pt x="25022" y="18319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319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" name="Google Shape;227;p8"/>
            <p:cNvSpPr/>
            <p:nvPr/>
          </p:nvSpPr>
          <p:spPr>
            <a:xfrm>
              <a:off x="8175892" y="2102385"/>
              <a:ext cx="225690" cy="190691"/>
            </a:xfrm>
            <a:custGeom>
              <a:avLst/>
              <a:gdLst/>
              <a:ahLst/>
              <a:cxnLst/>
              <a:rect l="l" t="t" r="r" b="b"/>
              <a:pathLst>
                <a:path w="6384" h="5394" fill="none" extrusionOk="0">
                  <a:moveTo>
                    <a:pt x="1" y="0"/>
                  </a:moveTo>
                  <a:lnTo>
                    <a:pt x="6384" y="5394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319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228" name="Google Shape;228;p8"/>
            <p:cNvGrpSpPr/>
            <p:nvPr/>
          </p:nvGrpSpPr>
          <p:grpSpPr>
            <a:xfrm>
              <a:off x="7714450" y="2073044"/>
              <a:ext cx="1119226" cy="720958"/>
              <a:chOff x="7714450" y="2073044"/>
              <a:chExt cx="1119226" cy="720958"/>
            </a:xfrm>
          </p:grpSpPr>
          <p:sp>
            <p:nvSpPr>
              <p:cNvPr id="229" name="Google Shape;229;p8"/>
              <p:cNvSpPr/>
              <p:nvPr/>
            </p:nvSpPr>
            <p:spPr>
              <a:xfrm>
                <a:off x="8603502" y="2726267"/>
                <a:ext cx="41787" cy="41787"/>
              </a:xfrm>
              <a:custGeom>
                <a:avLst/>
                <a:gdLst/>
                <a:ahLst/>
                <a:cxnLst/>
                <a:rect l="l" t="t" r="r" b="b"/>
                <a:pathLst>
                  <a:path w="1182" h="1182" extrusionOk="0">
                    <a:moveTo>
                      <a:pt x="351" y="160"/>
                    </a:moveTo>
                    <a:cubicBezTo>
                      <a:pt x="607" y="1"/>
                      <a:pt x="894" y="96"/>
                      <a:pt x="1053" y="352"/>
                    </a:cubicBezTo>
                    <a:cubicBezTo>
                      <a:pt x="1181" y="575"/>
                      <a:pt x="1085" y="894"/>
                      <a:pt x="862" y="1022"/>
                    </a:cubicBezTo>
                    <a:cubicBezTo>
                      <a:pt x="607" y="1182"/>
                      <a:pt x="287" y="1086"/>
                      <a:pt x="160" y="830"/>
                    </a:cubicBezTo>
                    <a:cubicBezTo>
                      <a:pt x="0" y="607"/>
                      <a:pt x="96" y="288"/>
                      <a:pt x="351" y="12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0" name="Google Shape;230;p8"/>
              <p:cNvSpPr/>
              <p:nvPr/>
            </p:nvSpPr>
            <p:spPr>
              <a:xfrm>
                <a:off x="8793021" y="2376535"/>
                <a:ext cx="40655" cy="41787"/>
              </a:xfrm>
              <a:custGeom>
                <a:avLst/>
                <a:gdLst/>
                <a:ahLst/>
                <a:cxnLst/>
                <a:rect l="l" t="t" r="r" b="b"/>
                <a:pathLst>
                  <a:path w="1150" h="1182" extrusionOk="0">
                    <a:moveTo>
                      <a:pt x="320" y="160"/>
                    </a:moveTo>
                    <a:cubicBezTo>
                      <a:pt x="575" y="0"/>
                      <a:pt x="894" y="96"/>
                      <a:pt x="1022" y="351"/>
                    </a:cubicBezTo>
                    <a:cubicBezTo>
                      <a:pt x="1150" y="575"/>
                      <a:pt x="1086" y="894"/>
                      <a:pt x="831" y="1021"/>
                    </a:cubicBezTo>
                    <a:cubicBezTo>
                      <a:pt x="575" y="1181"/>
                      <a:pt x="288" y="1085"/>
                      <a:pt x="128" y="830"/>
                    </a:cubicBezTo>
                    <a:cubicBezTo>
                      <a:pt x="1" y="607"/>
                      <a:pt x="97" y="287"/>
                      <a:pt x="320" y="16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1" name="Google Shape;231;p8"/>
              <p:cNvSpPr/>
              <p:nvPr/>
            </p:nvSpPr>
            <p:spPr>
              <a:xfrm>
                <a:off x="8380117" y="2271613"/>
                <a:ext cx="40655" cy="41787"/>
              </a:xfrm>
              <a:custGeom>
                <a:avLst/>
                <a:gdLst/>
                <a:ahLst/>
                <a:cxnLst/>
                <a:rect l="l" t="t" r="r" b="b"/>
                <a:pathLst>
                  <a:path w="1150" h="1182" extrusionOk="0">
                    <a:moveTo>
                      <a:pt x="319" y="128"/>
                    </a:moveTo>
                    <a:cubicBezTo>
                      <a:pt x="575" y="0"/>
                      <a:pt x="894" y="96"/>
                      <a:pt x="1021" y="319"/>
                    </a:cubicBezTo>
                    <a:cubicBezTo>
                      <a:pt x="1149" y="575"/>
                      <a:pt x="1053" y="894"/>
                      <a:pt x="830" y="1021"/>
                    </a:cubicBezTo>
                    <a:cubicBezTo>
                      <a:pt x="575" y="1181"/>
                      <a:pt x="255" y="1085"/>
                      <a:pt x="128" y="830"/>
                    </a:cubicBezTo>
                    <a:cubicBezTo>
                      <a:pt x="0" y="575"/>
                      <a:pt x="64" y="287"/>
                      <a:pt x="319" y="12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2" name="Google Shape;232;p8"/>
              <p:cNvSpPr/>
              <p:nvPr/>
            </p:nvSpPr>
            <p:spPr>
              <a:xfrm>
                <a:off x="7714450" y="2159902"/>
                <a:ext cx="40655" cy="41787"/>
              </a:xfrm>
              <a:custGeom>
                <a:avLst/>
                <a:gdLst/>
                <a:ahLst/>
                <a:cxnLst/>
                <a:rect l="l" t="t" r="r" b="b"/>
                <a:pathLst>
                  <a:path w="1150" h="1182" extrusionOk="0">
                    <a:moveTo>
                      <a:pt x="320" y="160"/>
                    </a:moveTo>
                    <a:cubicBezTo>
                      <a:pt x="575" y="1"/>
                      <a:pt x="894" y="96"/>
                      <a:pt x="1022" y="352"/>
                    </a:cubicBezTo>
                    <a:cubicBezTo>
                      <a:pt x="1150" y="607"/>
                      <a:pt x="1054" y="894"/>
                      <a:pt x="831" y="1054"/>
                    </a:cubicBezTo>
                    <a:cubicBezTo>
                      <a:pt x="575" y="1182"/>
                      <a:pt x="256" y="1086"/>
                      <a:pt x="128" y="862"/>
                    </a:cubicBezTo>
                    <a:cubicBezTo>
                      <a:pt x="1" y="607"/>
                      <a:pt x="65" y="288"/>
                      <a:pt x="320" y="16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3" name="Google Shape;233;p8"/>
              <p:cNvSpPr/>
              <p:nvPr/>
            </p:nvSpPr>
            <p:spPr>
              <a:xfrm>
                <a:off x="8381248" y="2115925"/>
                <a:ext cx="40655" cy="40620"/>
              </a:xfrm>
              <a:custGeom>
                <a:avLst/>
                <a:gdLst/>
                <a:ahLst/>
                <a:cxnLst/>
                <a:rect l="l" t="t" r="r" b="b"/>
                <a:pathLst>
                  <a:path w="1150" h="1149" extrusionOk="0">
                    <a:moveTo>
                      <a:pt x="319" y="128"/>
                    </a:moveTo>
                    <a:cubicBezTo>
                      <a:pt x="575" y="0"/>
                      <a:pt x="894" y="96"/>
                      <a:pt x="1021" y="319"/>
                    </a:cubicBezTo>
                    <a:cubicBezTo>
                      <a:pt x="1149" y="574"/>
                      <a:pt x="1085" y="894"/>
                      <a:pt x="830" y="1021"/>
                    </a:cubicBezTo>
                    <a:cubicBezTo>
                      <a:pt x="575" y="1149"/>
                      <a:pt x="287" y="1085"/>
                      <a:pt x="128" y="830"/>
                    </a:cubicBezTo>
                    <a:cubicBezTo>
                      <a:pt x="0" y="574"/>
                      <a:pt x="96" y="255"/>
                      <a:pt x="319" y="12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4" name="Google Shape;234;p8"/>
              <p:cNvSpPr/>
              <p:nvPr/>
            </p:nvSpPr>
            <p:spPr>
              <a:xfrm>
                <a:off x="8155600" y="2725135"/>
                <a:ext cx="67735" cy="68867"/>
              </a:xfrm>
              <a:custGeom>
                <a:avLst/>
                <a:gdLst/>
                <a:ahLst/>
                <a:cxnLst/>
                <a:rect l="l" t="t" r="r" b="b"/>
                <a:pathLst>
                  <a:path w="1916" h="1948" extrusionOk="0">
                    <a:moveTo>
                      <a:pt x="543" y="224"/>
                    </a:moveTo>
                    <a:cubicBezTo>
                      <a:pt x="958" y="1"/>
                      <a:pt x="1468" y="160"/>
                      <a:pt x="1692" y="543"/>
                    </a:cubicBezTo>
                    <a:cubicBezTo>
                      <a:pt x="1915" y="958"/>
                      <a:pt x="1787" y="1469"/>
                      <a:pt x="1373" y="1724"/>
                    </a:cubicBezTo>
                    <a:cubicBezTo>
                      <a:pt x="958" y="1948"/>
                      <a:pt x="447" y="1788"/>
                      <a:pt x="224" y="1405"/>
                    </a:cubicBezTo>
                    <a:cubicBezTo>
                      <a:pt x="0" y="990"/>
                      <a:pt x="128" y="480"/>
                      <a:pt x="543" y="22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5" name="Google Shape;235;p8"/>
              <p:cNvSpPr/>
              <p:nvPr/>
            </p:nvSpPr>
            <p:spPr>
              <a:xfrm>
                <a:off x="8133010" y="2073044"/>
                <a:ext cx="68867" cy="68867"/>
              </a:xfrm>
              <a:custGeom>
                <a:avLst/>
                <a:gdLst/>
                <a:ahLst/>
                <a:cxnLst/>
                <a:rect l="l" t="t" r="r" b="b"/>
                <a:pathLst>
                  <a:path w="1948" h="1948" extrusionOk="0">
                    <a:moveTo>
                      <a:pt x="575" y="256"/>
                    </a:moveTo>
                    <a:cubicBezTo>
                      <a:pt x="958" y="0"/>
                      <a:pt x="1501" y="160"/>
                      <a:pt x="1724" y="575"/>
                    </a:cubicBezTo>
                    <a:cubicBezTo>
                      <a:pt x="1948" y="958"/>
                      <a:pt x="1820" y="1500"/>
                      <a:pt x="1405" y="1724"/>
                    </a:cubicBezTo>
                    <a:cubicBezTo>
                      <a:pt x="990" y="1947"/>
                      <a:pt x="480" y="1819"/>
                      <a:pt x="256" y="1404"/>
                    </a:cubicBezTo>
                    <a:cubicBezTo>
                      <a:pt x="1" y="990"/>
                      <a:pt x="161" y="479"/>
                      <a:pt x="575" y="25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11489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"/>
          <p:cNvSpPr txBox="1">
            <a:spLocks noGrp="1"/>
          </p:cNvSpPr>
          <p:nvPr>
            <p:ph type="title"/>
          </p:nvPr>
        </p:nvSpPr>
        <p:spPr>
          <a:xfrm>
            <a:off x="2847400" y="2050733"/>
            <a:ext cx="6497200" cy="14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38" name="Google Shape;238;p9"/>
          <p:cNvSpPr txBox="1">
            <a:spLocks noGrp="1"/>
          </p:cNvSpPr>
          <p:nvPr>
            <p:ph type="subTitle" idx="1"/>
          </p:nvPr>
        </p:nvSpPr>
        <p:spPr>
          <a:xfrm>
            <a:off x="3141300" y="3580700"/>
            <a:ext cx="5909600" cy="8668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9244100" y="2713967"/>
            <a:ext cx="8042800" cy="80428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7A0B3">
                  <a:alpha val="0"/>
                </a:srgbClr>
              </a:gs>
              <a:gs pos="100000">
                <a:srgbClr val="07A0B3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0" name="Google Shape;240;p9"/>
          <p:cNvSpPr/>
          <p:nvPr/>
        </p:nvSpPr>
        <p:spPr>
          <a:xfrm>
            <a:off x="-5041867" y="-4084767"/>
            <a:ext cx="9004400" cy="9004400"/>
          </a:xfrm>
          <a:prstGeom prst="ellipse">
            <a:avLst/>
          </a:prstGeom>
          <a:gradFill>
            <a:gsLst>
              <a:gs pos="0">
                <a:schemeClr val="dk2"/>
              </a:gs>
              <a:gs pos="50000">
                <a:srgbClr val="942290">
                  <a:alpha val="0"/>
                </a:srgbClr>
              </a:gs>
              <a:gs pos="100000">
                <a:srgbClr val="94229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373593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"/>
          <p:cNvSpPr>
            <a:spLocks noGrp="1"/>
          </p:cNvSpPr>
          <p:nvPr>
            <p:ph type="pic" idx="2"/>
          </p:nvPr>
        </p:nvSpPr>
        <p:spPr>
          <a:xfrm>
            <a:off x="-6867" y="-20567"/>
            <a:ext cx="12192000" cy="69104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10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607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53277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"/>
          <p:cNvSpPr txBox="1">
            <a:spLocks noGrp="1"/>
          </p:cNvSpPr>
          <p:nvPr>
            <p:ph type="title" hasCustomPrompt="1"/>
          </p:nvPr>
        </p:nvSpPr>
        <p:spPr>
          <a:xfrm>
            <a:off x="950967" y="1672400"/>
            <a:ext cx="10290000" cy="15688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246" name="Google Shape;246;p11"/>
          <p:cNvSpPr txBox="1">
            <a:spLocks noGrp="1"/>
          </p:cNvSpPr>
          <p:nvPr>
            <p:ph type="subTitle" idx="1"/>
          </p:nvPr>
        </p:nvSpPr>
        <p:spPr>
          <a:xfrm>
            <a:off x="950967" y="3758400"/>
            <a:ext cx="10290000" cy="6144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600"/>
              <a:buNone/>
              <a:defRPr sz="2133"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-3360500" y="1464451"/>
            <a:ext cx="5832800" cy="58328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7A0B3">
                  <a:alpha val="0"/>
                </a:srgbClr>
              </a:gs>
              <a:gs pos="100000">
                <a:srgbClr val="07A0B3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248" name="Google Shape;248;p11"/>
          <p:cNvCxnSpPr/>
          <p:nvPr/>
        </p:nvCxnSpPr>
        <p:spPr>
          <a:xfrm rot="10800000" flipH="1">
            <a:off x="4305695" y="5845887"/>
            <a:ext cx="1480000" cy="2132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9" name="Google Shape;249;p11"/>
          <p:cNvSpPr/>
          <p:nvPr/>
        </p:nvSpPr>
        <p:spPr>
          <a:xfrm>
            <a:off x="7684933" y="-3294133"/>
            <a:ext cx="5832800" cy="5832800"/>
          </a:xfrm>
          <a:prstGeom prst="ellipse">
            <a:avLst/>
          </a:prstGeom>
          <a:gradFill>
            <a:gsLst>
              <a:gs pos="0">
                <a:schemeClr val="dk2"/>
              </a:gs>
              <a:gs pos="50000">
                <a:srgbClr val="942290">
                  <a:alpha val="0"/>
                </a:srgbClr>
              </a:gs>
              <a:gs pos="100000">
                <a:srgbClr val="94229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50" name="Google Shape;250;p11"/>
          <p:cNvGrpSpPr/>
          <p:nvPr/>
        </p:nvGrpSpPr>
        <p:grpSpPr>
          <a:xfrm>
            <a:off x="3454942" y="1878401"/>
            <a:ext cx="10463140" cy="8256524"/>
            <a:chOff x="2647347" y="1686630"/>
            <a:chExt cx="8014865" cy="6324577"/>
          </a:xfrm>
        </p:grpSpPr>
        <p:cxnSp>
          <p:nvCxnSpPr>
            <p:cNvPr id="251" name="Google Shape;251;p11"/>
            <p:cNvCxnSpPr/>
            <p:nvPr/>
          </p:nvCxnSpPr>
          <p:spPr>
            <a:xfrm rot="10800000">
              <a:off x="4892300" y="4605100"/>
              <a:ext cx="370800" cy="173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2" name="Google Shape;252;p11"/>
            <p:cNvCxnSpPr/>
            <p:nvPr/>
          </p:nvCxnSpPr>
          <p:spPr>
            <a:xfrm rot="10800000">
              <a:off x="5262950" y="4778550"/>
              <a:ext cx="673500" cy="7578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53" name="Google Shape;253;p11"/>
            <p:cNvGrpSpPr/>
            <p:nvPr/>
          </p:nvGrpSpPr>
          <p:grpSpPr>
            <a:xfrm rot="1223304">
              <a:off x="5150566" y="4924955"/>
              <a:ext cx="906421" cy="482749"/>
              <a:chOff x="3198538" y="6072725"/>
              <a:chExt cx="906375" cy="482725"/>
            </a:xfrm>
          </p:grpSpPr>
          <p:sp>
            <p:nvSpPr>
              <p:cNvPr id="254" name="Google Shape;254;p11"/>
              <p:cNvSpPr/>
              <p:nvPr/>
            </p:nvSpPr>
            <p:spPr>
              <a:xfrm>
                <a:off x="3198538" y="6072725"/>
                <a:ext cx="893625" cy="472350"/>
              </a:xfrm>
              <a:custGeom>
                <a:avLst/>
                <a:gdLst/>
                <a:ahLst/>
                <a:cxnLst/>
                <a:rect l="l" t="t" r="r" b="b"/>
                <a:pathLst>
                  <a:path w="35745" h="18894" fill="none" extrusionOk="0">
                    <a:moveTo>
                      <a:pt x="0" y="1"/>
                    </a:moveTo>
                    <a:lnTo>
                      <a:pt x="6862" y="17809"/>
                    </a:lnTo>
                    <a:lnTo>
                      <a:pt x="35744" y="18894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5" name="Google Shape;255;p11"/>
              <p:cNvSpPr/>
              <p:nvPr/>
            </p:nvSpPr>
            <p:spPr>
              <a:xfrm>
                <a:off x="4079363" y="6529900"/>
                <a:ext cx="25550" cy="25550"/>
              </a:xfrm>
              <a:custGeom>
                <a:avLst/>
                <a:gdLst/>
                <a:ahLst/>
                <a:cxnLst/>
                <a:rect l="l" t="t" r="r" b="b"/>
                <a:pathLst>
                  <a:path w="1022" h="1022" extrusionOk="0">
                    <a:moveTo>
                      <a:pt x="1022" y="511"/>
                    </a:moveTo>
                    <a:cubicBezTo>
                      <a:pt x="1022" y="798"/>
                      <a:pt x="798" y="1022"/>
                      <a:pt x="511" y="1022"/>
                    </a:cubicBezTo>
                    <a:cubicBezTo>
                      <a:pt x="224" y="1022"/>
                      <a:pt x="0" y="798"/>
                      <a:pt x="0" y="511"/>
                    </a:cubicBezTo>
                    <a:cubicBezTo>
                      <a:pt x="0" y="224"/>
                      <a:pt x="224" y="1"/>
                      <a:pt x="511" y="1"/>
                    </a:cubicBezTo>
                    <a:cubicBezTo>
                      <a:pt x="798" y="1"/>
                      <a:pt x="1022" y="224"/>
                      <a:pt x="1022" y="51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>
                <a:off x="3354113" y="6491600"/>
                <a:ext cx="42300" cy="42325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1693" extrusionOk="0">
                    <a:moveTo>
                      <a:pt x="1692" y="830"/>
                    </a:moveTo>
                    <a:cubicBezTo>
                      <a:pt x="1692" y="1309"/>
                      <a:pt x="1309" y="1692"/>
                      <a:pt x="862" y="1692"/>
                    </a:cubicBezTo>
                    <a:cubicBezTo>
                      <a:pt x="383" y="1692"/>
                      <a:pt x="0" y="1309"/>
                      <a:pt x="0" y="830"/>
                    </a:cubicBezTo>
                    <a:cubicBezTo>
                      <a:pt x="0" y="384"/>
                      <a:pt x="383" y="1"/>
                      <a:pt x="862" y="1"/>
                    </a:cubicBezTo>
                    <a:cubicBezTo>
                      <a:pt x="1309" y="1"/>
                      <a:pt x="1692" y="384"/>
                      <a:pt x="1692" y="83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57" name="Google Shape;257;p11"/>
            <p:cNvGrpSpPr/>
            <p:nvPr/>
          </p:nvGrpSpPr>
          <p:grpSpPr>
            <a:xfrm>
              <a:off x="6623250" y="4391575"/>
              <a:ext cx="584850" cy="594450"/>
              <a:chOff x="2214950" y="5878400"/>
              <a:chExt cx="584850" cy="594450"/>
            </a:xfrm>
          </p:grpSpPr>
          <p:sp>
            <p:nvSpPr>
              <p:cNvPr id="258" name="Google Shape;258;p11"/>
              <p:cNvSpPr/>
              <p:nvPr/>
            </p:nvSpPr>
            <p:spPr>
              <a:xfrm>
                <a:off x="2228500" y="5891175"/>
                <a:ext cx="546575" cy="562525"/>
              </a:xfrm>
              <a:custGeom>
                <a:avLst/>
                <a:gdLst/>
                <a:ahLst/>
                <a:cxnLst/>
                <a:rect l="l" t="t" r="r" b="b"/>
                <a:pathLst>
                  <a:path w="21863" h="22501" fill="none" extrusionOk="0">
                    <a:moveTo>
                      <a:pt x="14969" y="1"/>
                    </a:moveTo>
                    <a:lnTo>
                      <a:pt x="1" y="17202"/>
                    </a:lnTo>
                    <a:lnTo>
                      <a:pt x="21862" y="22500"/>
                    </a:lnTo>
                    <a:lnTo>
                      <a:pt x="16213" y="12192"/>
                    </a:lnTo>
                    <a:lnTo>
                      <a:pt x="1" y="17202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9" name="Google Shape;259;p11"/>
              <p:cNvSpPr/>
              <p:nvPr/>
            </p:nvSpPr>
            <p:spPr>
              <a:xfrm>
                <a:off x="2589950" y="5878400"/>
                <a:ext cx="25550" cy="25575"/>
              </a:xfrm>
              <a:custGeom>
                <a:avLst/>
                <a:gdLst/>
                <a:ahLst/>
                <a:cxnLst/>
                <a:rect l="l" t="t" r="r" b="b"/>
                <a:pathLst>
                  <a:path w="1022" h="1023" extrusionOk="0">
                    <a:moveTo>
                      <a:pt x="1021" y="512"/>
                    </a:moveTo>
                    <a:cubicBezTo>
                      <a:pt x="1021" y="799"/>
                      <a:pt x="798" y="1022"/>
                      <a:pt x="511" y="1022"/>
                    </a:cubicBezTo>
                    <a:cubicBezTo>
                      <a:pt x="224" y="1022"/>
                      <a:pt x="0" y="799"/>
                      <a:pt x="0" y="512"/>
                    </a:cubicBezTo>
                    <a:cubicBezTo>
                      <a:pt x="0" y="256"/>
                      <a:pt x="224" y="1"/>
                      <a:pt x="511" y="1"/>
                    </a:cubicBezTo>
                    <a:cubicBezTo>
                      <a:pt x="798" y="1"/>
                      <a:pt x="1021" y="256"/>
                      <a:pt x="1021" y="512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0" name="Google Shape;260;p11"/>
              <p:cNvSpPr/>
              <p:nvPr/>
            </p:nvSpPr>
            <p:spPr>
              <a:xfrm>
                <a:off x="2621050" y="6183200"/>
                <a:ext cx="25575" cy="25550"/>
              </a:xfrm>
              <a:custGeom>
                <a:avLst/>
                <a:gdLst/>
                <a:ahLst/>
                <a:cxnLst/>
                <a:rect l="l" t="t" r="r" b="b"/>
                <a:pathLst>
                  <a:path w="1023" h="1022" extrusionOk="0">
                    <a:moveTo>
                      <a:pt x="1022" y="511"/>
                    </a:moveTo>
                    <a:cubicBezTo>
                      <a:pt x="1022" y="798"/>
                      <a:pt x="799" y="1021"/>
                      <a:pt x="511" y="1021"/>
                    </a:cubicBezTo>
                    <a:cubicBezTo>
                      <a:pt x="224" y="1021"/>
                      <a:pt x="1" y="798"/>
                      <a:pt x="1" y="511"/>
                    </a:cubicBezTo>
                    <a:cubicBezTo>
                      <a:pt x="1" y="224"/>
                      <a:pt x="224" y="0"/>
                      <a:pt x="511" y="0"/>
                    </a:cubicBezTo>
                    <a:cubicBezTo>
                      <a:pt x="799" y="0"/>
                      <a:pt x="1022" y="224"/>
                      <a:pt x="1022" y="5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>
                <a:off x="2214950" y="6294100"/>
                <a:ext cx="42300" cy="42300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1692" extrusionOk="0">
                    <a:moveTo>
                      <a:pt x="1692" y="830"/>
                    </a:moveTo>
                    <a:cubicBezTo>
                      <a:pt x="1692" y="1309"/>
                      <a:pt x="1309" y="1692"/>
                      <a:pt x="830" y="1692"/>
                    </a:cubicBezTo>
                    <a:cubicBezTo>
                      <a:pt x="383" y="1692"/>
                      <a:pt x="0" y="1309"/>
                      <a:pt x="0" y="830"/>
                    </a:cubicBezTo>
                    <a:cubicBezTo>
                      <a:pt x="0" y="351"/>
                      <a:pt x="383" y="0"/>
                      <a:pt x="830" y="0"/>
                    </a:cubicBezTo>
                    <a:cubicBezTo>
                      <a:pt x="1309" y="0"/>
                      <a:pt x="1692" y="351"/>
                      <a:pt x="1692" y="83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>
                <a:off x="2757500" y="6430525"/>
                <a:ext cx="42300" cy="42325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1693" extrusionOk="0">
                    <a:moveTo>
                      <a:pt x="1692" y="830"/>
                    </a:moveTo>
                    <a:cubicBezTo>
                      <a:pt x="1692" y="1309"/>
                      <a:pt x="1309" y="1692"/>
                      <a:pt x="830" y="1692"/>
                    </a:cubicBezTo>
                    <a:cubicBezTo>
                      <a:pt x="383" y="1692"/>
                      <a:pt x="0" y="1309"/>
                      <a:pt x="0" y="830"/>
                    </a:cubicBezTo>
                    <a:cubicBezTo>
                      <a:pt x="0" y="384"/>
                      <a:pt x="383" y="1"/>
                      <a:pt x="830" y="1"/>
                    </a:cubicBezTo>
                    <a:cubicBezTo>
                      <a:pt x="1309" y="1"/>
                      <a:pt x="1692" y="384"/>
                      <a:pt x="1692" y="83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 rot="1364015" flipH="1">
              <a:off x="3127070" y="2898367"/>
              <a:ext cx="7055420" cy="3901102"/>
              <a:chOff x="7432275" y="5642550"/>
              <a:chExt cx="7056275" cy="3901575"/>
            </a:xfrm>
          </p:grpSpPr>
          <p:sp>
            <p:nvSpPr>
              <p:cNvPr id="264" name="Google Shape;264;p11"/>
              <p:cNvSpPr/>
              <p:nvPr/>
            </p:nvSpPr>
            <p:spPr>
              <a:xfrm>
                <a:off x="7432275" y="5642550"/>
                <a:ext cx="7032350" cy="3883225"/>
              </a:xfrm>
              <a:custGeom>
                <a:avLst/>
                <a:gdLst/>
                <a:ahLst/>
                <a:cxnLst/>
                <a:rect l="l" t="t" r="r" b="b"/>
                <a:pathLst>
                  <a:path w="281294" h="155329" fill="none" extrusionOk="0">
                    <a:moveTo>
                      <a:pt x="1" y="1"/>
                    </a:moveTo>
                    <a:lnTo>
                      <a:pt x="44489" y="36511"/>
                    </a:lnTo>
                    <a:lnTo>
                      <a:pt x="86680" y="32394"/>
                    </a:lnTo>
                    <a:lnTo>
                      <a:pt x="98361" y="54064"/>
                    </a:lnTo>
                    <a:lnTo>
                      <a:pt x="134137" y="55500"/>
                    </a:lnTo>
                    <a:lnTo>
                      <a:pt x="107073" y="86329"/>
                    </a:lnTo>
                    <a:lnTo>
                      <a:pt x="139881" y="94435"/>
                    </a:lnTo>
                    <a:lnTo>
                      <a:pt x="173583" y="83202"/>
                    </a:lnTo>
                    <a:lnTo>
                      <a:pt x="200135" y="117861"/>
                    </a:lnTo>
                    <a:lnTo>
                      <a:pt x="264124" y="131265"/>
                    </a:lnTo>
                    <a:lnTo>
                      <a:pt x="281293" y="155328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>
                <a:off x="8544500" y="6555300"/>
                <a:ext cx="596825" cy="495500"/>
              </a:xfrm>
              <a:custGeom>
                <a:avLst/>
                <a:gdLst/>
                <a:ahLst/>
                <a:cxnLst/>
                <a:rect l="l" t="t" r="r" b="b"/>
                <a:pathLst>
                  <a:path w="23873" h="19820" fill="none" extrusionOk="0">
                    <a:moveTo>
                      <a:pt x="23872" y="19820"/>
                    </a:moveTo>
                    <a:lnTo>
                      <a:pt x="0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>
                <a:off x="7778550" y="6452375"/>
                <a:ext cx="2112750" cy="1353200"/>
              </a:xfrm>
              <a:custGeom>
                <a:avLst/>
                <a:gdLst/>
                <a:ahLst/>
                <a:cxnLst/>
                <a:rect l="l" t="t" r="r" b="b"/>
                <a:pathLst>
                  <a:path w="84510" h="54128" fill="none" extrusionOk="0">
                    <a:moveTo>
                      <a:pt x="1" y="53521"/>
                    </a:moveTo>
                    <a:lnTo>
                      <a:pt x="36000" y="27702"/>
                    </a:lnTo>
                    <a:lnTo>
                      <a:pt x="30638" y="4118"/>
                    </a:lnTo>
                    <a:lnTo>
                      <a:pt x="17681" y="19979"/>
                    </a:lnTo>
                    <a:lnTo>
                      <a:pt x="36000" y="27702"/>
                    </a:lnTo>
                    <a:lnTo>
                      <a:pt x="54510" y="23937"/>
                    </a:lnTo>
                    <a:lnTo>
                      <a:pt x="65776" y="54128"/>
                    </a:lnTo>
                    <a:lnTo>
                      <a:pt x="84510" y="21671"/>
                    </a:lnTo>
                    <a:lnTo>
                      <a:pt x="54510" y="23937"/>
                    </a:lnTo>
                    <a:lnTo>
                      <a:pt x="72829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>
                <a:off x="8371350" y="7030025"/>
                <a:ext cx="2414350" cy="775550"/>
              </a:xfrm>
              <a:custGeom>
                <a:avLst/>
                <a:gdLst/>
                <a:ahLst/>
                <a:cxnLst/>
                <a:rect l="l" t="t" r="r" b="b"/>
                <a:pathLst>
                  <a:path w="96574" h="31022" fill="none" extrusionOk="0">
                    <a:moveTo>
                      <a:pt x="1" y="29554"/>
                    </a:moveTo>
                    <a:lnTo>
                      <a:pt x="12288" y="4596"/>
                    </a:lnTo>
                    <a:lnTo>
                      <a:pt x="13756" y="21256"/>
                    </a:lnTo>
                    <a:lnTo>
                      <a:pt x="42064" y="31022"/>
                    </a:lnTo>
                    <a:lnTo>
                      <a:pt x="96574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8" name="Google Shape;268;p11"/>
              <p:cNvSpPr/>
              <p:nvPr/>
            </p:nvSpPr>
            <p:spPr>
              <a:xfrm>
                <a:off x="10432225" y="7722575"/>
                <a:ext cx="1339625" cy="1514375"/>
              </a:xfrm>
              <a:custGeom>
                <a:avLst/>
                <a:gdLst/>
                <a:ahLst/>
                <a:cxnLst/>
                <a:rect l="l" t="t" r="r" b="b"/>
                <a:pathLst>
                  <a:path w="53585" h="60575" fill="none" extrusionOk="0">
                    <a:moveTo>
                      <a:pt x="19883" y="11234"/>
                    </a:moveTo>
                    <a:lnTo>
                      <a:pt x="1" y="46213"/>
                    </a:lnTo>
                    <a:lnTo>
                      <a:pt x="53585" y="1"/>
                    </a:lnTo>
                    <a:lnTo>
                      <a:pt x="40787" y="60574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9" name="Google Shape;269;p11"/>
              <p:cNvSpPr/>
              <p:nvPr/>
            </p:nvSpPr>
            <p:spPr>
              <a:xfrm>
                <a:off x="8544500" y="6043875"/>
                <a:ext cx="435650" cy="511450"/>
              </a:xfrm>
              <a:custGeom>
                <a:avLst/>
                <a:gdLst/>
                <a:ahLst/>
                <a:cxnLst/>
                <a:rect l="l" t="t" r="r" b="b"/>
                <a:pathLst>
                  <a:path w="17426" h="20458" fill="none" extrusionOk="0">
                    <a:moveTo>
                      <a:pt x="0" y="20458"/>
                    </a:moveTo>
                    <a:lnTo>
                      <a:pt x="17426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grpSp>
            <p:nvGrpSpPr>
              <p:cNvPr id="270" name="Google Shape;270;p11"/>
              <p:cNvGrpSpPr/>
              <p:nvPr/>
            </p:nvGrpSpPr>
            <p:grpSpPr>
              <a:xfrm>
                <a:off x="7815250" y="6023125"/>
                <a:ext cx="6673300" cy="3521000"/>
                <a:chOff x="7815250" y="6023125"/>
                <a:chExt cx="6673300" cy="3521000"/>
              </a:xfrm>
            </p:grpSpPr>
            <p:sp>
              <p:nvSpPr>
                <p:cNvPr id="271" name="Google Shape;271;p11"/>
                <p:cNvSpPr/>
                <p:nvPr/>
              </p:nvSpPr>
              <p:spPr>
                <a:xfrm>
                  <a:off x="8526150" y="6537750"/>
                  <a:ext cx="367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9" h="1437" extrusionOk="0">
                      <a:moveTo>
                        <a:pt x="1468" y="703"/>
                      </a:moveTo>
                      <a:cubicBezTo>
                        <a:pt x="1468" y="1118"/>
                        <a:pt x="1149" y="1437"/>
                        <a:pt x="734" y="1437"/>
                      </a:cubicBezTo>
                      <a:cubicBezTo>
                        <a:pt x="351" y="1437"/>
                        <a:pt x="0" y="1118"/>
                        <a:pt x="0" y="703"/>
                      </a:cubicBezTo>
                      <a:cubicBezTo>
                        <a:pt x="0" y="320"/>
                        <a:pt x="351" y="1"/>
                        <a:pt x="734" y="1"/>
                      </a:cubicBezTo>
                      <a:cubicBezTo>
                        <a:pt x="1149" y="1"/>
                        <a:pt x="1468" y="320"/>
                        <a:pt x="1468" y="70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72" name="Google Shape;272;p11"/>
                <p:cNvSpPr/>
                <p:nvPr/>
              </p:nvSpPr>
              <p:spPr>
                <a:xfrm>
                  <a:off x="9129325" y="7033225"/>
                  <a:ext cx="359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437" extrusionOk="0">
                      <a:moveTo>
                        <a:pt x="1437" y="703"/>
                      </a:moveTo>
                      <a:cubicBezTo>
                        <a:pt x="1437" y="1117"/>
                        <a:pt x="1117" y="1437"/>
                        <a:pt x="735" y="1437"/>
                      </a:cubicBezTo>
                      <a:cubicBezTo>
                        <a:pt x="320" y="1437"/>
                        <a:pt x="0" y="1117"/>
                        <a:pt x="0" y="703"/>
                      </a:cubicBezTo>
                      <a:cubicBezTo>
                        <a:pt x="0" y="320"/>
                        <a:pt x="320" y="0"/>
                        <a:pt x="735" y="0"/>
                      </a:cubicBezTo>
                      <a:cubicBezTo>
                        <a:pt x="1117" y="0"/>
                        <a:pt x="1437" y="320"/>
                        <a:pt x="1437" y="70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73" name="Google Shape;273;p11"/>
                <p:cNvSpPr/>
                <p:nvPr/>
              </p:nvSpPr>
              <p:spPr>
                <a:xfrm>
                  <a:off x="8699275" y="7540675"/>
                  <a:ext cx="359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437" extrusionOk="0">
                      <a:moveTo>
                        <a:pt x="1437" y="702"/>
                      </a:moveTo>
                      <a:cubicBezTo>
                        <a:pt x="1437" y="1117"/>
                        <a:pt x="1118" y="1436"/>
                        <a:pt x="735" y="1436"/>
                      </a:cubicBezTo>
                      <a:cubicBezTo>
                        <a:pt x="320" y="1436"/>
                        <a:pt x="1" y="1117"/>
                        <a:pt x="1" y="702"/>
                      </a:cubicBezTo>
                      <a:cubicBezTo>
                        <a:pt x="1" y="319"/>
                        <a:pt x="320" y="0"/>
                        <a:pt x="735" y="0"/>
                      </a:cubicBezTo>
                      <a:cubicBezTo>
                        <a:pt x="1118" y="0"/>
                        <a:pt x="1437" y="319"/>
                        <a:pt x="1437" y="70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74" name="Google Shape;274;p11"/>
                <p:cNvSpPr/>
                <p:nvPr/>
              </p:nvSpPr>
              <p:spPr>
                <a:xfrm>
                  <a:off x="13125800" y="9228150"/>
                  <a:ext cx="359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437" extrusionOk="0">
                      <a:moveTo>
                        <a:pt x="1436" y="702"/>
                      </a:moveTo>
                      <a:cubicBezTo>
                        <a:pt x="1436" y="1117"/>
                        <a:pt x="1117" y="1436"/>
                        <a:pt x="702" y="1436"/>
                      </a:cubicBezTo>
                      <a:cubicBezTo>
                        <a:pt x="319" y="1436"/>
                        <a:pt x="0" y="1117"/>
                        <a:pt x="0" y="702"/>
                      </a:cubicBezTo>
                      <a:cubicBezTo>
                        <a:pt x="0" y="319"/>
                        <a:pt x="319" y="0"/>
                        <a:pt x="702" y="0"/>
                      </a:cubicBezTo>
                      <a:cubicBezTo>
                        <a:pt x="1117" y="0"/>
                        <a:pt x="1436" y="319"/>
                        <a:pt x="1436" y="70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75" name="Google Shape;275;p11"/>
                <p:cNvSpPr/>
                <p:nvPr/>
              </p:nvSpPr>
              <p:spPr>
                <a:xfrm>
                  <a:off x="14017000" y="8906600"/>
                  <a:ext cx="367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9" h="1437" extrusionOk="0">
                      <a:moveTo>
                        <a:pt x="1469" y="703"/>
                      </a:moveTo>
                      <a:cubicBezTo>
                        <a:pt x="1469" y="1118"/>
                        <a:pt x="1118" y="1437"/>
                        <a:pt x="735" y="1437"/>
                      </a:cubicBezTo>
                      <a:cubicBezTo>
                        <a:pt x="352" y="1437"/>
                        <a:pt x="1" y="1118"/>
                        <a:pt x="1" y="703"/>
                      </a:cubicBezTo>
                      <a:cubicBezTo>
                        <a:pt x="1" y="320"/>
                        <a:pt x="352" y="1"/>
                        <a:pt x="735" y="1"/>
                      </a:cubicBezTo>
                      <a:cubicBezTo>
                        <a:pt x="1118" y="1"/>
                        <a:pt x="1469" y="320"/>
                        <a:pt x="1469" y="70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76" name="Google Shape;276;p11"/>
                <p:cNvSpPr/>
                <p:nvPr/>
              </p:nvSpPr>
              <p:spPr>
                <a:xfrm>
                  <a:off x="12255325" y="8041725"/>
                  <a:ext cx="359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437" extrusionOk="0">
                      <a:moveTo>
                        <a:pt x="1437" y="734"/>
                      </a:moveTo>
                      <a:cubicBezTo>
                        <a:pt x="1437" y="1117"/>
                        <a:pt x="1118" y="1436"/>
                        <a:pt x="735" y="1436"/>
                      </a:cubicBezTo>
                      <a:cubicBezTo>
                        <a:pt x="320" y="1436"/>
                        <a:pt x="1" y="1117"/>
                        <a:pt x="1" y="734"/>
                      </a:cubicBezTo>
                      <a:cubicBezTo>
                        <a:pt x="1" y="319"/>
                        <a:pt x="320" y="0"/>
                        <a:pt x="735" y="0"/>
                      </a:cubicBezTo>
                      <a:cubicBezTo>
                        <a:pt x="1118" y="0"/>
                        <a:pt x="1437" y="319"/>
                        <a:pt x="1437" y="73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77" name="Google Shape;277;p11"/>
                <p:cNvSpPr/>
                <p:nvPr/>
              </p:nvSpPr>
              <p:spPr>
                <a:xfrm>
                  <a:off x="9586500" y="6439625"/>
                  <a:ext cx="25550" cy="2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2" h="1022" extrusionOk="0">
                      <a:moveTo>
                        <a:pt x="1022" y="511"/>
                      </a:moveTo>
                      <a:cubicBezTo>
                        <a:pt x="1022" y="798"/>
                        <a:pt x="798" y="1021"/>
                        <a:pt x="511" y="1021"/>
                      </a:cubicBezTo>
                      <a:cubicBezTo>
                        <a:pt x="224" y="1021"/>
                        <a:pt x="0" y="798"/>
                        <a:pt x="0" y="511"/>
                      </a:cubicBezTo>
                      <a:cubicBezTo>
                        <a:pt x="0" y="224"/>
                        <a:pt x="224" y="0"/>
                        <a:pt x="511" y="0"/>
                      </a:cubicBezTo>
                      <a:cubicBezTo>
                        <a:pt x="798" y="0"/>
                        <a:pt x="1022" y="224"/>
                        <a:pt x="1022" y="5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78" name="Google Shape;278;p11"/>
                <p:cNvSpPr/>
                <p:nvPr/>
              </p:nvSpPr>
              <p:spPr>
                <a:xfrm>
                  <a:off x="8207800" y="6939075"/>
                  <a:ext cx="25550" cy="2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2" h="1022" extrusionOk="0">
                      <a:moveTo>
                        <a:pt x="1022" y="511"/>
                      </a:moveTo>
                      <a:cubicBezTo>
                        <a:pt x="1022" y="798"/>
                        <a:pt x="798" y="1022"/>
                        <a:pt x="511" y="1022"/>
                      </a:cubicBezTo>
                      <a:cubicBezTo>
                        <a:pt x="224" y="1022"/>
                        <a:pt x="0" y="798"/>
                        <a:pt x="0" y="511"/>
                      </a:cubicBezTo>
                      <a:cubicBezTo>
                        <a:pt x="0" y="256"/>
                        <a:pt x="224" y="1"/>
                        <a:pt x="511" y="1"/>
                      </a:cubicBezTo>
                      <a:cubicBezTo>
                        <a:pt x="798" y="1"/>
                        <a:pt x="1022" y="256"/>
                        <a:pt x="1022" y="5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79" name="Google Shape;279;p11"/>
                <p:cNvSpPr/>
                <p:nvPr/>
              </p:nvSpPr>
              <p:spPr>
                <a:xfrm>
                  <a:off x="8959375" y="602312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31"/>
                      </a:moveTo>
                      <a:cubicBezTo>
                        <a:pt x="1692" y="1309"/>
                        <a:pt x="1309" y="1692"/>
                        <a:pt x="831" y="1692"/>
                      </a:cubicBezTo>
                      <a:cubicBezTo>
                        <a:pt x="384" y="1692"/>
                        <a:pt x="1" y="1309"/>
                        <a:pt x="1" y="831"/>
                      </a:cubicBezTo>
                      <a:cubicBezTo>
                        <a:pt x="1" y="384"/>
                        <a:pt x="384" y="1"/>
                        <a:pt x="831" y="1"/>
                      </a:cubicBezTo>
                      <a:cubicBezTo>
                        <a:pt x="1309" y="1"/>
                        <a:pt x="1692" y="384"/>
                        <a:pt x="1692" y="83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80" name="Google Shape;280;p11"/>
                <p:cNvSpPr/>
                <p:nvPr/>
              </p:nvSpPr>
              <p:spPr>
                <a:xfrm>
                  <a:off x="9869725" y="697257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63"/>
                      </a:moveTo>
                      <a:cubicBezTo>
                        <a:pt x="1692" y="1309"/>
                        <a:pt x="1309" y="1692"/>
                        <a:pt x="831" y="1692"/>
                      </a:cubicBezTo>
                      <a:cubicBezTo>
                        <a:pt x="384" y="1692"/>
                        <a:pt x="1" y="1309"/>
                        <a:pt x="1" y="863"/>
                      </a:cubicBezTo>
                      <a:cubicBezTo>
                        <a:pt x="1" y="384"/>
                        <a:pt x="384" y="1"/>
                        <a:pt x="831" y="1"/>
                      </a:cubicBezTo>
                      <a:cubicBezTo>
                        <a:pt x="1309" y="1"/>
                        <a:pt x="1692" y="384"/>
                        <a:pt x="1692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81" name="Google Shape;281;p11"/>
                <p:cNvSpPr/>
                <p:nvPr/>
              </p:nvSpPr>
              <p:spPr>
                <a:xfrm>
                  <a:off x="10761750" y="7009300"/>
                  <a:ext cx="42300" cy="43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724" extrusionOk="0">
                      <a:moveTo>
                        <a:pt x="1692" y="862"/>
                      </a:moveTo>
                      <a:cubicBezTo>
                        <a:pt x="1692" y="1340"/>
                        <a:pt x="1309" y="1723"/>
                        <a:pt x="830" y="1723"/>
                      </a:cubicBezTo>
                      <a:cubicBezTo>
                        <a:pt x="351" y="1723"/>
                        <a:pt x="0" y="1340"/>
                        <a:pt x="0" y="862"/>
                      </a:cubicBezTo>
                      <a:cubicBezTo>
                        <a:pt x="0" y="383"/>
                        <a:pt x="351" y="0"/>
                        <a:pt x="830" y="0"/>
                      </a:cubicBezTo>
                      <a:cubicBezTo>
                        <a:pt x="1309" y="0"/>
                        <a:pt x="1692" y="383"/>
                        <a:pt x="1692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82" name="Google Shape;282;p11"/>
                <p:cNvSpPr/>
                <p:nvPr/>
              </p:nvSpPr>
              <p:spPr>
                <a:xfrm>
                  <a:off x="11751075" y="770102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63"/>
                      </a:moveTo>
                      <a:cubicBezTo>
                        <a:pt x="1692" y="1341"/>
                        <a:pt x="1309" y="1692"/>
                        <a:pt x="831" y="1692"/>
                      </a:cubicBezTo>
                      <a:cubicBezTo>
                        <a:pt x="352" y="1692"/>
                        <a:pt x="1" y="1341"/>
                        <a:pt x="1" y="863"/>
                      </a:cubicBezTo>
                      <a:cubicBezTo>
                        <a:pt x="1" y="384"/>
                        <a:pt x="352" y="1"/>
                        <a:pt x="831" y="1"/>
                      </a:cubicBezTo>
                      <a:cubicBezTo>
                        <a:pt x="1309" y="1"/>
                        <a:pt x="1692" y="384"/>
                        <a:pt x="1692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83" name="Google Shape;283;p11"/>
                <p:cNvSpPr/>
                <p:nvPr/>
              </p:nvSpPr>
              <p:spPr>
                <a:xfrm>
                  <a:off x="13032450" y="8323375"/>
                  <a:ext cx="43100" cy="42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" h="1692" extrusionOk="0">
                      <a:moveTo>
                        <a:pt x="1724" y="862"/>
                      </a:moveTo>
                      <a:cubicBezTo>
                        <a:pt x="1724" y="1340"/>
                        <a:pt x="1341" y="1692"/>
                        <a:pt x="862" y="1692"/>
                      </a:cubicBezTo>
                      <a:cubicBezTo>
                        <a:pt x="383" y="1692"/>
                        <a:pt x="0" y="1340"/>
                        <a:pt x="0" y="862"/>
                      </a:cubicBezTo>
                      <a:cubicBezTo>
                        <a:pt x="0" y="383"/>
                        <a:pt x="383" y="0"/>
                        <a:pt x="862" y="0"/>
                      </a:cubicBezTo>
                      <a:cubicBezTo>
                        <a:pt x="1341" y="0"/>
                        <a:pt x="1724" y="383"/>
                        <a:pt x="1724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84" name="Google Shape;284;p11"/>
                <p:cNvSpPr/>
                <p:nvPr/>
              </p:nvSpPr>
              <p:spPr>
                <a:xfrm>
                  <a:off x="14446250" y="9501800"/>
                  <a:ext cx="42300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693" extrusionOk="0">
                      <a:moveTo>
                        <a:pt x="1692" y="830"/>
                      </a:moveTo>
                      <a:cubicBezTo>
                        <a:pt x="1692" y="1309"/>
                        <a:pt x="1341" y="1692"/>
                        <a:pt x="862" y="1692"/>
                      </a:cubicBezTo>
                      <a:cubicBezTo>
                        <a:pt x="383" y="1692"/>
                        <a:pt x="0" y="1309"/>
                        <a:pt x="0" y="830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41" y="1"/>
                        <a:pt x="1692" y="384"/>
                        <a:pt x="1692" y="83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85" name="Google Shape;285;p11"/>
                <p:cNvSpPr/>
                <p:nvPr/>
              </p:nvSpPr>
              <p:spPr>
                <a:xfrm>
                  <a:off x="11427150" y="921297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62"/>
                      </a:moveTo>
                      <a:cubicBezTo>
                        <a:pt x="1692" y="1341"/>
                        <a:pt x="1309" y="1692"/>
                        <a:pt x="830" y="1692"/>
                      </a:cubicBezTo>
                      <a:cubicBezTo>
                        <a:pt x="352" y="1692"/>
                        <a:pt x="1" y="1341"/>
                        <a:pt x="1" y="862"/>
                      </a:cubicBezTo>
                      <a:cubicBezTo>
                        <a:pt x="1" y="384"/>
                        <a:pt x="352" y="1"/>
                        <a:pt x="830" y="1"/>
                      </a:cubicBezTo>
                      <a:cubicBezTo>
                        <a:pt x="1309" y="1"/>
                        <a:pt x="1692" y="384"/>
                        <a:pt x="1692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86" name="Google Shape;286;p11"/>
                <p:cNvSpPr/>
                <p:nvPr/>
              </p:nvSpPr>
              <p:spPr>
                <a:xfrm>
                  <a:off x="12419700" y="8567500"/>
                  <a:ext cx="43100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" h="1693" extrusionOk="0">
                      <a:moveTo>
                        <a:pt x="1723" y="863"/>
                      </a:moveTo>
                      <a:cubicBezTo>
                        <a:pt x="1723" y="1309"/>
                        <a:pt x="1341" y="1692"/>
                        <a:pt x="862" y="1692"/>
                      </a:cubicBezTo>
                      <a:cubicBezTo>
                        <a:pt x="383" y="1692"/>
                        <a:pt x="0" y="1309"/>
                        <a:pt x="0" y="863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41" y="1"/>
                        <a:pt x="1723" y="384"/>
                        <a:pt x="1723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87" name="Google Shape;287;p11"/>
                <p:cNvSpPr/>
                <p:nvPr/>
              </p:nvSpPr>
              <p:spPr>
                <a:xfrm>
                  <a:off x="9401400" y="7784000"/>
                  <a:ext cx="42300" cy="4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725" extrusionOk="0">
                      <a:moveTo>
                        <a:pt x="1692" y="863"/>
                      </a:moveTo>
                      <a:cubicBezTo>
                        <a:pt x="1692" y="1341"/>
                        <a:pt x="1309" y="1724"/>
                        <a:pt x="862" y="1724"/>
                      </a:cubicBezTo>
                      <a:cubicBezTo>
                        <a:pt x="383" y="1724"/>
                        <a:pt x="0" y="1341"/>
                        <a:pt x="0" y="863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09" y="1"/>
                        <a:pt x="1692" y="384"/>
                        <a:pt x="1692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88" name="Google Shape;288;p11"/>
                <p:cNvSpPr/>
                <p:nvPr/>
              </p:nvSpPr>
              <p:spPr>
                <a:xfrm>
                  <a:off x="10410675" y="885632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63"/>
                      </a:moveTo>
                      <a:cubicBezTo>
                        <a:pt x="1692" y="1309"/>
                        <a:pt x="1341" y="1692"/>
                        <a:pt x="863" y="1692"/>
                      </a:cubicBezTo>
                      <a:cubicBezTo>
                        <a:pt x="384" y="1692"/>
                        <a:pt x="1" y="1309"/>
                        <a:pt x="1" y="863"/>
                      </a:cubicBezTo>
                      <a:cubicBezTo>
                        <a:pt x="1" y="384"/>
                        <a:pt x="384" y="1"/>
                        <a:pt x="863" y="1"/>
                      </a:cubicBezTo>
                      <a:cubicBezTo>
                        <a:pt x="1341" y="1"/>
                        <a:pt x="1692" y="384"/>
                        <a:pt x="1692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89" name="Google Shape;289;p11"/>
                <p:cNvSpPr/>
                <p:nvPr/>
              </p:nvSpPr>
              <p:spPr>
                <a:xfrm>
                  <a:off x="10907750" y="7981875"/>
                  <a:ext cx="42300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693" extrusionOk="0">
                      <a:moveTo>
                        <a:pt x="1692" y="862"/>
                      </a:moveTo>
                      <a:cubicBezTo>
                        <a:pt x="1692" y="1341"/>
                        <a:pt x="1309" y="1692"/>
                        <a:pt x="862" y="1692"/>
                      </a:cubicBezTo>
                      <a:cubicBezTo>
                        <a:pt x="383" y="1692"/>
                        <a:pt x="0" y="1341"/>
                        <a:pt x="0" y="862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09" y="1"/>
                        <a:pt x="1692" y="384"/>
                        <a:pt x="1692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90" name="Google Shape;290;p11"/>
                <p:cNvSpPr/>
                <p:nvPr/>
              </p:nvSpPr>
              <p:spPr>
                <a:xfrm>
                  <a:off x="10089150" y="7779225"/>
                  <a:ext cx="43100" cy="42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" h="1692" extrusionOk="0">
                      <a:moveTo>
                        <a:pt x="1724" y="862"/>
                      </a:moveTo>
                      <a:cubicBezTo>
                        <a:pt x="1724" y="1309"/>
                        <a:pt x="1341" y="1692"/>
                        <a:pt x="862" y="1692"/>
                      </a:cubicBezTo>
                      <a:cubicBezTo>
                        <a:pt x="383" y="1692"/>
                        <a:pt x="0" y="1309"/>
                        <a:pt x="0" y="862"/>
                      </a:cubicBezTo>
                      <a:cubicBezTo>
                        <a:pt x="0" y="383"/>
                        <a:pt x="383" y="0"/>
                        <a:pt x="862" y="0"/>
                      </a:cubicBezTo>
                      <a:cubicBezTo>
                        <a:pt x="1341" y="0"/>
                        <a:pt x="1724" y="383"/>
                        <a:pt x="1724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91" name="Google Shape;291;p11"/>
                <p:cNvSpPr/>
                <p:nvPr/>
              </p:nvSpPr>
              <p:spPr>
                <a:xfrm>
                  <a:off x="8353800" y="7746500"/>
                  <a:ext cx="431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5" h="1693" extrusionOk="0">
                      <a:moveTo>
                        <a:pt x="1724" y="863"/>
                      </a:moveTo>
                      <a:cubicBezTo>
                        <a:pt x="1724" y="1341"/>
                        <a:pt x="1341" y="1692"/>
                        <a:pt x="862" y="1692"/>
                      </a:cubicBezTo>
                      <a:cubicBezTo>
                        <a:pt x="384" y="1692"/>
                        <a:pt x="1" y="1341"/>
                        <a:pt x="1" y="863"/>
                      </a:cubicBezTo>
                      <a:cubicBezTo>
                        <a:pt x="1" y="384"/>
                        <a:pt x="384" y="1"/>
                        <a:pt x="862" y="1"/>
                      </a:cubicBezTo>
                      <a:cubicBezTo>
                        <a:pt x="1341" y="1"/>
                        <a:pt x="1724" y="384"/>
                        <a:pt x="1724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92" name="Google Shape;292;p11"/>
                <p:cNvSpPr/>
                <p:nvPr/>
              </p:nvSpPr>
              <p:spPr>
                <a:xfrm>
                  <a:off x="8654600" y="7123375"/>
                  <a:ext cx="42300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693" extrusionOk="0">
                      <a:moveTo>
                        <a:pt x="1692" y="831"/>
                      </a:moveTo>
                      <a:cubicBezTo>
                        <a:pt x="1692" y="1309"/>
                        <a:pt x="1309" y="1692"/>
                        <a:pt x="862" y="1692"/>
                      </a:cubicBezTo>
                      <a:cubicBezTo>
                        <a:pt x="383" y="1692"/>
                        <a:pt x="0" y="1309"/>
                        <a:pt x="0" y="831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09" y="1"/>
                        <a:pt x="1692" y="384"/>
                        <a:pt x="1692" y="83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93" name="Google Shape;293;p11"/>
                <p:cNvSpPr/>
                <p:nvPr/>
              </p:nvSpPr>
              <p:spPr>
                <a:xfrm>
                  <a:off x="7815250" y="7722575"/>
                  <a:ext cx="43100" cy="43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" h="1724" extrusionOk="0">
                      <a:moveTo>
                        <a:pt x="1724" y="862"/>
                      </a:moveTo>
                      <a:cubicBezTo>
                        <a:pt x="1724" y="1341"/>
                        <a:pt x="1341" y="1724"/>
                        <a:pt x="862" y="1724"/>
                      </a:cubicBezTo>
                      <a:cubicBezTo>
                        <a:pt x="384" y="1724"/>
                        <a:pt x="1" y="1341"/>
                        <a:pt x="1" y="862"/>
                      </a:cubicBezTo>
                      <a:cubicBezTo>
                        <a:pt x="1" y="383"/>
                        <a:pt x="384" y="1"/>
                        <a:pt x="862" y="1"/>
                      </a:cubicBezTo>
                      <a:cubicBezTo>
                        <a:pt x="1341" y="1"/>
                        <a:pt x="1724" y="383"/>
                        <a:pt x="1724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cxnSp>
          <p:nvCxnSpPr>
            <p:cNvPr id="294" name="Google Shape;294;p11"/>
            <p:cNvCxnSpPr/>
            <p:nvPr/>
          </p:nvCxnSpPr>
          <p:spPr>
            <a:xfrm rot="10800000" flipH="1">
              <a:off x="5937425" y="4829875"/>
              <a:ext cx="716100" cy="7011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5" name="Google Shape;295;p11"/>
            <p:cNvSpPr/>
            <p:nvPr/>
          </p:nvSpPr>
          <p:spPr>
            <a:xfrm rot="1364015" flipH="1">
              <a:off x="4874441" y="4583177"/>
              <a:ext cx="36721" cy="36721"/>
            </a:xfrm>
            <a:custGeom>
              <a:avLst/>
              <a:gdLst/>
              <a:ahLst/>
              <a:cxnLst/>
              <a:rect l="l" t="t" r="r" b="b"/>
              <a:pathLst>
                <a:path w="1469" h="1469" extrusionOk="0">
                  <a:moveTo>
                    <a:pt x="1469" y="735"/>
                  </a:moveTo>
                  <a:cubicBezTo>
                    <a:pt x="1469" y="1118"/>
                    <a:pt x="1118" y="1469"/>
                    <a:pt x="735" y="1469"/>
                  </a:cubicBezTo>
                  <a:cubicBezTo>
                    <a:pt x="352" y="1469"/>
                    <a:pt x="1" y="1118"/>
                    <a:pt x="1" y="735"/>
                  </a:cubicBezTo>
                  <a:cubicBezTo>
                    <a:pt x="1" y="352"/>
                    <a:pt x="352" y="1"/>
                    <a:pt x="735" y="1"/>
                  </a:cubicBezTo>
                  <a:cubicBezTo>
                    <a:pt x="1118" y="1"/>
                    <a:pt x="1469" y="352"/>
                    <a:pt x="1469" y="735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296" name="Google Shape;296;p11"/>
            <p:cNvCxnSpPr/>
            <p:nvPr/>
          </p:nvCxnSpPr>
          <p:spPr>
            <a:xfrm>
              <a:off x="4894600" y="4600350"/>
              <a:ext cx="377700" cy="6558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97" name="Google Shape;297;p11"/>
          <p:cNvGrpSpPr/>
          <p:nvPr/>
        </p:nvGrpSpPr>
        <p:grpSpPr>
          <a:xfrm>
            <a:off x="-836449" y="5328921"/>
            <a:ext cx="5082388" cy="3306201"/>
            <a:chOff x="4987603" y="-1210105"/>
            <a:chExt cx="3893158" cy="2532582"/>
          </a:xfrm>
        </p:grpSpPr>
        <p:grpSp>
          <p:nvGrpSpPr>
            <p:cNvPr id="298" name="Google Shape;298;p11"/>
            <p:cNvGrpSpPr/>
            <p:nvPr/>
          </p:nvGrpSpPr>
          <p:grpSpPr>
            <a:xfrm rot="9743438">
              <a:off x="5446462" y="-754098"/>
              <a:ext cx="3265681" cy="1620568"/>
              <a:chOff x="7760941" y="6023125"/>
              <a:chExt cx="4032459" cy="2001075"/>
            </a:xfrm>
          </p:grpSpPr>
          <p:sp>
            <p:nvSpPr>
              <p:cNvPr id="299" name="Google Shape;299;p11"/>
              <p:cNvSpPr/>
              <p:nvPr/>
            </p:nvSpPr>
            <p:spPr>
              <a:xfrm>
                <a:off x="8544500" y="6555300"/>
                <a:ext cx="596825" cy="495500"/>
              </a:xfrm>
              <a:custGeom>
                <a:avLst/>
                <a:gdLst/>
                <a:ahLst/>
                <a:cxnLst/>
                <a:rect l="l" t="t" r="r" b="b"/>
                <a:pathLst>
                  <a:path w="23873" h="19820" fill="none" extrusionOk="0">
                    <a:moveTo>
                      <a:pt x="23872" y="19820"/>
                    </a:moveTo>
                    <a:lnTo>
                      <a:pt x="0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0" name="Google Shape;300;p11"/>
              <p:cNvSpPr/>
              <p:nvPr/>
            </p:nvSpPr>
            <p:spPr>
              <a:xfrm>
                <a:off x="7778550" y="6452375"/>
                <a:ext cx="2112750" cy="1353200"/>
              </a:xfrm>
              <a:custGeom>
                <a:avLst/>
                <a:gdLst/>
                <a:ahLst/>
                <a:cxnLst/>
                <a:rect l="l" t="t" r="r" b="b"/>
                <a:pathLst>
                  <a:path w="84510" h="54128" fill="none" extrusionOk="0">
                    <a:moveTo>
                      <a:pt x="1" y="53521"/>
                    </a:moveTo>
                    <a:lnTo>
                      <a:pt x="36000" y="27702"/>
                    </a:lnTo>
                    <a:lnTo>
                      <a:pt x="30638" y="4118"/>
                    </a:lnTo>
                    <a:lnTo>
                      <a:pt x="17681" y="19979"/>
                    </a:lnTo>
                    <a:lnTo>
                      <a:pt x="36000" y="27702"/>
                    </a:lnTo>
                    <a:lnTo>
                      <a:pt x="54510" y="23937"/>
                    </a:lnTo>
                    <a:lnTo>
                      <a:pt x="65776" y="54128"/>
                    </a:lnTo>
                    <a:lnTo>
                      <a:pt x="84510" y="21671"/>
                    </a:lnTo>
                    <a:lnTo>
                      <a:pt x="54510" y="23937"/>
                    </a:lnTo>
                    <a:lnTo>
                      <a:pt x="72829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1" name="Google Shape;301;p11"/>
              <p:cNvSpPr/>
              <p:nvPr/>
            </p:nvSpPr>
            <p:spPr>
              <a:xfrm>
                <a:off x="8371350" y="7030025"/>
                <a:ext cx="2414350" cy="775550"/>
              </a:xfrm>
              <a:custGeom>
                <a:avLst/>
                <a:gdLst/>
                <a:ahLst/>
                <a:cxnLst/>
                <a:rect l="l" t="t" r="r" b="b"/>
                <a:pathLst>
                  <a:path w="96574" h="31022" fill="none" extrusionOk="0">
                    <a:moveTo>
                      <a:pt x="1" y="29554"/>
                    </a:moveTo>
                    <a:lnTo>
                      <a:pt x="12288" y="4596"/>
                    </a:lnTo>
                    <a:lnTo>
                      <a:pt x="13756" y="21256"/>
                    </a:lnTo>
                    <a:lnTo>
                      <a:pt x="42064" y="31022"/>
                    </a:lnTo>
                    <a:lnTo>
                      <a:pt x="96574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2" name="Google Shape;302;p11"/>
              <p:cNvSpPr/>
              <p:nvPr/>
            </p:nvSpPr>
            <p:spPr>
              <a:xfrm>
                <a:off x="8544500" y="6043875"/>
                <a:ext cx="435650" cy="511450"/>
              </a:xfrm>
              <a:custGeom>
                <a:avLst/>
                <a:gdLst/>
                <a:ahLst/>
                <a:cxnLst/>
                <a:rect l="l" t="t" r="r" b="b"/>
                <a:pathLst>
                  <a:path w="17426" h="20458" fill="none" extrusionOk="0">
                    <a:moveTo>
                      <a:pt x="0" y="20458"/>
                    </a:moveTo>
                    <a:lnTo>
                      <a:pt x="17426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grpSp>
            <p:nvGrpSpPr>
              <p:cNvPr id="303" name="Google Shape;303;p11"/>
              <p:cNvGrpSpPr/>
              <p:nvPr/>
            </p:nvGrpSpPr>
            <p:grpSpPr>
              <a:xfrm>
                <a:off x="7760941" y="6023125"/>
                <a:ext cx="4032459" cy="2001075"/>
                <a:chOff x="7760941" y="6023125"/>
                <a:chExt cx="4032459" cy="2001075"/>
              </a:xfrm>
            </p:grpSpPr>
            <p:sp>
              <p:nvSpPr>
                <p:cNvPr id="304" name="Google Shape;304;p11"/>
                <p:cNvSpPr/>
                <p:nvPr/>
              </p:nvSpPr>
              <p:spPr>
                <a:xfrm>
                  <a:off x="8526150" y="6537750"/>
                  <a:ext cx="367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9" h="1437" extrusionOk="0">
                      <a:moveTo>
                        <a:pt x="1468" y="703"/>
                      </a:moveTo>
                      <a:cubicBezTo>
                        <a:pt x="1468" y="1118"/>
                        <a:pt x="1149" y="1437"/>
                        <a:pt x="734" y="1437"/>
                      </a:cubicBezTo>
                      <a:cubicBezTo>
                        <a:pt x="351" y="1437"/>
                        <a:pt x="0" y="1118"/>
                        <a:pt x="0" y="703"/>
                      </a:cubicBezTo>
                      <a:cubicBezTo>
                        <a:pt x="0" y="320"/>
                        <a:pt x="351" y="1"/>
                        <a:pt x="734" y="1"/>
                      </a:cubicBezTo>
                      <a:cubicBezTo>
                        <a:pt x="1149" y="1"/>
                        <a:pt x="1468" y="320"/>
                        <a:pt x="1468" y="70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05" name="Google Shape;305;p11"/>
                <p:cNvSpPr/>
                <p:nvPr/>
              </p:nvSpPr>
              <p:spPr>
                <a:xfrm>
                  <a:off x="9129325" y="7033225"/>
                  <a:ext cx="359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437" extrusionOk="0">
                      <a:moveTo>
                        <a:pt x="1437" y="703"/>
                      </a:moveTo>
                      <a:cubicBezTo>
                        <a:pt x="1437" y="1117"/>
                        <a:pt x="1117" y="1437"/>
                        <a:pt x="735" y="1437"/>
                      </a:cubicBezTo>
                      <a:cubicBezTo>
                        <a:pt x="320" y="1437"/>
                        <a:pt x="0" y="1117"/>
                        <a:pt x="0" y="703"/>
                      </a:cubicBezTo>
                      <a:cubicBezTo>
                        <a:pt x="0" y="320"/>
                        <a:pt x="320" y="0"/>
                        <a:pt x="735" y="0"/>
                      </a:cubicBezTo>
                      <a:cubicBezTo>
                        <a:pt x="1117" y="0"/>
                        <a:pt x="1437" y="320"/>
                        <a:pt x="1437" y="70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06" name="Google Shape;306;p11"/>
                <p:cNvSpPr/>
                <p:nvPr/>
              </p:nvSpPr>
              <p:spPr>
                <a:xfrm>
                  <a:off x="8699275" y="7540675"/>
                  <a:ext cx="359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437" extrusionOk="0">
                      <a:moveTo>
                        <a:pt x="1437" y="702"/>
                      </a:moveTo>
                      <a:cubicBezTo>
                        <a:pt x="1437" y="1117"/>
                        <a:pt x="1118" y="1436"/>
                        <a:pt x="735" y="1436"/>
                      </a:cubicBezTo>
                      <a:cubicBezTo>
                        <a:pt x="320" y="1436"/>
                        <a:pt x="1" y="1117"/>
                        <a:pt x="1" y="702"/>
                      </a:cubicBezTo>
                      <a:cubicBezTo>
                        <a:pt x="1" y="319"/>
                        <a:pt x="320" y="0"/>
                        <a:pt x="735" y="0"/>
                      </a:cubicBezTo>
                      <a:cubicBezTo>
                        <a:pt x="1118" y="0"/>
                        <a:pt x="1437" y="319"/>
                        <a:pt x="1437" y="70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07" name="Google Shape;307;p11"/>
                <p:cNvSpPr/>
                <p:nvPr/>
              </p:nvSpPr>
              <p:spPr>
                <a:xfrm>
                  <a:off x="9586500" y="6439625"/>
                  <a:ext cx="25550" cy="2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2" h="1022" extrusionOk="0">
                      <a:moveTo>
                        <a:pt x="1022" y="511"/>
                      </a:moveTo>
                      <a:cubicBezTo>
                        <a:pt x="1022" y="798"/>
                        <a:pt x="798" y="1021"/>
                        <a:pt x="511" y="1021"/>
                      </a:cubicBezTo>
                      <a:cubicBezTo>
                        <a:pt x="224" y="1021"/>
                        <a:pt x="0" y="798"/>
                        <a:pt x="0" y="511"/>
                      </a:cubicBezTo>
                      <a:cubicBezTo>
                        <a:pt x="0" y="224"/>
                        <a:pt x="224" y="0"/>
                        <a:pt x="511" y="0"/>
                      </a:cubicBezTo>
                      <a:cubicBezTo>
                        <a:pt x="798" y="0"/>
                        <a:pt x="1022" y="224"/>
                        <a:pt x="1022" y="5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08" name="Google Shape;308;p11"/>
                <p:cNvSpPr/>
                <p:nvPr/>
              </p:nvSpPr>
              <p:spPr>
                <a:xfrm>
                  <a:off x="8207800" y="6939075"/>
                  <a:ext cx="25550" cy="2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2" h="1022" extrusionOk="0">
                      <a:moveTo>
                        <a:pt x="1022" y="511"/>
                      </a:moveTo>
                      <a:cubicBezTo>
                        <a:pt x="1022" y="798"/>
                        <a:pt x="798" y="1022"/>
                        <a:pt x="511" y="1022"/>
                      </a:cubicBezTo>
                      <a:cubicBezTo>
                        <a:pt x="224" y="1022"/>
                        <a:pt x="0" y="798"/>
                        <a:pt x="0" y="511"/>
                      </a:cubicBezTo>
                      <a:cubicBezTo>
                        <a:pt x="0" y="256"/>
                        <a:pt x="224" y="1"/>
                        <a:pt x="511" y="1"/>
                      </a:cubicBezTo>
                      <a:cubicBezTo>
                        <a:pt x="798" y="1"/>
                        <a:pt x="1022" y="256"/>
                        <a:pt x="1022" y="5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09" name="Google Shape;309;p11"/>
                <p:cNvSpPr/>
                <p:nvPr/>
              </p:nvSpPr>
              <p:spPr>
                <a:xfrm>
                  <a:off x="8959375" y="602312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31"/>
                      </a:moveTo>
                      <a:cubicBezTo>
                        <a:pt x="1692" y="1309"/>
                        <a:pt x="1309" y="1692"/>
                        <a:pt x="831" y="1692"/>
                      </a:cubicBezTo>
                      <a:cubicBezTo>
                        <a:pt x="384" y="1692"/>
                        <a:pt x="1" y="1309"/>
                        <a:pt x="1" y="831"/>
                      </a:cubicBezTo>
                      <a:cubicBezTo>
                        <a:pt x="1" y="384"/>
                        <a:pt x="384" y="1"/>
                        <a:pt x="831" y="1"/>
                      </a:cubicBezTo>
                      <a:cubicBezTo>
                        <a:pt x="1309" y="1"/>
                        <a:pt x="1692" y="384"/>
                        <a:pt x="1692" y="83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10" name="Google Shape;310;p11"/>
                <p:cNvSpPr/>
                <p:nvPr/>
              </p:nvSpPr>
              <p:spPr>
                <a:xfrm>
                  <a:off x="9869725" y="697257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63"/>
                      </a:moveTo>
                      <a:cubicBezTo>
                        <a:pt x="1692" y="1309"/>
                        <a:pt x="1309" y="1692"/>
                        <a:pt x="831" y="1692"/>
                      </a:cubicBezTo>
                      <a:cubicBezTo>
                        <a:pt x="384" y="1692"/>
                        <a:pt x="1" y="1309"/>
                        <a:pt x="1" y="863"/>
                      </a:cubicBezTo>
                      <a:cubicBezTo>
                        <a:pt x="1" y="384"/>
                        <a:pt x="384" y="1"/>
                        <a:pt x="831" y="1"/>
                      </a:cubicBezTo>
                      <a:cubicBezTo>
                        <a:pt x="1309" y="1"/>
                        <a:pt x="1692" y="384"/>
                        <a:pt x="1692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11" name="Google Shape;311;p11"/>
                <p:cNvSpPr/>
                <p:nvPr/>
              </p:nvSpPr>
              <p:spPr>
                <a:xfrm>
                  <a:off x="10761750" y="7009300"/>
                  <a:ext cx="42300" cy="43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724" extrusionOk="0">
                      <a:moveTo>
                        <a:pt x="1692" y="862"/>
                      </a:moveTo>
                      <a:cubicBezTo>
                        <a:pt x="1692" y="1340"/>
                        <a:pt x="1309" y="1723"/>
                        <a:pt x="830" y="1723"/>
                      </a:cubicBezTo>
                      <a:cubicBezTo>
                        <a:pt x="351" y="1723"/>
                        <a:pt x="0" y="1340"/>
                        <a:pt x="0" y="862"/>
                      </a:cubicBezTo>
                      <a:cubicBezTo>
                        <a:pt x="0" y="383"/>
                        <a:pt x="351" y="0"/>
                        <a:pt x="830" y="0"/>
                      </a:cubicBezTo>
                      <a:cubicBezTo>
                        <a:pt x="1309" y="0"/>
                        <a:pt x="1692" y="383"/>
                        <a:pt x="1692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12" name="Google Shape;312;p11"/>
                <p:cNvSpPr/>
                <p:nvPr/>
              </p:nvSpPr>
              <p:spPr>
                <a:xfrm>
                  <a:off x="11751075" y="770102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63"/>
                      </a:moveTo>
                      <a:cubicBezTo>
                        <a:pt x="1692" y="1341"/>
                        <a:pt x="1309" y="1692"/>
                        <a:pt x="831" y="1692"/>
                      </a:cubicBezTo>
                      <a:cubicBezTo>
                        <a:pt x="352" y="1692"/>
                        <a:pt x="1" y="1341"/>
                        <a:pt x="1" y="863"/>
                      </a:cubicBezTo>
                      <a:cubicBezTo>
                        <a:pt x="1" y="384"/>
                        <a:pt x="352" y="1"/>
                        <a:pt x="831" y="1"/>
                      </a:cubicBezTo>
                      <a:cubicBezTo>
                        <a:pt x="1309" y="1"/>
                        <a:pt x="1692" y="384"/>
                        <a:pt x="1692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13" name="Google Shape;313;p11"/>
                <p:cNvSpPr/>
                <p:nvPr/>
              </p:nvSpPr>
              <p:spPr>
                <a:xfrm>
                  <a:off x="9401400" y="7784000"/>
                  <a:ext cx="42300" cy="4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725" extrusionOk="0">
                      <a:moveTo>
                        <a:pt x="1692" y="863"/>
                      </a:moveTo>
                      <a:cubicBezTo>
                        <a:pt x="1692" y="1341"/>
                        <a:pt x="1309" y="1724"/>
                        <a:pt x="862" y="1724"/>
                      </a:cubicBezTo>
                      <a:cubicBezTo>
                        <a:pt x="383" y="1724"/>
                        <a:pt x="0" y="1341"/>
                        <a:pt x="0" y="863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09" y="1"/>
                        <a:pt x="1692" y="384"/>
                        <a:pt x="1692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14" name="Google Shape;314;p11"/>
                <p:cNvSpPr/>
                <p:nvPr/>
              </p:nvSpPr>
              <p:spPr>
                <a:xfrm>
                  <a:off x="10907750" y="7981875"/>
                  <a:ext cx="42300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693" extrusionOk="0">
                      <a:moveTo>
                        <a:pt x="1692" y="862"/>
                      </a:moveTo>
                      <a:cubicBezTo>
                        <a:pt x="1692" y="1341"/>
                        <a:pt x="1309" y="1692"/>
                        <a:pt x="862" y="1692"/>
                      </a:cubicBezTo>
                      <a:cubicBezTo>
                        <a:pt x="383" y="1692"/>
                        <a:pt x="0" y="1341"/>
                        <a:pt x="0" y="862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09" y="1"/>
                        <a:pt x="1692" y="384"/>
                        <a:pt x="1692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15" name="Google Shape;315;p11"/>
                <p:cNvSpPr/>
                <p:nvPr/>
              </p:nvSpPr>
              <p:spPr>
                <a:xfrm>
                  <a:off x="10089150" y="7779225"/>
                  <a:ext cx="43100" cy="42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" h="1692" extrusionOk="0">
                      <a:moveTo>
                        <a:pt x="1724" y="862"/>
                      </a:moveTo>
                      <a:cubicBezTo>
                        <a:pt x="1724" y="1309"/>
                        <a:pt x="1341" y="1692"/>
                        <a:pt x="862" y="1692"/>
                      </a:cubicBezTo>
                      <a:cubicBezTo>
                        <a:pt x="383" y="1692"/>
                        <a:pt x="0" y="1309"/>
                        <a:pt x="0" y="862"/>
                      </a:cubicBezTo>
                      <a:cubicBezTo>
                        <a:pt x="0" y="383"/>
                        <a:pt x="383" y="0"/>
                        <a:pt x="862" y="0"/>
                      </a:cubicBezTo>
                      <a:cubicBezTo>
                        <a:pt x="1341" y="0"/>
                        <a:pt x="1724" y="383"/>
                        <a:pt x="1724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16" name="Google Shape;316;p11"/>
                <p:cNvSpPr/>
                <p:nvPr/>
              </p:nvSpPr>
              <p:spPr>
                <a:xfrm>
                  <a:off x="8353800" y="7746500"/>
                  <a:ext cx="431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5" h="1693" extrusionOk="0">
                      <a:moveTo>
                        <a:pt x="1724" y="863"/>
                      </a:moveTo>
                      <a:cubicBezTo>
                        <a:pt x="1724" y="1341"/>
                        <a:pt x="1341" y="1692"/>
                        <a:pt x="862" y="1692"/>
                      </a:cubicBezTo>
                      <a:cubicBezTo>
                        <a:pt x="384" y="1692"/>
                        <a:pt x="1" y="1341"/>
                        <a:pt x="1" y="863"/>
                      </a:cubicBezTo>
                      <a:cubicBezTo>
                        <a:pt x="1" y="384"/>
                        <a:pt x="384" y="1"/>
                        <a:pt x="862" y="1"/>
                      </a:cubicBezTo>
                      <a:cubicBezTo>
                        <a:pt x="1341" y="1"/>
                        <a:pt x="1724" y="384"/>
                        <a:pt x="1724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17" name="Google Shape;317;p11"/>
                <p:cNvSpPr/>
                <p:nvPr/>
              </p:nvSpPr>
              <p:spPr>
                <a:xfrm>
                  <a:off x="8654600" y="7123375"/>
                  <a:ext cx="42300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693" extrusionOk="0">
                      <a:moveTo>
                        <a:pt x="1692" y="831"/>
                      </a:moveTo>
                      <a:cubicBezTo>
                        <a:pt x="1692" y="1309"/>
                        <a:pt x="1309" y="1692"/>
                        <a:pt x="862" y="1692"/>
                      </a:cubicBezTo>
                      <a:cubicBezTo>
                        <a:pt x="383" y="1692"/>
                        <a:pt x="0" y="1309"/>
                        <a:pt x="0" y="831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09" y="1"/>
                        <a:pt x="1692" y="384"/>
                        <a:pt x="1692" y="83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18" name="Google Shape;318;p11"/>
                <p:cNvSpPr/>
                <p:nvPr/>
              </p:nvSpPr>
              <p:spPr>
                <a:xfrm>
                  <a:off x="7760941" y="7764089"/>
                  <a:ext cx="43100" cy="43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" h="1724" extrusionOk="0">
                      <a:moveTo>
                        <a:pt x="1724" y="862"/>
                      </a:moveTo>
                      <a:cubicBezTo>
                        <a:pt x="1724" y="1341"/>
                        <a:pt x="1341" y="1724"/>
                        <a:pt x="862" y="1724"/>
                      </a:cubicBezTo>
                      <a:cubicBezTo>
                        <a:pt x="384" y="1724"/>
                        <a:pt x="1" y="1341"/>
                        <a:pt x="1" y="862"/>
                      </a:cubicBezTo>
                      <a:cubicBezTo>
                        <a:pt x="1" y="383"/>
                        <a:pt x="384" y="1"/>
                        <a:pt x="862" y="1"/>
                      </a:cubicBezTo>
                      <a:cubicBezTo>
                        <a:pt x="1341" y="1"/>
                        <a:pt x="1724" y="383"/>
                        <a:pt x="1724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grpSp>
          <p:nvGrpSpPr>
            <p:cNvPr id="319" name="Google Shape;319;p11"/>
            <p:cNvGrpSpPr/>
            <p:nvPr/>
          </p:nvGrpSpPr>
          <p:grpSpPr>
            <a:xfrm rot="-2420379">
              <a:off x="5087881" y="90915"/>
              <a:ext cx="1119196" cy="720939"/>
              <a:chOff x="7714450" y="2073044"/>
              <a:chExt cx="1119226" cy="720958"/>
            </a:xfrm>
          </p:grpSpPr>
          <p:sp>
            <p:nvSpPr>
              <p:cNvPr id="320" name="Google Shape;320;p11"/>
              <p:cNvSpPr/>
              <p:nvPr/>
            </p:nvSpPr>
            <p:spPr>
              <a:xfrm>
                <a:off x="7740398" y="2102385"/>
                <a:ext cx="1083165" cy="662294"/>
              </a:xfrm>
              <a:custGeom>
                <a:avLst/>
                <a:gdLst/>
                <a:ahLst/>
                <a:cxnLst/>
                <a:rect l="l" t="t" r="r" b="b"/>
                <a:pathLst>
                  <a:path w="30639" h="18734" fill="none" extrusionOk="0">
                    <a:moveTo>
                      <a:pt x="1" y="2266"/>
                    </a:moveTo>
                    <a:lnTo>
                      <a:pt x="12320" y="0"/>
                    </a:lnTo>
                    <a:lnTo>
                      <a:pt x="18703" y="957"/>
                    </a:lnTo>
                    <a:lnTo>
                      <a:pt x="18703" y="5394"/>
                    </a:lnTo>
                    <a:cubicBezTo>
                      <a:pt x="18703" y="5394"/>
                      <a:pt x="30639" y="7947"/>
                      <a:pt x="30479" y="8330"/>
                    </a:cubicBezTo>
                    <a:cubicBezTo>
                      <a:pt x="30319" y="8713"/>
                      <a:pt x="25022" y="18319"/>
                      <a:pt x="25022" y="18319"/>
                    </a:cubicBezTo>
                    <a:lnTo>
                      <a:pt x="12607" y="18734"/>
                    </a:lnTo>
                    <a:lnTo>
                      <a:pt x="18703" y="5394"/>
                    </a:lnTo>
                    <a:lnTo>
                      <a:pt x="25022" y="18319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1" name="Google Shape;321;p11"/>
              <p:cNvSpPr/>
              <p:nvPr/>
            </p:nvSpPr>
            <p:spPr>
              <a:xfrm>
                <a:off x="8175892" y="2102385"/>
                <a:ext cx="225690" cy="190691"/>
              </a:xfrm>
              <a:custGeom>
                <a:avLst/>
                <a:gdLst/>
                <a:ahLst/>
                <a:cxnLst/>
                <a:rect l="l" t="t" r="r" b="b"/>
                <a:pathLst>
                  <a:path w="6384" h="5394" fill="none" extrusionOk="0">
                    <a:moveTo>
                      <a:pt x="1" y="0"/>
                    </a:moveTo>
                    <a:lnTo>
                      <a:pt x="6384" y="5394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grpSp>
            <p:nvGrpSpPr>
              <p:cNvPr id="322" name="Google Shape;322;p11"/>
              <p:cNvGrpSpPr/>
              <p:nvPr/>
            </p:nvGrpSpPr>
            <p:grpSpPr>
              <a:xfrm>
                <a:off x="7714450" y="2073044"/>
                <a:ext cx="1119226" cy="720958"/>
                <a:chOff x="7714450" y="2073044"/>
                <a:chExt cx="1119226" cy="720958"/>
              </a:xfrm>
            </p:grpSpPr>
            <p:sp>
              <p:nvSpPr>
                <p:cNvPr id="323" name="Google Shape;323;p11"/>
                <p:cNvSpPr/>
                <p:nvPr/>
              </p:nvSpPr>
              <p:spPr>
                <a:xfrm>
                  <a:off x="8603502" y="2726267"/>
                  <a:ext cx="41787" cy="41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2" h="1182" extrusionOk="0">
                      <a:moveTo>
                        <a:pt x="351" y="160"/>
                      </a:moveTo>
                      <a:cubicBezTo>
                        <a:pt x="607" y="1"/>
                        <a:pt x="894" y="96"/>
                        <a:pt x="1053" y="352"/>
                      </a:cubicBezTo>
                      <a:cubicBezTo>
                        <a:pt x="1181" y="575"/>
                        <a:pt x="1085" y="894"/>
                        <a:pt x="862" y="1022"/>
                      </a:cubicBezTo>
                      <a:cubicBezTo>
                        <a:pt x="607" y="1182"/>
                        <a:pt x="287" y="1086"/>
                        <a:pt x="160" y="830"/>
                      </a:cubicBezTo>
                      <a:cubicBezTo>
                        <a:pt x="0" y="607"/>
                        <a:pt x="96" y="288"/>
                        <a:pt x="351" y="12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24" name="Google Shape;324;p11"/>
                <p:cNvSpPr/>
                <p:nvPr/>
              </p:nvSpPr>
              <p:spPr>
                <a:xfrm>
                  <a:off x="8793021" y="2376535"/>
                  <a:ext cx="40655" cy="41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0" h="1182" extrusionOk="0">
                      <a:moveTo>
                        <a:pt x="320" y="160"/>
                      </a:moveTo>
                      <a:cubicBezTo>
                        <a:pt x="575" y="0"/>
                        <a:pt x="894" y="96"/>
                        <a:pt x="1022" y="351"/>
                      </a:cubicBezTo>
                      <a:cubicBezTo>
                        <a:pt x="1150" y="575"/>
                        <a:pt x="1086" y="894"/>
                        <a:pt x="831" y="1021"/>
                      </a:cubicBezTo>
                      <a:cubicBezTo>
                        <a:pt x="575" y="1181"/>
                        <a:pt x="288" y="1085"/>
                        <a:pt x="128" y="830"/>
                      </a:cubicBezTo>
                      <a:cubicBezTo>
                        <a:pt x="1" y="607"/>
                        <a:pt x="97" y="287"/>
                        <a:pt x="320" y="16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25" name="Google Shape;325;p11"/>
                <p:cNvSpPr/>
                <p:nvPr/>
              </p:nvSpPr>
              <p:spPr>
                <a:xfrm>
                  <a:off x="8380117" y="2271613"/>
                  <a:ext cx="40655" cy="41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0" h="1182" extrusionOk="0">
                      <a:moveTo>
                        <a:pt x="319" y="128"/>
                      </a:moveTo>
                      <a:cubicBezTo>
                        <a:pt x="575" y="0"/>
                        <a:pt x="894" y="96"/>
                        <a:pt x="1021" y="319"/>
                      </a:cubicBezTo>
                      <a:cubicBezTo>
                        <a:pt x="1149" y="575"/>
                        <a:pt x="1053" y="894"/>
                        <a:pt x="830" y="1021"/>
                      </a:cubicBezTo>
                      <a:cubicBezTo>
                        <a:pt x="575" y="1181"/>
                        <a:pt x="255" y="1085"/>
                        <a:pt x="128" y="830"/>
                      </a:cubicBezTo>
                      <a:cubicBezTo>
                        <a:pt x="0" y="575"/>
                        <a:pt x="64" y="287"/>
                        <a:pt x="319" y="12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26" name="Google Shape;326;p11"/>
                <p:cNvSpPr/>
                <p:nvPr/>
              </p:nvSpPr>
              <p:spPr>
                <a:xfrm>
                  <a:off x="7714450" y="2159902"/>
                  <a:ext cx="40655" cy="41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0" h="1182" extrusionOk="0">
                      <a:moveTo>
                        <a:pt x="320" y="160"/>
                      </a:moveTo>
                      <a:cubicBezTo>
                        <a:pt x="575" y="1"/>
                        <a:pt x="894" y="96"/>
                        <a:pt x="1022" y="352"/>
                      </a:cubicBezTo>
                      <a:cubicBezTo>
                        <a:pt x="1150" y="607"/>
                        <a:pt x="1054" y="894"/>
                        <a:pt x="831" y="1054"/>
                      </a:cubicBezTo>
                      <a:cubicBezTo>
                        <a:pt x="575" y="1182"/>
                        <a:pt x="256" y="1086"/>
                        <a:pt x="128" y="862"/>
                      </a:cubicBezTo>
                      <a:cubicBezTo>
                        <a:pt x="1" y="607"/>
                        <a:pt x="65" y="288"/>
                        <a:pt x="320" y="16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27" name="Google Shape;327;p11"/>
                <p:cNvSpPr/>
                <p:nvPr/>
              </p:nvSpPr>
              <p:spPr>
                <a:xfrm>
                  <a:off x="8381248" y="2115925"/>
                  <a:ext cx="40655" cy="406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0" h="1149" extrusionOk="0">
                      <a:moveTo>
                        <a:pt x="319" y="128"/>
                      </a:moveTo>
                      <a:cubicBezTo>
                        <a:pt x="575" y="0"/>
                        <a:pt x="894" y="96"/>
                        <a:pt x="1021" y="319"/>
                      </a:cubicBezTo>
                      <a:cubicBezTo>
                        <a:pt x="1149" y="574"/>
                        <a:pt x="1085" y="894"/>
                        <a:pt x="830" y="1021"/>
                      </a:cubicBezTo>
                      <a:cubicBezTo>
                        <a:pt x="575" y="1149"/>
                        <a:pt x="287" y="1085"/>
                        <a:pt x="128" y="830"/>
                      </a:cubicBezTo>
                      <a:cubicBezTo>
                        <a:pt x="0" y="574"/>
                        <a:pt x="96" y="255"/>
                        <a:pt x="319" y="12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28" name="Google Shape;328;p11"/>
                <p:cNvSpPr/>
                <p:nvPr/>
              </p:nvSpPr>
              <p:spPr>
                <a:xfrm>
                  <a:off x="8155600" y="2725135"/>
                  <a:ext cx="67735" cy="688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6" h="1948" extrusionOk="0">
                      <a:moveTo>
                        <a:pt x="543" y="224"/>
                      </a:moveTo>
                      <a:cubicBezTo>
                        <a:pt x="958" y="1"/>
                        <a:pt x="1468" y="160"/>
                        <a:pt x="1692" y="543"/>
                      </a:cubicBezTo>
                      <a:cubicBezTo>
                        <a:pt x="1915" y="958"/>
                        <a:pt x="1787" y="1469"/>
                        <a:pt x="1373" y="1724"/>
                      </a:cubicBezTo>
                      <a:cubicBezTo>
                        <a:pt x="958" y="1948"/>
                        <a:pt x="447" y="1788"/>
                        <a:pt x="224" y="1405"/>
                      </a:cubicBezTo>
                      <a:cubicBezTo>
                        <a:pt x="0" y="990"/>
                        <a:pt x="128" y="480"/>
                        <a:pt x="543" y="22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29" name="Google Shape;329;p11"/>
                <p:cNvSpPr/>
                <p:nvPr/>
              </p:nvSpPr>
              <p:spPr>
                <a:xfrm>
                  <a:off x="8133010" y="2073044"/>
                  <a:ext cx="68867" cy="688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8" h="1948" extrusionOk="0">
                      <a:moveTo>
                        <a:pt x="575" y="256"/>
                      </a:moveTo>
                      <a:cubicBezTo>
                        <a:pt x="958" y="0"/>
                        <a:pt x="1501" y="160"/>
                        <a:pt x="1724" y="575"/>
                      </a:cubicBezTo>
                      <a:cubicBezTo>
                        <a:pt x="1948" y="958"/>
                        <a:pt x="1820" y="1500"/>
                        <a:pt x="1405" y="1724"/>
                      </a:cubicBezTo>
                      <a:cubicBezTo>
                        <a:pt x="990" y="1947"/>
                        <a:pt x="480" y="1819"/>
                        <a:pt x="256" y="1404"/>
                      </a:cubicBezTo>
                      <a:cubicBezTo>
                        <a:pt x="1" y="990"/>
                        <a:pt x="161" y="479"/>
                        <a:pt x="575" y="25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cxnSp>
          <p:nvCxnSpPr>
            <p:cNvPr id="330" name="Google Shape;330;p11"/>
            <p:cNvCxnSpPr/>
            <p:nvPr/>
          </p:nvCxnSpPr>
          <p:spPr>
            <a:xfrm rot="8379401" flipH="1">
              <a:off x="5934222" y="-208196"/>
              <a:ext cx="802174" cy="20858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1" name="Google Shape;331;p11"/>
            <p:cNvCxnSpPr/>
            <p:nvPr/>
          </p:nvCxnSpPr>
          <p:spPr>
            <a:xfrm rot="-2419988" flipH="1">
              <a:off x="5870070" y="-378814"/>
              <a:ext cx="250297" cy="421848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2" name="Google Shape;332;p11"/>
            <p:cNvCxnSpPr/>
            <p:nvPr/>
          </p:nvCxnSpPr>
          <p:spPr>
            <a:xfrm rot="-2421872">
              <a:off x="5436097" y="-42466"/>
              <a:ext cx="47248" cy="233051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3" name="Google Shape;333;p11"/>
            <p:cNvCxnSpPr/>
            <p:nvPr/>
          </p:nvCxnSpPr>
          <p:spPr>
            <a:xfrm rot="-2420839">
              <a:off x="5586763" y="-20800"/>
              <a:ext cx="418430" cy="25264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334" name="Google Shape;334;p11"/>
          <p:cNvCxnSpPr/>
          <p:nvPr/>
        </p:nvCxnSpPr>
        <p:spPr>
          <a:xfrm>
            <a:off x="3664816" y="5573755"/>
            <a:ext cx="654400" cy="4884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5" name="Google Shape;335;p11"/>
          <p:cNvCxnSpPr/>
          <p:nvPr/>
        </p:nvCxnSpPr>
        <p:spPr>
          <a:xfrm rot="10800000" flipH="1">
            <a:off x="-334756" y="6367981"/>
            <a:ext cx="760400" cy="5512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6" name="Google Shape;336;p11"/>
          <p:cNvCxnSpPr/>
          <p:nvPr/>
        </p:nvCxnSpPr>
        <p:spPr>
          <a:xfrm rot="10800000" flipH="1">
            <a:off x="430433" y="6308853"/>
            <a:ext cx="888400" cy="592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7" name="Google Shape;337;p11"/>
          <p:cNvCxnSpPr/>
          <p:nvPr/>
        </p:nvCxnSpPr>
        <p:spPr>
          <a:xfrm flipH="1">
            <a:off x="867660" y="6308852"/>
            <a:ext cx="446400" cy="9884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8" name="Google Shape;338;p11"/>
          <p:cNvCxnSpPr/>
          <p:nvPr/>
        </p:nvCxnSpPr>
        <p:spPr>
          <a:xfrm rot="10800000" flipH="1">
            <a:off x="1323165" y="6081483"/>
            <a:ext cx="683600" cy="2228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9" name="Google Shape;339;p11"/>
          <p:cNvCxnSpPr/>
          <p:nvPr/>
        </p:nvCxnSpPr>
        <p:spPr>
          <a:xfrm flipH="1">
            <a:off x="2784975" y="5780505"/>
            <a:ext cx="287200" cy="3236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0" name="Google Shape;340;p11"/>
          <p:cNvCxnSpPr/>
          <p:nvPr/>
        </p:nvCxnSpPr>
        <p:spPr>
          <a:xfrm rot="10800000" flipH="1">
            <a:off x="3067605" y="5575441"/>
            <a:ext cx="592000" cy="2096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1" name="Google Shape;341;p11"/>
          <p:cNvCxnSpPr/>
          <p:nvPr/>
        </p:nvCxnSpPr>
        <p:spPr>
          <a:xfrm>
            <a:off x="4312449" y="6055693"/>
            <a:ext cx="915600" cy="8448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2" name="Google Shape;342;p11"/>
          <p:cNvCxnSpPr/>
          <p:nvPr/>
        </p:nvCxnSpPr>
        <p:spPr>
          <a:xfrm rot="10800000" flipH="1">
            <a:off x="5224763" y="6444609"/>
            <a:ext cx="1186000" cy="4592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3" name="Google Shape;343;p11"/>
          <p:cNvCxnSpPr/>
          <p:nvPr/>
        </p:nvCxnSpPr>
        <p:spPr>
          <a:xfrm rot="10800000">
            <a:off x="5785771" y="5849504"/>
            <a:ext cx="621600" cy="5880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4" name="Google Shape;344;p11"/>
          <p:cNvCxnSpPr/>
          <p:nvPr/>
        </p:nvCxnSpPr>
        <p:spPr>
          <a:xfrm rot="10800000" flipH="1">
            <a:off x="5789011" y="5687551"/>
            <a:ext cx="594800" cy="1688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5" name="Google Shape;345;p11"/>
          <p:cNvCxnSpPr/>
          <p:nvPr/>
        </p:nvCxnSpPr>
        <p:spPr>
          <a:xfrm>
            <a:off x="6400615" y="5680639"/>
            <a:ext cx="6800" cy="7944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6" name="Google Shape;346;p11"/>
          <p:cNvCxnSpPr/>
          <p:nvPr/>
        </p:nvCxnSpPr>
        <p:spPr>
          <a:xfrm>
            <a:off x="6403976" y="6454409"/>
            <a:ext cx="270400" cy="5608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7" name="Google Shape;347;p11"/>
          <p:cNvCxnSpPr/>
          <p:nvPr/>
        </p:nvCxnSpPr>
        <p:spPr>
          <a:xfrm flipH="1">
            <a:off x="6670905" y="6535511"/>
            <a:ext cx="226400" cy="4832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921148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18709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3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51" name="Google Shape;351;p13"/>
          <p:cNvSpPr txBox="1">
            <a:spLocks noGrp="1"/>
          </p:cNvSpPr>
          <p:nvPr>
            <p:ph type="subTitle" idx="1"/>
          </p:nvPr>
        </p:nvSpPr>
        <p:spPr>
          <a:xfrm>
            <a:off x="1926300" y="2169800"/>
            <a:ext cx="46120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352" name="Google Shape;352;p13"/>
          <p:cNvSpPr txBox="1">
            <a:spLocks noGrp="1"/>
          </p:cNvSpPr>
          <p:nvPr>
            <p:ph type="title" idx="2" hasCustomPrompt="1"/>
          </p:nvPr>
        </p:nvSpPr>
        <p:spPr>
          <a:xfrm>
            <a:off x="1087033" y="1838900"/>
            <a:ext cx="668400" cy="6880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53" name="Google Shape;353;p13"/>
          <p:cNvSpPr txBox="1">
            <a:spLocks noGrp="1"/>
          </p:cNvSpPr>
          <p:nvPr>
            <p:ph type="subTitle" idx="3"/>
          </p:nvPr>
        </p:nvSpPr>
        <p:spPr>
          <a:xfrm>
            <a:off x="1926300" y="1694667"/>
            <a:ext cx="46120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354" name="Google Shape;354;p13"/>
          <p:cNvSpPr txBox="1">
            <a:spLocks noGrp="1"/>
          </p:cNvSpPr>
          <p:nvPr>
            <p:ph type="subTitle" idx="4"/>
          </p:nvPr>
        </p:nvSpPr>
        <p:spPr>
          <a:xfrm>
            <a:off x="1926300" y="3346756"/>
            <a:ext cx="46120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355" name="Google Shape;355;p13"/>
          <p:cNvSpPr txBox="1">
            <a:spLocks noGrp="1"/>
          </p:cNvSpPr>
          <p:nvPr>
            <p:ph type="title" idx="5" hasCustomPrompt="1"/>
          </p:nvPr>
        </p:nvSpPr>
        <p:spPr>
          <a:xfrm>
            <a:off x="1087033" y="3015856"/>
            <a:ext cx="668400" cy="6880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56" name="Google Shape;356;p13"/>
          <p:cNvSpPr txBox="1">
            <a:spLocks noGrp="1"/>
          </p:cNvSpPr>
          <p:nvPr>
            <p:ph type="subTitle" idx="6"/>
          </p:nvPr>
        </p:nvSpPr>
        <p:spPr>
          <a:xfrm>
            <a:off x="1926300" y="2871623"/>
            <a:ext cx="46120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357" name="Google Shape;357;p13"/>
          <p:cNvSpPr txBox="1">
            <a:spLocks noGrp="1"/>
          </p:cNvSpPr>
          <p:nvPr>
            <p:ph type="subTitle" idx="7"/>
          </p:nvPr>
        </p:nvSpPr>
        <p:spPr>
          <a:xfrm>
            <a:off x="1926300" y="4523711"/>
            <a:ext cx="46120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358" name="Google Shape;358;p13"/>
          <p:cNvSpPr txBox="1">
            <a:spLocks noGrp="1"/>
          </p:cNvSpPr>
          <p:nvPr>
            <p:ph type="title" idx="8" hasCustomPrompt="1"/>
          </p:nvPr>
        </p:nvSpPr>
        <p:spPr>
          <a:xfrm>
            <a:off x="1087033" y="4192811"/>
            <a:ext cx="668400" cy="6880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59" name="Google Shape;359;p13"/>
          <p:cNvSpPr txBox="1">
            <a:spLocks noGrp="1"/>
          </p:cNvSpPr>
          <p:nvPr>
            <p:ph type="subTitle" idx="9"/>
          </p:nvPr>
        </p:nvSpPr>
        <p:spPr>
          <a:xfrm>
            <a:off x="1926300" y="4048577"/>
            <a:ext cx="46120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360" name="Google Shape;360;p13"/>
          <p:cNvSpPr txBox="1">
            <a:spLocks noGrp="1"/>
          </p:cNvSpPr>
          <p:nvPr>
            <p:ph type="subTitle" idx="13"/>
          </p:nvPr>
        </p:nvSpPr>
        <p:spPr>
          <a:xfrm>
            <a:off x="1926300" y="5700667"/>
            <a:ext cx="46120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361" name="Google Shape;361;p13"/>
          <p:cNvSpPr txBox="1">
            <a:spLocks noGrp="1"/>
          </p:cNvSpPr>
          <p:nvPr>
            <p:ph type="title" idx="14" hasCustomPrompt="1"/>
          </p:nvPr>
        </p:nvSpPr>
        <p:spPr>
          <a:xfrm>
            <a:off x="1087033" y="5369767"/>
            <a:ext cx="668400" cy="6880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62" name="Google Shape;362;p13"/>
          <p:cNvSpPr txBox="1">
            <a:spLocks noGrp="1"/>
          </p:cNvSpPr>
          <p:nvPr>
            <p:ph type="subTitle" idx="15"/>
          </p:nvPr>
        </p:nvSpPr>
        <p:spPr>
          <a:xfrm>
            <a:off x="1926300" y="5225533"/>
            <a:ext cx="46120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363" name="Google Shape;363;p13"/>
          <p:cNvSpPr/>
          <p:nvPr/>
        </p:nvSpPr>
        <p:spPr>
          <a:xfrm>
            <a:off x="2766467" y="4645367"/>
            <a:ext cx="5832800" cy="58328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7A0B3">
                  <a:alpha val="0"/>
                </a:srgbClr>
              </a:gs>
              <a:gs pos="100000">
                <a:srgbClr val="07A0B3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4" name="Google Shape;364;p13"/>
          <p:cNvSpPr/>
          <p:nvPr/>
        </p:nvSpPr>
        <p:spPr>
          <a:xfrm>
            <a:off x="8142567" y="-2587167"/>
            <a:ext cx="5832800" cy="5832800"/>
          </a:xfrm>
          <a:prstGeom prst="ellipse">
            <a:avLst/>
          </a:prstGeom>
          <a:gradFill>
            <a:gsLst>
              <a:gs pos="0">
                <a:schemeClr val="dk2"/>
              </a:gs>
              <a:gs pos="50000">
                <a:srgbClr val="942290">
                  <a:alpha val="0"/>
                </a:srgbClr>
              </a:gs>
              <a:gs pos="100000">
                <a:srgbClr val="94229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65" name="Google Shape;365;p13"/>
          <p:cNvGrpSpPr/>
          <p:nvPr/>
        </p:nvGrpSpPr>
        <p:grpSpPr>
          <a:xfrm rot="3578081">
            <a:off x="273885" y="-17891"/>
            <a:ext cx="779783" cy="792581"/>
            <a:chOff x="2214950" y="5878400"/>
            <a:chExt cx="584850" cy="594450"/>
          </a:xfrm>
        </p:grpSpPr>
        <p:sp>
          <p:nvSpPr>
            <p:cNvPr id="366" name="Google Shape;366;p13"/>
            <p:cNvSpPr/>
            <p:nvPr/>
          </p:nvSpPr>
          <p:spPr>
            <a:xfrm>
              <a:off x="2228500" y="5891175"/>
              <a:ext cx="546575" cy="562525"/>
            </a:xfrm>
            <a:custGeom>
              <a:avLst/>
              <a:gdLst/>
              <a:ahLst/>
              <a:cxnLst/>
              <a:rect l="l" t="t" r="r" b="b"/>
              <a:pathLst>
                <a:path w="21863" h="22501" fill="none" extrusionOk="0">
                  <a:moveTo>
                    <a:pt x="14969" y="1"/>
                  </a:moveTo>
                  <a:lnTo>
                    <a:pt x="1" y="17202"/>
                  </a:lnTo>
                  <a:lnTo>
                    <a:pt x="21862" y="22500"/>
                  </a:lnTo>
                  <a:lnTo>
                    <a:pt x="16213" y="12192"/>
                  </a:lnTo>
                  <a:lnTo>
                    <a:pt x="1" y="17202"/>
                  </a:lnTo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319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7" name="Google Shape;367;p13"/>
            <p:cNvSpPr/>
            <p:nvPr/>
          </p:nvSpPr>
          <p:spPr>
            <a:xfrm>
              <a:off x="2589950" y="5878400"/>
              <a:ext cx="25550" cy="25575"/>
            </a:xfrm>
            <a:custGeom>
              <a:avLst/>
              <a:gdLst/>
              <a:ahLst/>
              <a:cxnLst/>
              <a:rect l="l" t="t" r="r" b="b"/>
              <a:pathLst>
                <a:path w="1022" h="1023" extrusionOk="0">
                  <a:moveTo>
                    <a:pt x="1021" y="512"/>
                  </a:moveTo>
                  <a:cubicBezTo>
                    <a:pt x="1021" y="799"/>
                    <a:pt x="798" y="1022"/>
                    <a:pt x="511" y="1022"/>
                  </a:cubicBezTo>
                  <a:cubicBezTo>
                    <a:pt x="224" y="1022"/>
                    <a:pt x="0" y="799"/>
                    <a:pt x="0" y="512"/>
                  </a:cubicBezTo>
                  <a:cubicBezTo>
                    <a:pt x="0" y="256"/>
                    <a:pt x="224" y="1"/>
                    <a:pt x="511" y="1"/>
                  </a:cubicBezTo>
                  <a:cubicBezTo>
                    <a:pt x="798" y="1"/>
                    <a:pt x="1021" y="256"/>
                    <a:pt x="1021" y="512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8" name="Google Shape;368;p13"/>
            <p:cNvSpPr/>
            <p:nvPr/>
          </p:nvSpPr>
          <p:spPr>
            <a:xfrm>
              <a:off x="2621050" y="6183200"/>
              <a:ext cx="25575" cy="25550"/>
            </a:xfrm>
            <a:custGeom>
              <a:avLst/>
              <a:gdLst/>
              <a:ahLst/>
              <a:cxnLst/>
              <a:rect l="l" t="t" r="r" b="b"/>
              <a:pathLst>
                <a:path w="1023" h="1022" extrusionOk="0">
                  <a:moveTo>
                    <a:pt x="1022" y="511"/>
                  </a:moveTo>
                  <a:cubicBezTo>
                    <a:pt x="1022" y="798"/>
                    <a:pt x="799" y="1021"/>
                    <a:pt x="511" y="1021"/>
                  </a:cubicBezTo>
                  <a:cubicBezTo>
                    <a:pt x="224" y="1021"/>
                    <a:pt x="1" y="798"/>
                    <a:pt x="1" y="511"/>
                  </a:cubicBezTo>
                  <a:cubicBezTo>
                    <a:pt x="1" y="224"/>
                    <a:pt x="224" y="0"/>
                    <a:pt x="511" y="0"/>
                  </a:cubicBezTo>
                  <a:cubicBezTo>
                    <a:pt x="799" y="0"/>
                    <a:pt x="1022" y="224"/>
                    <a:pt x="1022" y="51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9" name="Google Shape;369;p13"/>
            <p:cNvSpPr/>
            <p:nvPr/>
          </p:nvSpPr>
          <p:spPr>
            <a:xfrm>
              <a:off x="2214950" y="6294100"/>
              <a:ext cx="42300" cy="42300"/>
            </a:xfrm>
            <a:custGeom>
              <a:avLst/>
              <a:gdLst/>
              <a:ahLst/>
              <a:cxnLst/>
              <a:rect l="l" t="t" r="r" b="b"/>
              <a:pathLst>
                <a:path w="1692" h="1692" extrusionOk="0">
                  <a:moveTo>
                    <a:pt x="1692" y="830"/>
                  </a:moveTo>
                  <a:cubicBezTo>
                    <a:pt x="1692" y="1309"/>
                    <a:pt x="1309" y="1692"/>
                    <a:pt x="830" y="1692"/>
                  </a:cubicBezTo>
                  <a:cubicBezTo>
                    <a:pt x="383" y="1692"/>
                    <a:pt x="0" y="1309"/>
                    <a:pt x="0" y="830"/>
                  </a:cubicBezTo>
                  <a:cubicBezTo>
                    <a:pt x="0" y="351"/>
                    <a:pt x="383" y="0"/>
                    <a:pt x="830" y="0"/>
                  </a:cubicBezTo>
                  <a:cubicBezTo>
                    <a:pt x="1309" y="0"/>
                    <a:pt x="1692" y="351"/>
                    <a:pt x="1692" y="83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0" name="Google Shape;370;p13"/>
            <p:cNvSpPr/>
            <p:nvPr/>
          </p:nvSpPr>
          <p:spPr>
            <a:xfrm>
              <a:off x="2757500" y="6430525"/>
              <a:ext cx="42300" cy="42325"/>
            </a:xfrm>
            <a:custGeom>
              <a:avLst/>
              <a:gdLst/>
              <a:ahLst/>
              <a:cxnLst/>
              <a:rect l="l" t="t" r="r" b="b"/>
              <a:pathLst>
                <a:path w="1692" h="1693" extrusionOk="0">
                  <a:moveTo>
                    <a:pt x="1692" y="830"/>
                  </a:moveTo>
                  <a:cubicBezTo>
                    <a:pt x="1692" y="1309"/>
                    <a:pt x="1309" y="1692"/>
                    <a:pt x="830" y="1692"/>
                  </a:cubicBezTo>
                  <a:cubicBezTo>
                    <a:pt x="383" y="1692"/>
                    <a:pt x="0" y="1309"/>
                    <a:pt x="0" y="830"/>
                  </a:cubicBezTo>
                  <a:cubicBezTo>
                    <a:pt x="0" y="384"/>
                    <a:pt x="383" y="1"/>
                    <a:pt x="830" y="1"/>
                  </a:cubicBezTo>
                  <a:cubicBezTo>
                    <a:pt x="1309" y="1"/>
                    <a:pt x="1692" y="384"/>
                    <a:pt x="1692" y="83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3612658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4"/>
          <p:cNvSpPr txBox="1">
            <a:spLocks noGrp="1"/>
          </p:cNvSpPr>
          <p:nvPr>
            <p:ph type="title"/>
          </p:nvPr>
        </p:nvSpPr>
        <p:spPr>
          <a:xfrm>
            <a:off x="3703833" y="4137467"/>
            <a:ext cx="7537200" cy="7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73" name="Google Shape;373;p14"/>
          <p:cNvSpPr txBox="1">
            <a:spLocks noGrp="1"/>
          </p:cNvSpPr>
          <p:nvPr>
            <p:ph type="subTitle" idx="1"/>
          </p:nvPr>
        </p:nvSpPr>
        <p:spPr>
          <a:xfrm>
            <a:off x="3703800" y="2011317"/>
            <a:ext cx="7537200" cy="20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3000"/>
              <a:buNone/>
              <a:defRPr sz="4000"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374" name="Google Shape;374;p14"/>
          <p:cNvSpPr/>
          <p:nvPr/>
        </p:nvSpPr>
        <p:spPr>
          <a:xfrm>
            <a:off x="-577133" y="-3307233"/>
            <a:ext cx="5832800" cy="5832800"/>
          </a:xfrm>
          <a:prstGeom prst="ellipse">
            <a:avLst/>
          </a:prstGeom>
          <a:gradFill>
            <a:gsLst>
              <a:gs pos="0">
                <a:schemeClr val="dk2"/>
              </a:gs>
              <a:gs pos="50000">
                <a:srgbClr val="942290">
                  <a:alpha val="0"/>
                </a:srgbClr>
              </a:gs>
              <a:gs pos="100000">
                <a:srgbClr val="94229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5" name="Google Shape;375;p14"/>
          <p:cNvSpPr/>
          <p:nvPr/>
        </p:nvSpPr>
        <p:spPr>
          <a:xfrm>
            <a:off x="6515033" y="4805500"/>
            <a:ext cx="6067200" cy="60672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7A0B3">
                  <a:alpha val="0"/>
                </a:srgbClr>
              </a:gs>
              <a:gs pos="100000">
                <a:srgbClr val="07A0B3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76" name="Google Shape;376;p14"/>
          <p:cNvGrpSpPr/>
          <p:nvPr/>
        </p:nvGrpSpPr>
        <p:grpSpPr>
          <a:xfrm rot="3149028">
            <a:off x="9460635" y="-556781"/>
            <a:ext cx="3447296" cy="2324711"/>
            <a:chOff x="87900" y="-332975"/>
            <a:chExt cx="2585411" cy="1743491"/>
          </a:xfrm>
        </p:grpSpPr>
        <p:grpSp>
          <p:nvGrpSpPr>
            <p:cNvPr id="377" name="Google Shape;377;p14"/>
            <p:cNvGrpSpPr/>
            <p:nvPr/>
          </p:nvGrpSpPr>
          <p:grpSpPr>
            <a:xfrm>
              <a:off x="87900" y="-332975"/>
              <a:ext cx="2585411" cy="1464000"/>
              <a:chOff x="87900" y="-332975"/>
              <a:chExt cx="2585411" cy="1464000"/>
            </a:xfrm>
          </p:grpSpPr>
          <p:sp>
            <p:nvSpPr>
              <p:cNvPr id="378" name="Google Shape;378;p14"/>
              <p:cNvSpPr/>
              <p:nvPr/>
            </p:nvSpPr>
            <p:spPr>
              <a:xfrm>
                <a:off x="1599802" y="-332975"/>
                <a:ext cx="1073509" cy="543049"/>
              </a:xfrm>
              <a:custGeom>
                <a:avLst/>
                <a:gdLst/>
                <a:ahLst/>
                <a:cxnLst/>
                <a:rect l="l" t="t" r="r" b="b"/>
                <a:pathLst>
                  <a:path w="40845" h="20662" fill="none" extrusionOk="0">
                    <a:moveTo>
                      <a:pt x="40844" y="0"/>
                    </a:moveTo>
                    <a:lnTo>
                      <a:pt x="20566" y="3630"/>
                    </a:lnTo>
                    <a:lnTo>
                      <a:pt x="18146" y="17446"/>
                    </a:lnTo>
                    <a:lnTo>
                      <a:pt x="6017" y="20661"/>
                    </a:lnTo>
                    <a:lnTo>
                      <a:pt x="0" y="4234"/>
                    </a:lnTo>
                    <a:lnTo>
                      <a:pt x="20566" y="3630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83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9" name="Google Shape;379;p14"/>
              <p:cNvSpPr/>
              <p:nvPr/>
            </p:nvSpPr>
            <p:spPr>
              <a:xfrm>
                <a:off x="278682" y="-237597"/>
                <a:ext cx="2264132" cy="1102787"/>
              </a:xfrm>
              <a:custGeom>
                <a:avLst/>
                <a:gdLst/>
                <a:ahLst/>
                <a:cxnLst/>
                <a:rect l="l" t="t" r="r" b="b"/>
                <a:pathLst>
                  <a:path w="86146" h="41959" fill="none" extrusionOk="0">
                    <a:moveTo>
                      <a:pt x="50267" y="605"/>
                    </a:moveTo>
                    <a:lnTo>
                      <a:pt x="37024" y="14963"/>
                    </a:lnTo>
                    <a:lnTo>
                      <a:pt x="20056" y="31262"/>
                    </a:lnTo>
                    <a:lnTo>
                      <a:pt x="0" y="29766"/>
                    </a:lnTo>
                    <a:lnTo>
                      <a:pt x="414" y="41959"/>
                    </a:lnTo>
                    <a:lnTo>
                      <a:pt x="20056" y="31262"/>
                    </a:lnTo>
                    <a:lnTo>
                      <a:pt x="43136" y="29511"/>
                    </a:lnTo>
                    <a:lnTo>
                      <a:pt x="37024" y="14963"/>
                    </a:lnTo>
                    <a:lnTo>
                      <a:pt x="56284" y="17032"/>
                    </a:lnTo>
                    <a:lnTo>
                      <a:pt x="70833" y="1"/>
                    </a:lnTo>
                    <a:lnTo>
                      <a:pt x="86145" y="3693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83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0" name="Google Shape;380;p14"/>
              <p:cNvSpPr/>
              <p:nvPr/>
            </p:nvSpPr>
            <p:spPr>
              <a:xfrm>
                <a:off x="112999" y="584039"/>
                <a:ext cx="692807" cy="524625"/>
              </a:xfrm>
              <a:custGeom>
                <a:avLst/>
                <a:gdLst/>
                <a:ahLst/>
                <a:cxnLst/>
                <a:rect l="l" t="t" r="r" b="b"/>
                <a:pathLst>
                  <a:path w="26360" h="19961" fill="none" extrusionOk="0">
                    <a:moveTo>
                      <a:pt x="26360" y="0"/>
                    </a:moveTo>
                    <a:lnTo>
                      <a:pt x="24800" y="9296"/>
                    </a:lnTo>
                    <a:lnTo>
                      <a:pt x="6718" y="10697"/>
                    </a:lnTo>
                    <a:lnTo>
                      <a:pt x="1" y="19961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83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1" name="Google Shape;381;p14"/>
              <p:cNvSpPr/>
              <p:nvPr/>
            </p:nvSpPr>
            <p:spPr>
              <a:xfrm>
                <a:off x="764795" y="538019"/>
                <a:ext cx="646786" cy="290343"/>
              </a:xfrm>
              <a:custGeom>
                <a:avLst/>
                <a:gdLst/>
                <a:ahLst/>
                <a:cxnLst/>
                <a:rect l="l" t="t" r="r" b="b"/>
                <a:pathLst>
                  <a:path w="24609" h="11047" fill="none" extrusionOk="0">
                    <a:moveTo>
                      <a:pt x="0" y="11047"/>
                    </a:moveTo>
                    <a:lnTo>
                      <a:pt x="24608" y="0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83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grpSp>
            <p:nvGrpSpPr>
              <p:cNvPr id="382" name="Google Shape;382;p14"/>
              <p:cNvGrpSpPr/>
              <p:nvPr/>
            </p:nvGrpSpPr>
            <p:grpSpPr>
              <a:xfrm>
                <a:off x="87900" y="-262197"/>
                <a:ext cx="2505918" cy="1393222"/>
                <a:chOff x="87900" y="-262197"/>
                <a:chExt cx="2505918" cy="1393222"/>
              </a:xfrm>
            </p:grpSpPr>
            <p:sp>
              <p:nvSpPr>
                <p:cNvPr id="383" name="Google Shape;383;p14"/>
                <p:cNvSpPr/>
                <p:nvPr/>
              </p:nvSpPr>
              <p:spPr>
                <a:xfrm>
                  <a:off x="2052432" y="91089"/>
                  <a:ext cx="50252" cy="442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2" h="1685" extrusionOk="0">
                      <a:moveTo>
                        <a:pt x="969" y="0"/>
                      </a:moveTo>
                      <a:cubicBezTo>
                        <a:pt x="860" y="0"/>
                        <a:pt x="748" y="22"/>
                        <a:pt x="638" y="69"/>
                      </a:cubicBezTo>
                      <a:cubicBezTo>
                        <a:pt x="224" y="260"/>
                        <a:pt x="1" y="738"/>
                        <a:pt x="192" y="1152"/>
                      </a:cubicBezTo>
                      <a:cubicBezTo>
                        <a:pt x="314" y="1493"/>
                        <a:pt x="641" y="1685"/>
                        <a:pt x="973" y="1685"/>
                      </a:cubicBezTo>
                      <a:cubicBezTo>
                        <a:pt x="1075" y="1685"/>
                        <a:pt x="1177" y="1666"/>
                        <a:pt x="1274" y="1629"/>
                      </a:cubicBezTo>
                      <a:cubicBezTo>
                        <a:pt x="1720" y="1438"/>
                        <a:pt x="1911" y="961"/>
                        <a:pt x="1720" y="515"/>
                      </a:cubicBezTo>
                      <a:cubicBezTo>
                        <a:pt x="1600" y="203"/>
                        <a:pt x="1300" y="0"/>
                        <a:pt x="96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84" name="Google Shape;384;p14"/>
                <p:cNvSpPr/>
                <p:nvPr/>
              </p:nvSpPr>
              <p:spPr>
                <a:xfrm>
                  <a:off x="1578882" y="-242406"/>
                  <a:ext cx="50226" cy="43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1" h="1672" extrusionOk="0">
                      <a:moveTo>
                        <a:pt x="938" y="0"/>
                      </a:moveTo>
                      <a:cubicBezTo>
                        <a:pt x="837" y="0"/>
                        <a:pt x="735" y="18"/>
                        <a:pt x="637" y="56"/>
                      </a:cubicBezTo>
                      <a:cubicBezTo>
                        <a:pt x="191" y="247"/>
                        <a:pt x="0" y="725"/>
                        <a:pt x="160" y="1170"/>
                      </a:cubicBezTo>
                      <a:cubicBezTo>
                        <a:pt x="305" y="1486"/>
                        <a:pt x="617" y="1672"/>
                        <a:pt x="955" y="1672"/>
                      </a:cubicBezTo>
                      <a:cubicBezTo>
                        <a:pt x="1060" y="1672"/>
                        <a:pt x="1168" y="1654"/>
                        <a:pt x="1274" y="1616"/>
                      </a:cubicBezTo>
                      <a:cubicBezTo>
                        <a:pt x="1688" y="1425"/>
                        <a:pt x="1911" y="948"/>
                        <a:pt x="1720" y="502"/>
                      </a:cubicBezTo>
                      <a:cubicBezTo>
                        <a:pt x="1574" y="186"/>
                        <a:pt x="1262" y="0"/>
                        <a:pt x="93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85" name="Google Shape;385;p14"/>
                <p:cNvSpPr/>
                <p:nvPr/>
              </p:nvSpPr>
              <p:spPr>
                <a:xfrm>
                  <a:off x="1231643" y="139606"/>
                  <a:ext cx="50252" cy="442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2" h="1685" extrusionOk="0">
                      <a:moveTo>
                        <a:pt x="955" y="0"/>
                      </a:moveTo>
                      <a:cubicBezTo>
                        <a:pt x="848" y="0"/>
                        <a:pt x="740" y="22"/>
                        <a:pt x="638" y="70"/>
                      </a:cubicBezTo>
                      <a:cubicBezTo>
                        <a:pt x="192" y="229"/>
                        <a:pt x="1" y="738"/>
                        <a:pt x="192" y="1152"/>
                      </a:cubicBezTo>
                      <a:cubicBezTo>
                        <a:pt x="314" y="1493"/>
                        <a:pt x="622" y="1685"/>
                        <a:pt x="960" y="1685"/>
                      </a:cubicBezTo>
                      <a:cubicBezTo>
                        <a:pt x="1063" y="1685"/>
                        <a:pt x="1170" y="1667"/>
                        <a:pt x="1274" y="1630"/>
                      </a:cubicBezTo>
                      <a:cubicBezTo>
                        <a:pt x="1688" y="1439"/>
                        <a:pt x="1911" y="961"/>
                        <a:pt x="1720" y="515"/>
                      </a:cubicBezTo>
                      <a:cubicBezTo>
                        <a:pt x="1600" y="204"/>
                        <a:pt x="1282" y="0"/>
                        <a:pt x="95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86" name="Google Shape;386;p14"/>
                <p:cNvSpPr/>
                <p:nvPr/>
              </p:nvSpPr>
              <p:spPr>
                <a:xfrm>
                  <a:off x="744715" y="805125"/>
                  <a:ext cx="50226" cy="4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1" h="1686" extrusionOk="0">
                      <a:moveTo>
                        <a:pt x="938" y="1"/>
                      </a:moveTo>
                      <a:cubicBezTo>
                        <a:pt x="836" y="1"/>
                        <a:pt x="734" y="19"/>
                        <a:pt x="637" y="56"/>
                      </a:cubicBezTo>
                      <a:cubicBezTo>
                        <a:pt x="191" y="247"/>
                        <a:pt x="0" y="725"/>
                        <a:pt x="159" y="1170"/>
                      </a:cubicBezTo>
                      <a:cubicBezTo>
                        <a:pt x="303" y="1482"/>
                        <a:pt x="609" y="1685"/>
                        <a:pt x="942" y="1685"/>
                      </a:cubicBezTo>
                      <a:cubicBezTo>
                        <a:pt x="1051" y="1685"/>
                        <a:pt x="1163" y="1663"/>
                        <a:pt x="1273" y="1616"/>
                      </a:cubicBezTo>
                      <a:cubicBezTo>
                        <a:pt x="1687" y="1457"/>
                        <a:pt x="1910" y="948"/>
                        <a:pt x="1719" y="534"/>
                      </a:cubicBezTo>
                      <a:cubicBezTo>
                        <a:pt x="1597" y="193"/>
                        <a:pt x="1270" y="1"/>
                        <a:pt x="93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87" name="Google Shape;387;p14"/>
                <p:cNvSpPr/>
                <p:nvPr/>
              </p:nvSpPr>
              <p:spPr>
                <a:xfrm>
                  <a:off x="256920" y="523642"/>
                  <a:ext cx="50226" cy="4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1" h="1686" extrusionOk="0">
                      <a:moveTo>
                        <a:pt x="955" y="1"/>
                      </a:moveTo>
                      <a:cubicBezTo>
                        <a:pt x="847" y="1"/>
                        <a:pt x="739" y="23"/>
                        <a:pt x="637" y="70"/>
                      </a:cubicBezTo>
                      <a:cubicBezTo>
                        <a:pt x="191" y="261"/>
                        <a:pt x="0" y="738"/>
                        <a:pt x="159" y="1152"/>
                      </a:cubicBezTo>
                      <a:cubicBezTo>
                        <a:pt x="306" y="1493"/>
                        <a:pt x="620" y="1685"/>
                        <a:pt x="959" y="1685"/>
                      </a:cubicBezTo>
                      <a:cubicBezTo>
                        <a:pt x="1063" y="1685"/>
                        <a:pt x="1169" y="1667"/>
                        <a:pt x="1274" y="1630"/>
                      </a:cubicBezTo>
                      <a:cubicBezTo>
                        <a:pt x="1688" y="1439"/>
                        <a:pt x="1910" y="961"/>
                        <a:pt x="1719" y="515"/>
                      </a:cubicBezTo>
                      <a:cubicBezTo>
                        <a:pt x="1600" y="204"/>
                        <a:pt x="1281" y="1"/>
                        <a:pt x="955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88" name="Google Shape;388;p14"/>
                <p:cNvSpPr/>
                <p:nvPr/>
              </p:nvSpPr>
              <p:spPr>
                <a:xfrm>
                  <a:off x="87900" y="1086739"/>
                  <a:ext cx="50226" cy="442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1" h="1685" extrusionOk="0">
                      <a:moveTo>
                        <a:pt x="969" y="0"/>
                      </a:moveTo>
                      <a:cubicBezTo>
                        <a:pt x="860" y="0"/>
                        <a:pt x="748" y="22"/>
                        <a:pt x="637" y="69"/>
                      </a:cubicBezTo>
                      <a:cubicBezTo>
                        <a:pt x="224" y="260"/>
                        <a:pt x="1" y="738"/>
                        <a:pt x="192" y="1152"/>
                      </a:cubicBezTo>
                      <a:cubicBezTo>
                        <a:pt x="313" y="1493"/>
                        <a:pt x="640" y="1685"/>
                        <a:pt x="973" y="1685"/>
                      </a:cubicBezTo>
                      <a:cubicBezTo>
                        <a:pt x="1074" y="1685"/>
                        <a:pt x="1177" y="1667"/>
                        <a:pt x="1274" y="1629"/>
                      </a:cubicBezTo>
                      <a:cubicBezTo>
                        <a:pt x="1720" y="1438"/>
                        <a:pt x="1911" y="961"/>
                        <a:pt x="1752" y="515"/>
                      </a:cubicBezTo>
                      <a:cubicBezTo>
                        <a:pt x="1608" y="204"/>
                        <a:pt x="1302" y="0"/>
                        <a:pt x="96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89" name="Google Shape;389;p14"/>
                <p:cNvSpPr/>
                <p:nvPr/>
              </p:nvSpPr>
              <p:spPr>
                <a:xfrm>
                  <a:off x="2089253" y="-262197"/>
                  <a:ext cx="79531" cy="71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6" h="2732" extrusionOk="0">
                      <a:moveTo>
                        <a:pt x="1521" y="1"/>
                      </a:moveTo>
                      <a:cubicBezTo>
                        <a:pt x="1408" y="1"/>
                        <a:pt x="1293" y="15"/>
                        <a:pt x="1179" y="45"/>
                      </a:cubicBezTo>
                      <a:cubicBezTo>
                        <a:pt x="446" y="236"/>
                        <a:pt x="1" y="1000"/>
                        <a:pt x="192" y="1732"/>
                      </a:cubicBezTo>
                      <a:cubicBezTo>
                        <a:pt x="353" y="2322"/>
                        <a:pt x="920" y="2732"/>
                        <a:pt x="1514" y="2732"/>
                      </a:cubicBezTo>
                      <a:cubicBezTo>
                        <a:pt x="1625" y="2732"/>
                        <a:pt x="1737" y="2717"/>
                        <a:pt x="1847" y="2687"/>
                      </a:cubicBezTo>
                      <a:cubicBezTo>
                        <a:pt x="2579" y="2496"/>
                        <a:pt x="3025" y="1764"/>
                        <a:pt x="2834" y="1032"/>
                      </a:cubicBezTo>
                      <a:cubicBezTo>
                        <a:pt x="2673" y="415"/>
                        <a:pt x="2127" y="1"/>
                        <a:pt x="1521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90" name="Google Shape;390;p14"/>
                <p:cNvSpPr/>
                <p:nvPr/>
              </p:nvSpPr>
              <p:spPr>
                <a:xfrm>
                  <a:off x="2515128" y="-174887"/>
                  <a:ext cx="78690" cy="71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4" h="2723" extrusionOk="0">
                      <a:moveTo>
                        <a:pt x="1460" y="0"/>
                      </a:moveTo>
                      <a:cubicBezTo>
                        <a:pt x="1357" y="0"/>
                        <a:pt x="1252" y="11"/>
                        <a:pt x="1147" y="34"/>
                      </a:cubicBezTo>
                      <a:cubicBezTo>
                        <a:pt x="415" y="225"/>
                        <a:pt x="1" y="989"/>
                        <a:pt x="192" y="1721"/>
                      </a:cubicBezTo>
                      <a:cubicBezTo>
                        <a:pt x="351" y="2333"/>
                        <a:pt x="889" y="2723"/>
                        <a:pt x="1489" y="2723"/>
                      </a:cubicBezTo>
                      <a:cubicBezTo>
                        <a:pt x="1607" y="2723"/>
                        <a:pt x="1727" y="2708"/>
                        <a:pt x="1847" y="2676"/>
                      </a:cubicBezTo>
                      <a:cubicBezTo>
                        <a:pt x="2579" y="2485"/>
                        <a:pt x="2993" y="1753"/>
                        <a:pt x="2802" y="1021"/>
                      </a:cubicBezTo>
                      <a:cubicBezTo>
                        <a:pt x="2639" y="394"/>
                        <a:pt x="2078" y="0"/>
                        <a:pt x="146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91" name="Google Shape;391;p14"/>
                <p:cNvSpPr/>
                <p:nvPr/>
              </p:nvSpPr>
              <p:spPr>
                <a:xfrm>
                  <a:off x="1716941" y="161184"/>
                  <a:ext cx="79505" cy="71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5" h="2732" extrusionOk="0">
                      <a:moveTo>
                        <a:pt x="1520" y="0"/>
                      </a:moveTo>
                      <a:cubicBezTo>
                        <a:pt x="1408" y="0"/>
                        <a:pt x="1293" y="15"/>
                        <a:pt x="1178" y="44"/>
                      </a:cubicBezTo>
                      <a:cubicBezTo>
                        <a:pt x="446" y="235"/>
                        <a:pt x="0" y="1000"/>
                        <a:pt x="191" y="1732"/>
                      </a:cubicBezTo>
                      <a:cubicBezTo>
                        <a:pt x="352" y="2322"/>
                        <a:pt x="920" y="2731"/>
                        <a:pt x="1533" y="2731"/>
                      </a:cubicBezTo>
                      <a:cubicBezTo>
                        <a:pt x="1647" y="2731"/>
                        <a:pt x="1763" y="2717"/>
                        <a:pt x="1878" y="2687"/>
                      </a:cubicBezTo>
                      <a:cubicBezTo>
                        <a:pt x="2611" y="2496"/>
                        <a:pt x="3025" y="1764"/>
                        <a:pt x="2834" y="1031"/>
                      </a:cubicBezTo>
                      <a:cubicBezTo>
                        <a:pt x="2672" y="414"/>
                        <a:pt x="2127" y="0"/>
                        <a:pt x="152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92" name="Google Shape;392;p14"/>
                <p:cNvSpPr/>
                <p:nvPr/>
              </p:nvSpPr>
              <p:spPr>
                <a:xfrm>
                  <a:off x="760590" y="551843"/>
                  <a:ext cx="79531" cy="710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6" h="2705" extrusionOk="0">
                      <a:moveTo>
                        <a:pt x="1508" y="1"/>
                      </a:moveTo>
                      <a:cubicBezTo>
                        <a:pt x="1388" y="1"/>
                        <a:pt x="1267" y="16"/>
                        <a:pt x="1147" y="47"/>
                      </a:cubicBezTo>
                      <a:cubicBezTo>
                        <a:pt x="447" y="238"/>
                        <a:pt x="1" y="970"/>
                        <a:pt x="192" y="1703"/>
                      </a:cubicBezTo>
                      <a:cubicBezTo>
                        <a:pt x="352" y="2315"/>
                        <a:pt x="889" y="2704"/>
                        <a:pt x="1489" y="2704"/>
                      </a:cubicBezTo>
                      <a:cubicBezTo>
                        <a:pt x="1607" y="2704"/>
                        <a:pt x="1727" y="2689"/>
                        <a:pt x="1847" y="2658"/>
                      </a:cubicBezTo>
                      <a:cubicBezTo>
                        <a:pt x="2580" y="2467"/>
                        <a:pt x="3025" y="1735"/>
                        <a:pt x="2834" y="1002"/>
                      </a:cubicBezTo>
                      <a:cubicBezTo>
                        <a:pt x="2675" y="390"/>
                        <a:pt x="2115" y="1"/>
                        <a:pt x="150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93" name="Google Shape;393;p14"/>
                <p:cNvSpPr/>
                <p:nvPr/>
              </p:nvSpPr>
              <p:spPr>
                <a:xfrm>
                  <a:off x="257761" y="836322"/>
                  <a:ext cx="79505" cy="718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5" h="2734" extrusionOk="0">
                      <a:moveTo>
                        <a:pt x="1537" y="1"/>
                      </a:moveTo>
                      <a:cubicBezTo>
                        <a:pt x="1419" y="1"/>
                        <a:pt x="1298" y="16"/>
                        <a:pt x="1178" y="47"/>
                      </a:cubicBezTo>
                      <a:cubicBezTo>
                        <a:pt x="446" y="238"/>
                        <a:pt x="0" y="970"/>
                        <a:pt x="191" y="1702"/>
                      </a:cubicBezTo>
                      <a:cubicBezTo>
                        <a:pt x="352" y="2320"/>
                        <a:pt x="921" y="2734"/>
                        <a:pt x="1534" y="2734"/>
                      </a:cubicBezTo>
                      <a:cubicBezTo>
                        <a:pt x="1648" y="2734"/>
                        <a:pt x="1764" y="2719"/>
                        <a:pt x="1878" y="2689"/>
                      </a:cubicBezTo>
                      <a:cubicBezTo>
                        <a:pt x="2579" y="2498"/>
                        <a:pt x="3024" y="1734"/>
                        <a:pt x="2833" y="1002"/>
                      </a:cubicBezTo>
                      <a:cubicBezTo>
                        <a:pt x="2674" y="390"/>
                        <a:pt x="2136" y="1"/>
                        <a:pt x="153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grpSp>
          <p:nvGrpSpPr>
            <p:cNvPr id="394" name="Google Shape;394;p14"/>
            <p:cNvGrpSpPr/>
            <p:nvPr/>
          </p:nvGrpSpPr>
          <p:grpSpPr>
            <a:xfrm rot="7018040">
              <a:off x="1012370" y="631076"/>
              <a:ext cx="927961" cy="503495"/>
              <a:chOff x="3176988" y="6051975"/>
              <a:chExt cx="927925" cy="503475"/>
            </a:xfrm>
          </p:grpSpPr>
          <p:sp>
            <p:nvSpPr>
              <p:cNvPr id="395" name="Google Shape;395;p14"/>
              <p:cNvSpPr/>
              <p:nvPr/>
            </p:nvSpPr>
            <p:spPr>
              <a:xfrm>
                <a:off x="3198538" y="6072725"/>
                <a:ext cx="893625" cy="472350"/>
              </a:xfrm>
              <a:custGeom>
                <a:avLst/>
                <a:gdLst/>
                <a:ahLst/>
                <a:cxnLst/>
                <a:rect l="l" t="t" r="r" b="b"/>
                <a:pathLst>
                  <a:path w="35745" h="18894" fill="none" extrusionOk="0">
                    <a:moveTo>
                      <a:pt x="0" y="1"/>
                    </a:moveTo>
                    <a:lnTo>
                      <a:pt x="6862" y="17809"/>
                    </a:lnTo>
                    <a:lnTo>
                      <a:pt x="35744" y="18894"/>
                    </a:lnTo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6" name="Google Shape;396;p14"/>
              <p:cNvSpPr/>
              <p:nvPr/>
            </p:nvSpPr>
            <p:spPr>
              <a:xfrm>
                <a:off x="4079363" y="6529900"/>
                <a:ext cx="25550" cy="25550"/>
              </a:xfrm>
              <a:custGeom>
                <a:avLst/>
                <a:gdLst/>
                <a:ahLst/>
                <a:cxnLst/>
                <a:rect l="l" t="t" r="r" b="b"/>
                <a:pathLst>
                  <a:path w="1022" h="1022" extrusionOk="0">
                    <a:moveTo>
                      <a:pt x="1022" y="511"/>
                    </a:moveTo>
                    <a:cubicBezTo>
                      <a:pt x="1022" y="798"/>
                      <a:pt x="798" y="1022"/>
                      <a:pt x="511" y="1022"/>
                    </a:cubicBezTo>
                    <a:cubicBezTo>
                      <a:pt x="224" y="1022"/>
                      <a:pt x="0" y="798"/>
                      <a:pt x="0" y="511"/>
                    </a:cubicBezTo>
                    <a:cubicBezTo>
                      <a:pt x="0" y="224"/>
                      <a:pt x="224" y="1"/>
                      <a:pt x="511" y="1"/>
                    </a:cubicBezTo>
                    <a:cubicBezTo>
                      <a:pt x="798" y="1"/>
                      <a:pt x="1022" y="224"/>
                      <a:pt x="1022" y="5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7" name="Google Shape;397;p14"/>
              <p:cNvSpPr/>
              <p:nvPr/>
            </p:nvSpPr>
            <p:spPr>
              <a:xfrm>
                <a:off x="3176988" y="6051975"/>
                <a:ext cx="42300" cy="42325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1693" extrusionOk="0">
                    <a:moveTo>
                      <a:pt x="1692" y="831"/>
                    </a:moveTo>
                    <a:cubicBezTo>
                      <a:pt x="1692" y="1309"/>
                      <a:pt x="1309" y="1692"/>
                      <a:pt x="862" y="1692"/>
                    </a:cubicBezTo>
                    <a:cubicBezTo>
                      <a:pt x="383" y="1692"/>
                      <a:pt x="0" y="1309"/>
                      <a:pt x="0" y="831"/>
                    </a:cubicBezTo>
                    <a:cubicBezTo>
                      <a:pt x="0" y="384"/>
                      <a:pt x="383" y="1"/>
                      <a:pt x="862" y="1"/>
                    </a:cubicBezTo>
                    <a:cubicBezTo>
                      <a:pt x="1309" y="1"/>
                      <a:pt x="1692" y="384"/>
                      <a:pt x="1692" y="83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8" name="Google Shape;398;p14"/>
              <p:cNvSpPr/>
              <p:nvPr/>
            </p:nvSpPr>
            <p:spPr>
              <a:xfrm>
                <a:off x="3354113" y="6491600"/>
                <a:ext cx="42300" cy="42325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1693" extrusionOk="0">
                    <a:moveTo>
                      <a:pt x="1692" y="830"/>
                    </a:moveTo>
                    <a:cubicBezTo>
                      <a:pt x="1692" y="1309"/>
                      <a:pt x="1309" y="1692"/>
                      <a:pt x="862" y="1692"/>
                    </a:cubicBezTo>
                    <a:cubicBezTo>
                      <a:pt x="383" y="1692"/>
                      <a:pt x="0" y="1309"/>
                      <a:pt x="0" y="830"/>
                    </a:cubicBezTo>
                    <a:cubicBezTo>
                      <a:pt x="0" y="384"/>
                      <a:pt x="383" y="1"/>
                      <a:pt x="862" y="1"/>
                    </a:cubicBezTo>
                    <a:cubicBezTo>
                      <a:pt x="1309" y="1"/>
                      <a:pt x="1692" y="384"/>
                      <a:pt x="1692" y="83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358881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5"/>
          <p:cNvSpPr txBox="1">
            <a:spLocks noGrp="1"/>
          </p:cNvSpPr>
          <p:nvPr>
            <p:ph type="title"/>
          </p:nvPr>
        </p:nvSpPr>
        <p:spPr>
          <a:xfrm>
            <a:off x="2569833" y="996333"/>
            <a:ext cx="5707200" cy="206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401" name="Google Shape;401;p15"/>
          <p:cNvSpPr txBox="1">
            <a:spLocks noGrp="1"/>
          </p:cNvSpPr>
          <p:nvPr>
            <p:ph type="title" idx="2" hasCustomPrompt="1"/>
          </p:nvPr>
        </p:nvSpPr>
        <p:spPr>
          <a:xfrm>
            <a:off x="950967" y="1465200"/>
            <a:ext cx="1276400" cy="12828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02" name="Google Shape;402;p15"/>
          <p:cNvSpPr txBox="1">
            <a:spLocks noGrp="1"/>
          </p:cNvSpPr>
          <p:nvPr>
            <p:ph type="subTitle" idx="1"/>
          </p:nvPr>
        </p:nvSpPr>
        <p:spPr>
          <a:xfrm>
            <a:off x="950967" y="3265200"/>
            <a:ext cx="7134400" cy="5000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grpSp>
        <p:nvGrpSpPr>
          <p:cNvPr id="403" name="Google Shape;403;p15"/>
          <p:cNvGrpSpPr/>
          <p:nvPr/>
        </p:nvGrpSpPr>
        <p:grpSpPr>
          <a:xfrm flipH="1">
            <a:off x="-1172671" y="2060398"/>
            <a:ext cx="11583084" cy="9140279"/>
            <a:chOff x="2647347" y="1686630"/>
            <a:chExt cx="8014865" cy="6324577"/>
          </a:xfrm>
        </p:grpSpPr>
        <p:cxnSp>
          <p:nvCxnSpPr>
            <p:cNvPr id="404" name="Google Shape;404;p15"/>
            <p:cNvCxnSpPr/>
            <p:nvPr/>
          </p:nvCxnSpPr>
          <p:spPr>
            <a:xfrm rot="10800000">
              <a:off x="4892300" y="4605100"/>
              <a:ext cx="370800" cy="173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5" name="Google Shape;405;p15"/>
            <p:cNvCxnSpPr/>
            <p:nvPr/>
          </p:nvCxnSpPr>
          <p:spPr>
            <a:xfrm rot="10800000">
              <a:off x="5262950" y="4778550"/>
              <a:ext cx="673500" cy="7578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06" name="Google Shape;406;p15"/>
            <p:cNvGrpSpPr/>
            <p:nvPr/>
          </p:nvGrpSpPr>
          <p:grpSpPr>
            <a:xfrm rot="1223304">
              <a:off x="5150566" y="4924955"/>
              <a:ext cx="906421" cy="482749"/>
              <a:chOff x="3198538" y="6072725"/>
              <a:chExt cx="906375" cy="482725"/>
            </a:xfrm>
          </p:grpSpPr>
          <p:sp>
            <p:nvSpPr>
              <p:cNvPr id="407" name="Google Shape;407;p15"/>
              <p:cNvSpPr/>
              <p:nvPr/>
            </p:nvSpPr>
            <p:spPr>
              <a:xfrm>
                <a:off x="3198538" y="6072725"/>
                <a:ext cx="893625" cy="472350"/>
              </a:xfrm>
              <a:custGeom>
                <a:avLst/>
                <a:gdLst/>
                <a:ahLst/>
                <a:cxnLst/>
                <a:rect l="l" t="t" r="r" b="b"/>
                <a:pathLst>
                  <a:path w="35745" h="18894" fill="none" extrusionOk="0">
                    <a:moveTo>
                      <a:pt x="0" y="1"/>
                    </a:moveTo>
                    <a:lnTo>
                      <a:pt x="6862" y="17809"/>
                    </a:lnTo>
                    <a:lnTo>
                      <a:pt x="35744" y="18894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8" name="Google Shape;408;p15"/>
              <p:cNvSpPr/>
              <p:nvPr/>
            </p:nvSpPr>
            <p:spPr>
              <a:xfrm>
                <a:off x="4079363" y="6529900"/>
                <a:ext cx="25550" cy="25550"/>
              </a:xfrm>
              <a:custGeom>
                <a:avLst/>
                <a:gdLst/>
                <a:ahLst/>
                <a:cxnLst/>
                <a:rect l="l" t="t" r="r" b="b"/>
                <a:pathLst>
                  <a:path w="1022" h="1022" extrusionOk="0">
                    <a:moveTo>
                      <a:pt x="1022" y="511"/>
                    </a:moveTo>
                    <a:cubicBezTo>
                      <a:pt x="1022" y="798"/>
                      <a:pt x="798" y="1022"/>
                      <a:pt x="511" y="1022"/>
                    </a:cubicBezTo>
                    <a:cubicBezTo>
                      <a:pt x="224" y="1022"/>
                      <a:pt x="0" y="798"/>
                      <a:pt x="0" y="511"/>
                    </a:cubicBezTo>
                    <a:cubicBezTo>
                      <a:pt x="0" y="224"/>
                      <a:pt x="224" y="1"/>
                      <a:pt x="511" y="1"/>
                    </a:cubicBezTo>
                    <a:cubicBezTo>
                      <a:pt x="798" y="1"/>
                      <a:pt x="1022" y="224"/>
                      <a:pt x="1022" y="51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9" name="Google Shape;409;p15"/>
              <p:cNvSpPr/>
              <p:nvPr/>
            </p:nvSpPr>
            <p:spPr>
              <a:xfrm>
                <a:off x="3354113" y="6491600"/>
                <a:ext cx="42300" cy="42325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1693" extrusionOk="0">
                    <a:moveTo>
                      <a:pt x="1692" y="830"/>
                    </a:moveTo>
                    <a:cubicBezTo>
                      <a:pt x="1692" y="1309"/>
                      <a:pt x="1309" y="1692"/>
                      <a:pt x="862" y="1692"/>
                    </a:cubicBezTo>
                    <a:cubicBezTo>
                      <a:pt x="383" y="1692"/>
                      <a:pt x="0" y="1309"/>
                      <a:pt x="0" y="830"/>
                    </a:cubicBezTo>
                    <a:cubicBezTo>
                      <a:pt x="0" y="384"/>
                      <a:pt x="383" y="1"/>
                      <a:pt x="862" y="1"/>
                    </a:cubicBezTo>
                    <a:cubicBezTo>
                      <a:pt x="1309" y="1"/>
                      <a:pt x="1692" y="384"/>
                      <a:pt x="1692" y="83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410" name="Google Shape;410;p15"/>
            <p:cNvGrpSpPr/>
            <p:nvPr/>
          </p:nvGrpSpPr>
          <p:grpSpPr>
            <a:xfrm>
              <a:off x="6623250" y="4391575"/>
              <a:ext cx="584850" cy="594450"/>
              <a:chOff x="2214950" y="5878400"/>
              <a:chExt cx="584850" cy="594450"/>
            </a:xfrm>
          </p:grpSpPr>
          <p:sp>
            <p:nvSpPr>
              <p:cNvPr id="411" name="Google Shape;411;p15"/>
              <p:cNvSpPr/>
              <p:nvPr/>
            </p:nvSpPr>
            <p:spPr>
              <a:xfrm>
                <a:off x="2228500" y="5891175"/>
                <a:ext cx="546575" cy="562525"/>
              </a:xfrm>
              <a:custGeom>
                <a:avLst/>
                <a:gdLst/>
                <a:ahLst/>
                <a:cxnLst/>
                <a:rect l="l" t="t" r="r" b="b"/>
                <a:pathLst>
                  <a:path w="21863" h="22501" fill="none" extrusionOk="0">
                    <a:moveTo>
                      <a:pt x="14969" y="1"/>
                    </a:moveTo>
                    <a:lnTo>
                      <a:pt x="1" y="17202"/>
                    </a:lnTo>
                    <a:lnTo>
                      <a:pt x="21862" y="22500"/>
                    </a:lnTo>
                    <a:lnTo>
                      <a:pt x="16213" y="12192"/>
                    </a:lnTo>
                    <a:lnTo>
                      <a:pt x="1" y="17202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2" name="Google Shape;412;p15"/>
              <p:cNvSpPr/>
              <p:nvPr/>
            </p:nvSpPr>
            <p:spPr>
              <a:xfrm>
                <a:off x="2589950" y="5878400"/>
                <a:ext cx="25550" cy="25575"/>
              </a:xfrm>
              <a:custGeom>
                <a:avLst/>
                <a:gdLst/>
                <a:ahLst/>
                <a:cxnLst/>
                <a:rect l="l" t="t" r="r" b="b"/>
                <a:pathLst>
                  <a:path w="1022" h="1023" extrusionOk="0">
                    <a:moveTo>
                      <a:pt x="1021" y="512"/>
                    </a:moveTo>
                    <a:cubicBezTo>
                      <a:pt x="1021" y="799"/>
                      <a:pt x="798" y="1022"/>
                      <a:pt x="511" y="1022"/>
                    </a:cubicBezTo>
                    <a:cubicBezTo>
                      <a:pt x="224" y="1022"/>
                      <a:pt x="0" y="799"/>
                      <a:pt x="0" y="512"/>
                    </a:cubicBezTo>
                    <a:cubicBezTo>
                      <a:pt x="0" y="256"/>
                      <a:pt x="224" y="1"/>
                      <a:pt x="511" y="1"/>
                    </a:cubicBezTo>
                    <a:cubicBezTo>
                      <a:pt x="798" y="1"/>
                      <a:pt x="1021" y="256"/>
                      <a:pt x="1021" y="512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3" name="Google Shape;413;p15"/>
              <p:cNvSpPr/>
              <p:nvPr/>
            </p:nvSpPr>
            <p:spPr>
              <a:xfrm>
                <a:off x="2621050" y="6183200"/>
                <a:ext cx="25575" cy="25550"/>
              </a:xfrm>
              <a:custGeom>
                <a:avLst/>
                <a:gdLst/>
                <a:ahLst/>
                <a:cxnLst/>
                <a:rect l="l" t="t" r="r" b="b"/>
                <a:pathLst>
                  <a:path w="1023" h="1022" extrusionOk="0">
                    <a:moveTo>
                      <a:pt x="1022" y="511"/>
                    </a:moveTo>
                    <a:cubicBezTo>
                      <a:pt x="1022" y="798"/>
                      <a:pt x="799" y="1021"/>
                      <a:pt x="511" y="1021"/>
                    </a:cubicBezTo>
                    <a:cubicBezTo>
                      <a:pt x="224" y="1021"/>
                      <a:pt x="1" y="798"/>
                      <a:pt x="1" y="511"/>
                    </a:cubicBezTo>
                    <a:cubicBezTo>
                      <a:pt x="1" y="224"/>
                      <a:pt x="224" y="0"/>
                      <a:pt x="511" y="0"/>
                    </a:cubicBezTo>
                    <a:cubicBezTo>
                      <a:pt x="799" y="0"/>
                      <a:pt x="1022" y="224"/>
                      <a:pt x="1022" y="5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4" name="Google Shape;414;p15"/>
              <p:cNvSpPr/>
              <p:nvPr/>
            </p:nvSpPr>
            <p:spPr>
              <a:xfrm>
                <a:off x="2214950" y="6294100"/>
                <a:ext cx="42300" cy="42300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1692" extrusionOk="0">
                    <a:moveTo>
                      <a:pt x="1692" y="830"/>
                    </a:moveTo>
                    <a:cubicBezTo>
                      <a:pt x="1692" y="1309"/>
                      <a:pt x="1309" y="1692"/>
                      <a:pt x="830" y="1692"/>
                    </a:cubicBezTo>
                    <a:cubicBezTo>
                      <a:pt x="383" y="1692"/>
                      <a:pt x="0" y="1309"/>
                      <a:pt x="0" y="830"/>
                    </a:cubicBezTo>
                    <a:cubicBezTo>
                      <a:pt x="0" y="351"/>
                      <a:pt x="383" y="0"/>
                      <a:pt x="830" y="0"/>
                    </a:cubicBezTo>
                    <a:cubicBezTo>
                      <a:pt x="1309" y="0"/>
                      <a:pt x="1692" y="351"/>
                      <a:pt x="1692" y="83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5" name="Google Shape;415;p15"/>
              <p:cNvSpPr/>
              <p:nvPr/>
            </p:nvSpPr>
            <p:spPr>
              <a:xfrm>
                <a:off x="2757500" y="6430525"/>
                <a:ext cx="42300" cy="42325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1693" extrusionOk="0">
                    <a:moveTo>
                      <a:pt x="1692" y="830"/>
                    </a:moveTo>
                    <a:cubicBezTo>
                      <a:pt x="1692" y="1309"/>
                      <a:pt x="1309" y="1692"/>
                      <a:pt x="830" y="1692"/>
                    </a:cubicBezTo>
                    <a:cubicBezTo>
                      <a:pt x="383" y="1692"/>
                      <a:pt x="0" y="1309"/>
                      <a:pt x="0" y="830"/>
                    </a:cubicBezTo>
                    <a:cubicBezTo>
                      <a:pt x="0" y="384"/>
                      <a:pt x="383" y="1"/>
                      <a:pt x="830" y="1"/>
                    </a:cubicBezTo>
                    <a:cubicBezTo>
                      <a:pt x="1309" y="1"/>
                      <a:pt x="1692" y="384"/>
                      <a:pt x="1692" y="83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416" name="Google Shape;416;p15"/>
            <p:cNvGrpSpPr/>
            <p:nvPr/>
          </p:nvGrpSpPr>
          <p:grpSpPr>
            <a:xfrm rot="1364015" flipH="1">
              <a:off x="3127070" y="2898367"/>
              <a:ext cx="7055420" cy="3901102"/>
              <a:chOff x="7432275" y="5642550"/>
              <a:chExt cx="7056275" cy="3901575"/>
            </a:xfrm>
          </p:grpSpPr>
          <p:sp>
            <p:nvSpPr>
              <p:cNvPr id="417" name="Google Shape;417;p15"/>
              <p:cNvSpPr/>
              <p:nvPr/>
            </p:nvSpPr>
            <p:spPr>
              <a:xfrm>
                <a:off x="7432275" y="5642550"/>
                <a:ext cx="7032350" cy="3883225"/>
              </a:xfrm>
              <a:custGeom>
                <a:avLst/>
                <a:gdLst/>
                <a:ahLst/>
                <a:cxnLst/>
                <a:rect l="l" t="t" r="r" b="b"/>
                <a:pathLst>
                  <a:path w="281294" h="155329" fill="none" extrusionOk="0">
                    <a:moveTo>
                      <a:pt x="1" y="1"/>
                    </a:moveTo>
                    <a:lnTo>
                      <a:pt x="44489" y="36511"/>
                    </a:lnTo>
                    <a:lnTo>
                      <a:pt x="86680" y="32394"/>
                    </a:lnTo>
                    <a:lnTo>
                      <a:pt x="98361" y="54064"/>
                    </a:lnTo>
                    <a:lnTo>
                      <a:pt x="134137" y="55500"/>
                    </a:lnTo>
                    <a:lnTo>
                      <a:pt x="107073" y="86329"/>
                    </a:lnTo>
                    <a:lnTo>
                      <a:pt x="139881" y="94435"/>
                    </a:lnTo>
                    <a:lnTo>
                      <a:pt x="173583" y="83202"/>
                    </a:lnTo>
                    <a:lnTo>
                      <a:pt x="200135" y="117861"/>
                    </a:lnTo>
                    <a:lnTo>
                      <a:pt x="264124" y="131265"/>
                    </a:lnTo>
                    <a:lnTo>
                      <a:pt x="281293" y="155328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8" name="Google Shape;418;p15"/>
              <p:cNvSpPr/>
              <p:nvPr/>
            </p:nvSpPr>
            <p:spPr>
              <a:xfrm>
                <a:off x="8544500" y="6555300"/>
                <a:ext cx="596825" cy="495500"/>
              </a:xfrm>
              <a:custGeom>
                <a:avLst/>
                <a:gdLst/>
                <a:ahLst/>
                <a:cxnLst/>
                <a:rect l="l" t="t" r="r" b="b"/>
                <a:pathLst>
                  <a:path w="23873" h="19820" fill="none" extrusionOk="0">
                    <a:moveTo>
                      <a:pt x="23872" y="19820"/>
                    </a:moveTo>
                    <a:lnTo>
                      <a:pt x="0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9" name="Google Shape;419;p15"/>
              <p:cNvSpPr/>
              <p:nvPr/>
            </p:nvSpPr>
            <p:spPr>
              <a:xfrm>
                <a:off x="7778550" y="6452375"/>
                <a:ext cx="2112750" cy="1353200"/>
              </a:xfrm>
              <a:custGeom>
                <a:avLst/>
                <a:gdLst/>
                <a:ahLst/>
                <a:cxnLst/>
                <a:rect l="l" t="t" r="r" b="b"/>
                <a:pathLst>
                  <a:path w="84510" h="54128" fill="none" extrusionOk="0">
                    <a:moveTo>
                      <a:pt x="1" y="53521"/>
                    </a:moveTo>
                    <a:lnTo>
                      <a:pt x="36000" y="27702"/>
                    </a:lnTo>
                    <a:lnTo>
                      <a:pt x="30638" y="4118"/>
                    </a:lnTo>
                    <a:lnTo>
                      <a:pt x="17681" y="19979"/>
                    </a:lnTo>
                    <a:lnTo>
                      <a:pt x="36000" y="27702"/>
                    </a:lnTo>
                    <a:lnTo>
                      <a:pt x="54510" y="23937"/>
                    </a:lnTo>
                    <a:lnTo>
                      <a:pt x="65776" y="54128"/>
                    </a:lnTo>
                    <a:lnTo>
                      <a:pt x="84510" y="21671"/>
                    </a:lnTo>
                    <a:lnTo>
                      <a:pt x="54510" y="23937"/>
                    </a:lnTo>
                    <a:lnTo>
                      <a:pt x="72829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0" name="Google Shape;420;p15"/>
              <p:cNvSpPr/>
              <p:nvPr/>
            </p:nvSpPr>
            <p:spPr>
              <a:xfrm>
                <a:off x="8371350" y="7030025"/>
                <a:ext cx="2414350" cy="775550"/>
              </a:xfrm>
              <a:custGeom>
                <a:avLst/>
                <a:gdLst/>
                <a:ahLst/>
                <a:cxnLst/>
                <a:rect l="l" t="t" r="r" b="b"/>
                <a:pathLst>
                  <a:path w="96574" h="31022" fill="none" extrusionOk="0">
                    <a:moveTo>
                      <a:pt x="1" y="29554"/>
                    </a:moveTo>
                    <a:lnTo>
                      <a:pt x="12288" y="4596"/>
                    </a:lnTo>
                    <a:lnTo>
                      <a:pt x="13756" y="21256"/>
                    </a:lnTo>
                    <a:lnTo>
                      <a:pt x="42064" y="31022"/>
                    </a:lnTo>
                    <a:lnTo>
                      <a:pt x="96574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1" name="Google Shape;421;p15"/>
              <p:cNvSpPr/>
              <p:nvPr/>
            </p:nvSpPr>
            <p:spPr>
              <a:xfrm>
                <a:off x="10432225" y="7722575"/>
                <a:ext cx="1339625" cy="1514375"/>
              </a:xfrm>
              <a:custGeom>
                <a:avLst/>
                <a:gdLst/>
                <a:ahLst/>
                <a:cxnLst/>
                <a:rect l="l" t="t" r="r" b="b"/>
                <a:pathLst>
                  <a:path w="53585" h="60575" fill="none" extrusionOk="0">
                    <a:moveTo>
                      <a:pt x="19883" y="11234"/>
                    </a:moveTo>
                    <a:lnTo>
                      <a:pt x="1" y="46213"/>
                    </a:lnTo>
                    <a:lnTo>
                      <a:pt x="53585" y="1"/>
                    </a:lnTo>
                    <a:lnTo>
                      <a:pt x="40787" y="60574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2" name="Google Shape;422;p15"/>
              <p:cNvSpPr/>
              <p:nvPr/>
            </p:nvSpPr>
            <p:spPr>
              <a:xfrm>
                <a:off x="11771825" y="7722575"/>
                <a:ext cx="2263550" cy="1525525"/>
              </a:xfrm>
              <a:custGeom>
                <a:avLst/>
                <a:gdLst/>
                <a:ahLst/>
                <a:cxnLst/>
                <a:rect l="l" t="t" r="r" b="b"/>
                <a:pathLst>
                  <a:path w="90542" h="61021" fill="none" extrusionOk="0">
                    <a:moveTo>
                      <a:pt x="90542" y="48064"/>
                    </a:moveTo>
                    <a:lnTo>
                      <a:pt x="54957" y="61021"/>
                    </a:lnTo>
                    <a:lnTo>
                      <a:pt x="26553" y="34660"/>
                    </a:lnTo>
                    <a:lnTo>
                      <a:pt x="20107" y="13724"/>
                    </a:lnTo>
                    <a:lnTo>
                      <a:pt x="51223" y="24958"/>
                    </a:lnTo>
                    <a:lnTo>
                      <a:pt x="26553" y="34660"/>
                    </a:lnTo>
                    <a:lnTo>
                      <a:pt x="17585" y="55978"/>
                    </a:lnTo>
                    <a:lnTo>
                      <a:pt x="1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3" name="Google Shape;423;p15"/>
              <p:cNvSpPr/>
              <p:nvPr/>
            </p:nvSpPr>
            <p:spPr>
              <a:xfrm>
                <a:off x="12768350" y="7914850"/>
                <a:ext cx="283275" cy="431675"/>
              </a:xfrm>
              <a:custGeom>
                <a:avLst/>
                <a:gdLst/>
                <a:ahLst/>
                <a:cxnLst/>
                <a:rect l="l" t="t" r="r" b="b"/>
                <a:pathLst>
                  <a:path w="11331" h="17267" fill="none" extrusionOk="0">
                    <a:moveTo>
                      <a:pt x="11330" y="17267"/>
                    </a:moveTo>
                    <a:lnTo>
                      <a:pt x="1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4" name="Google Shape;424;p15"/>
              <p:cNvSpPr/>
              <p:nvPr/>
            </p:nvSpPr>
            <p:spPr>
              <a:xfrm>
                <a:off x="8544500" y="6043875"/>
                <a:ext cx="435650" cy="511450"/>
              </a:xfrm>
              <a:custGeom>
                <a:avLst/>
                <a:gdLst/>
                <a:ahLst/>
                <a:cxnLst/>
                <a:rect l="l" t="t" r="r" b="b"/>
                <a:pathLst>
                  <a:path w="17426" h="20458" fill="none" extrusionOk="0">
                    <a:moveTo>
                      <a:pt x="0" y="20458"/>
                    </a:moveTo>
                    <a:lnTo>
                      <a:pt x="17426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grpSp>
            <p:nvGrpSpPr>
              <p:cNvPr id="425" name="Google Shape;425;p15"/>
              <p:cNvGrpSpPr/>
              <p:nvPr/>
            </p:nvGrpSpPr>
            <p:grpSpPr>
              <a:xfrm>
                <a:off x="7815250" y="6023125"/>
                <a:ext cx="6673300" cy="3521000"/>
                <a:chOff x="7815250" y="6023125"/>
                <a:chExt cx="6673300" cy="3521000"/>
              </a:xfrm>
            </p:grpSpPr>
            <p:sp>
              <p:nvSpPr>
                <p:cNvPr id="426" name="Google Shape;426;p15"/>
                <p:cNvSpPr/>
                <p:nvPr/>
              </p:nvSpPr>
              <p:spPr>
                <a:xfrm>
                  <a:off x="8526150" y="6537750"/>
                  <a:ext cx="367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9" h="1437" extrusionOk="0">
                      <a:moveTo>
                        <a:pt x="1468" y="703"/>
                      </a:moveTo>
                      <a:cubicBezTo>
                        <a:pt x="1468" y="1118"/>
                        <a:pt x="1149" y="1437"/>
                        <a:pt x="734" y="1437"/>
                      </a:cubicBezTo>
                      <a:cubicBezTo>
                        <a:pt x="351" y="1437"/>
                        <a:pt x="0" y="1118"/>
                        <a:pt x="0" y="703"/>
                      </a:cubicBezTo>
                      <a:cubicBezTo>
                        <a:pt x="0" y="320"/>
                        <a:pt x="351" y="1"/>
                        <a:pt x="734" y="1"/>
                      </a:cubicBezTo>
                      <a:cubicBezTo>
                        <a:pt x="1149" y="1"/>
                        <a:pt x="1468" y="320"/>
                        <a:pt x="1468" y="70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27" name="Google Shape;427;p15"/>
                <p:cNvSpPr/>
                <p:nvPr/>
              </p:nvSpPr>
              <p:spPr>
                <a:xfrm>
                  <a:off x="9129325" y="7033225"/>
                  <a:ext cx="359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437" extrusionOk="0">
                      <a:moveTo>
                        <a:pt x="1437" y="703"/>
                      </a:moveTo>
                      <a:cubicBezTo>
                        <a:pt x="1437" y="1117"/>
                        <a:pt x="1117" y="1437"/>
                        <a:pt x="735" y="1437"/>
                      </a:cubicBezTo>
                      <a:cubicBezTo>
                        <a:pt x="320" y="1437"/>
                        <a:pt x="0" y="1117"/>
                        <a:pt x="0" y="703"/>
                      </a:cubicBezTo>
                      <a:cubicBezTo>
                        <a:pt x="0" y="320"/>
                        <a:pt x="320" y="0"/>
                        <a:pt x="735" y="0"/>
                      </a:cubicBezTo>
                      <a:cubicBezTo>
                        <a:pt x="1117" y="0"/>
                        <a:pt x="1437" y="320"/>
                        <a:pt x="1437" y="70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28" name="Google Shape;428;p15"/>
                <p:cNvSpPr/>
                <p:nvPr/>
              </p:nvSpPr>
              <p:spPr>
                <a:xfrm>
                  <a:off x="8699275" y="7540675"/>
                  <a:ext cx="359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437" extrusionOk="0">
                      <a:moveTo>
                        <a:pt x="1437" y="702"/>
                      </a:moveTo>
                      <a:cubicBezTo>
                        <a:pt x="1437" y="1117"/>
                        <a:pt x="1118" y="1436"/>
                        <a:pt x="735" y="1436"/>
                      </a:cubicBezTo>
                      <a:cubicBezTo>
                        <a:pt x="320" y="1436"/>
                        <a:pt x="1" y="1117"/>
                        <a:pt x="1" y="702"/>
                      </a:cubicBezTo>
                      <a:cubicBezTo>
                        <a:pt x="1" y="319"/>
                        <a:pt x="320" y="0"/>
                        <a:pt x="735" y="0"/>
                      </a:cubicBezTo>
                      <a:cubicBezTo>
                        <a:pt x="1118" y="0"/>
                        <a:pt x="1437" y="319"/>
                        <a:pt x="1437" y="70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29" name="Google Shape;429;p15"/>
                <p:cNvSpPr/>
                <p:nvPr/>
              </p:nvSpPr>
              <p:spPr>
                <a:xfrm>
                  <a:off x="13125800" y="9228150"/>
                  <a:ext cx="359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437" extrusionOk="0">
                      <a:moveTo>
                        <a:pt x="1436" y="702"/>
                      </a:moveTo>
                      <a:cubicBezTo>
                        <a:pt x="1436" y="1117"/>
                        <a:pt x="1117" y="1436"/>
                        <a:pt x="702" y="1436"/>
                      </a:cubicBezTo>
                      <a:cubicBezTo>
                        <a:pt x="319" y="1436"/>
                        <a:pt x="0" y="1117"/>
                        <a:pt x="0" y="702"/>
                      </a:cubicBezTo>
                      <a:cubicBezTo>
                        <a:pt x="0" y="319"/>
                        <a:pt x="319" y="0"/>
                        <a:pt x="702" y="0"/>
                      </a:cubicBezTo>
                      <a:cubicBezTo>
                        <a:pt x="1117" y="0"/>
                        <a:pt x="1436" y="319"/>
                        <a:pt x="1436" y="70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30" name="Google Shape;430;p15"/>
                <p:cNvSpPr/>
                <p:nvPr/>
              </p:nvSpPr>
              <p:spPr>
                <a:xfrm>
                  <a:off x="12750000" y="7896500"/>
                  <a:ext cx="36725" cy="3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9" h="1469" extrusionOk="0">
                      <a:moveTo>
                        <a:pt x="1469" y="735"/>
                      </a:moveTo>
                      <a:cubicBezTo>
                        <a:pt x="1469" y="1118"/>
                        <a:pt x="1118" y="1469"/>
                        <a:pt x="735" y="1469"/>
                      </a:cubicBezTo>
                      <a:cubicBezTo>
                        <a:pt x="352" y="1469"/>
                        <a:pt x="1" y="1118"/>
                        <a:pt x="1" y="735"/>
                      </a:cubicBezTo>
                      <a:cubicBezTo>
                        <a:pt x="1" y="352"/>
                        <a:pt x="352" y="1"/>
                        <a:pt x="735" y="1"/>
                      </a:cubicBezTo>
                      <a:cubicBezTo>
                        <a:pt x="1118" y="1"/>
                        <a:pt x="1469" y="352"/>
                        <a:pt x="1469" y="73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31" name="Google Shape;431;p15"/>
                <p:cNvSpPr/>
                <p:nvPr/>
              </p:nvSpPr>
              <p:spPr>
                <a:xfrm>
                  <a:off x="14017000" y="8906600"/>
                  <a:ext cx="367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9" h="1437" extrusionOk="0">
                      <a:moveTo>
                        <a:pt x="1469" y="703"/>
                      </a:moveTo>
                      <a:cubicBezTo>
                        <a:pt x="1469" y="1118"/>
                        <a:pt x="1118" y="1437"/>
                        <a:pt x="735" y="1437"/>
                      </a:cubicBezTo>
                      <a:cubicBezTo>
                        <a:pt x="352" y="1437"/>
                        <a:pt x="1" y="1118"/>
                        <a:pt x="1" y="703"/>
                      </a:cubicBezTo>
                      <a:cubicBezTo>
                        <a:pt x="1" y="320"/>
                        <a:pt x="352" y="1"/>
                        <a:pt x="735" y="1"/>
                      </a:cubicBezTo>
                      <a:cubicBezTo>
                        <a:pt x="1118" y="1"/>
                        <a:pt x="1469" y="320"/>
                        <a:pt x="1469" y="70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32" name="Google Shape;432;p15"/>
                <p:cNvSpPr/>
                <p:nvPr/>
              </p:nvSpPr>
              <p:spPr>
                <a:xfrm>
                  <a:off x="12255325" y="8041725"/>
                  <a:ext cx="359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437" extrusionOk="0">
                      <a:moveTo>
                        <a:pt x="1437" y="734"/>
                      </a:moveTo>
                      <a:cubicBezTo>
                        <a:pt x="1437" y="1117"/>
                        <a:pt x="1118" y="1436"/>
                        <a:pt x="735" y="1436"/>
                      </a:cubicBezTo>
                      <a:cubicBezTo>
                        <a:pt x="320" y="1436"/>
                        <a:pt x="1" y="1117"/>
                        <a:pt x="1" y="734"/>
                      </a:cubicBezTo>
                      <a:cubicBezTo>
                        <a:pt x="1" y="319"/>
                        <a:pt x="320" y="0"/>
                        <a:pt x="735" y="0"/>
                      </a:cubicBezTo>
                      <a:cubicBezTo>
                        <a:pt x="1118" y="0"/>
                        <a:pt x="1437" y="319"/>
                        <a:pt x="1437" y="73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33" name="Google Shape;433;p15"/>
                <p:cNvSpPr/>
                <p:nvPr/>
              </p:nvSpPr>
              <p:spPr>
                <a:xfrm>
                  <a:off x="9586500" y="6439625"/>
                  <a:ext cx="25550" cy="2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2" h="1022" extrusionOk="0">
                      <a:moveTo>
                        <a:pt x="1022" y="511"/>
                      </a:moveTo>
                      <a:cubicBezTo>
                        <a:pt x="1022" y="798"/>
                        <a:pt x="798" y="1021"/>
                        <a:pt x="511" y="1021"/>
                      </a:cubicBezTo>
                      <a:cubicBezTo>
                        <a:pt x="224" y="1021"/>
                        <a:pt x="0" y="798"/>
                        <a:pt x="0" y="511"/>
                      </a:cubicBezTo>
                      <a:cubicBezTo>
                        <a:pt x="0" y="224"/>
                        <a:pt x="224" y="0"/>
                        <a:pt x="511" y="0"/>
                      </a:cubicBezTo>
                      <a:cubicBezTo>
                        <a:pt x="798" y="0"/>
                        <a:pt x="1022" y="224"/>
                        <a:pt x="1022" y="5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34" name="Google Shape;434;p15"/>
                <p:cNvSpPr/>
                <p:nvPr/>
              </p:nvSpPr>
              <p:spPr>
                <a:xfrm>
                  <a:off x="8207800" y="6939075"/>
                  <a:ext cx="25550" cy="2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2" h="1022" extrusionOk="0">
                      <a:moveTo>
                        <a:pt x="1022" y="511"/>
                      </a:moveTo>
                      <a:cubicBezTo>
                        <a:pt x="1022" y="798"/>
                        <a:pt x="798" y="1022"/>
                        <a:pt x="511" y="1022"/>
                      </a:cubicBezTo>
                      <a:cubicBezTo>
                        <a:pt x="224" y="1022"/>
                        <a:pt x="0" y="798"/>
                        <a:pt x="0" y="511"/>
                      </a:cubicBezTo>
                      <a:cubicBezTo>
                        <a:pt x="0" y="256"/>
                        <a:pt x="224" y="1"/>
                        <a:pt x="511" y="1"/>
                      </a:cubicBezTo>
                      <a:cubicBezTo>
                        <a:pt x="798" y="1"/>
                        <a:pt x="1022" y="256"/>
                        <a:pt x="1022" y="5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35" name="Google Shape;435;p15"/>
                <p:cNvSpPr/>
                <p:nvPr/>
              </p:nvSpPr>
              <p:spPr>
                <a:xfrm>
                  <a:off x="8959375" y="602312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31"/>
                      </a:moveTo>
                      <a:cubicBezTo>
                        <a:pt x="1692" y="1309"/>
                        <a:pt x="1309" y="1692"/>
                        <a:pt x="831" y="1692"/>
                      </a:cubicBezTo>
                      <a:cubicBezTo>
                        <a:pt x="384" y="1692"/>
                        <a:pt x="1" y="1309"/>
                        <a:pt x="1" y="831"/>
                      </a:cubicBezTo>
                      <a:cubicBezTo>
                        <a:pt x="1" y="384"/>
                        <a:pt x="384" y="1"/>
                        <a:pt x="831" y="1"/>
                      </a:cubicBezTo>
                      <a:cubicBezTo>
                        <a:pt x="1309" y="1"/>
                        <a:pt x="1692" y="384"/>
                        <a:pt x="1692" y="83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36" name="Google Shape;436;p15"/>
                <p:cNvSpPr/>
                <p:nvPr/>
              </p:nvSpPr>
              <p:spPr>
                <a:xfrm>
                  <a:off x="9869725" y="697257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63"/>
                      </a:moveTo>
                      <a:cubicBezTo>
                        <a:pt x="1692" y="1309"/>
                        <a:pt x="1309" y="1692"/>
                        <a:pt x="831" y="1692"/>
                      </a:cubicBezTo>
                      <a:cubicBezTo>
                        <a:pt x="384" y="1692"/>
                        <a:pt x="1" y="1309"/>
                        <a:pt x="1" y="863"/>
                      </a:cubicBezTo>
                      <a:cubicBezTo>
                        <a:pt x="1" y="384"/>
                        <a:pt x="384" y="1"/>
                        <a:pt x="831" y="1"/>
                      </a:cubicBezTo>
                      <a:cubicBezTo>
                        <a:pt x="1309" y="1"/>
                        <a:pt x="1692" y="384"/>
                        <a:pt x="1692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37" name="Google Shape;437;p15"/>
                <p:cNvSpPr/>
                <p:nvPr/>
              </p:nvSpPr>
              <p:spPr>
                <a:xfrm>
                  <a:off x="10761750" y="7009300"/>
                  <a:ext cx="42300" cy="43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724" extrusionOk="0">
                      <a:moveTo>
                        <a:pt x="1692" y="862"/>
                      </a:moveTo>
                      <a:cubicBezTo>
                        <a:pt x="1692" y="1340"/>
                        <a:pt x="1309" y="1723"/>
                        <a:pt x="830" y="1723"/>
                      </a:cubicBezTo>
                      <a:cubicBezTo>
                        <a:pt x="351" y="1723"/>
                        <a:pt x="0" y="1340"/>
                        <a:pt x="0" y="862"/>
                      </a:cubicBezTo>
                      <a:cubicBezTo>
                        <a:pt x="0" y="383"/>
                        <a:pt x="351" y="0"/>
                        <a:pt x="830" y="0"/>
                      </a:cubicBezTo>
                      <a:cubicBezTo>
                        <a:pt x="1309" y="0"/>
                        <a:pt x="1692" y="383"/>
                        <a:pt x="1692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38" name="Google Shape;438;p15"/>
                <p:cNvSpPr/>
                <p:nvPr/>
              </p:nvSpPr>
              <p:spPr>
                <a:xfrm>
                  <a:off x="11751075" y="770102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63"/>
                      </a:moveTo>
                      <a:cubicBezTo>
                        <a:pt x="1692" y="1341"/>
                        <a:pt x="1309" y="1692"/>
                        <a:pt x="831" y="1692"/>
                      </a:cubicBezTo>
                      <a:cubicBezTo>
                        <a:pt x="352" y="1692"/>
                        <a:pt x="1" y="1341"/>
                        <a:pt x="1" y="863"/>
                      </a:cubicBezTo>
                      <a:cubicBezTo>
                        <a:pt x="1" y="384"/>
                        <a:pt x="352" y="1"/>
                        <a:pt x="831" y="1"/>
                      </a:cubicBezTo>
                      <a:cubicBezTo>
                        <a:pt x="1309" y="1"/>
                        <a:pt x="1692" y="384"/>
                        <a:pt x="1692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39" name="Google Shape;439;p15"/>
                <p:cNvSpPr/>
                <p:nvPr/>
              </p:nvSpPr>
              <p:spPr>
                <a:xfrm>
                  <a:off x="13032450" y="8323375"/>
                  <a:ext cx="43100" cy="42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" h="1692" extrusionOk="0">
                      <a:moveTo>
                        <a:pt x="1724" y="862"/>
                      </a:moveTo>
                      <a:cubicBezTo>
                        <a:pt x="1724" y="1340"/>
                        <a:pt x="1341" y="1692"/>
                        <a:pt x="862" y="1692"/>
                      </a:cubicBezTo>
                      <a:cubicBezTo>
                        <a:pt x="383" y="1692"/>
                        <a:pt x="0" y="1340"/>
                        <a:pt x="0" y="862"/>
                      </a:cubicBezTo>
                      <a:cubicBezTo>
                        <a:pt x="0" y="383"/>
                        <a:pt x="383" y="0"/>
                        <a:pt x="862" y="0"/>
                      </a:cubicBezTo>
                      <a:cubicBezTo>
                        <a:pt x="1341" y="0"/>
                        <a:pt x="1724" y="383"/>
                        <a:pt x="1724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40" name="Google Shape;440;p15"/>
                <p:cNvSpPr/>
                <p:nvPr/>
              </p:nvSpPr>
              <p:spPr>
                <a:xfrm>
                  <a:off x="14446250" y="9501800"/>
                  <a:ext cx="42300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693" extrusionOk="0">
                      <a:moveTo>
                        <a:pt x="1692" y="830"/>
                      </a:moveTo>
                      <a:cubicBezTo>
                        <a:pt x="1692" y="1309"/>
                        <a:pt x="1341" y="1692"/>
                        <a:pt x="862" y="1692"/>
                      </a:cubicBezTo>
                      <a:cubicBezTo>
                        <a:pt x="383" y="1692"/>
                        <a:pt x="0" y="1309"/>
                        <a:pt x="0" y="830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41" y="1"/>
                        <a:pt x="1692" y="384"/>
                        <a:pt x="1692" y="83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41" name="Google Shape;441;p15"/>
                <p:cNvSpPr/>
                <p:nvPr/>
              </p:nvSpPr>
              <p:spPr>
                <a:xfrm>
                  <a:off x="11427150" y="921297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62"/>
                      </a:moveTo>
                      <a:cubicBezTo>
                        <a:pt x="1692" y="1341"/>
                        <a:pt x="1309" y="1692"/>
                        <a:pt x="830" y="1692"/>
                      </a:cubicBezTo>
                      <a:cubicBezTo>
                        <a:pt x="352" y="1692"/>
                        <a:pt x="1" y="1341"/>
                        <a:pt x="1" y="862"/>
                      </a:cubicBezTo>
                      <a:cubicBezTo>
                        <a:pt x="1" y="384"/>
                        <a:pt x="352" y="1"/>
                        <a:pt x="830" y="1"/>
                      </a:cubicBezTo>
                      <a:cubicBezTo>
                        <a:pt x="1309" y="1"/>
                        <a:pt x="1692" y="384"/>
                        <a:pt x="1692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42" name="Google Shape;442;p15"/>
                <p:cNvSpPr/>
                <p:nvPr/>
              </p:nvSpPr>
              <p:spPr>
                <a:xfrm>
                  <a:off x="12190700" y="9100475"/>
                  <a:ext cx="42325" cy="4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725" extrusionOk="0">
                      <a:moveTo>
                        <a:pt x="1692" y="862"/>
                      </a:moveTo>
                      <a:cubicBezTo>
                        <a:pt x="1692" y="1341"/>
                        <a:pt x="1309" y="1724"/>
                        <a:pt x="830" y="1724"/>
                      </a:cubicBezTo>
                      <a:cubicBezTo>
                        <a:pt x="384" y="1724"/>
                        <a:pt x="1" y="1341"/>
                        <a:pt x="1" y="862"/>
                      </a:cubicBezTo>
                      <a:cubicBezTo>
                        <a:pt x="1" y="384"/>
                        <a:pt x="384" y="1"/>
                        <a:pt x="830" y="1"/>
                      </a:cubicBezTo>
                      <a:cubicBezTo>
                        <a:pt x="1309" y="1"/>
                        <a:pt x="1692" y="384"/>
                        <a:pt x="1692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43" name="Google Shape;443;p15"/>
                <p:cNvSpPr/>
                <p:nvPr/>
              </p:nvSpPr>
              <p:spPr>
                <a:xfrm>
                  <a:off x="12419700" y="8567500"/>
                  <a:ext cx="43100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" h="1693" extrusionOk="0">
                      <a:moveTo>
                        <a:pt x="1723" y="863"/>
                      </a:moveTo>
                      <a:cubicBezTo>
                        <a:pt x="1723" y="1309"/>
                        <a:pt x="1341" y="1692"/>
                        <a:pt x="862" y="1692"/>
                      </a:cubicBezTo>
                      <a:cubicBezTo>
                        <a:pt x="383" y="1692"/>
                        <a:pt x="0" y="1309"/>
                        <a:pt x="0" y="863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41" y="1"/>
                        <a:pt x="1723" y="384"/>
                        <a:pt x="1723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44" name="Google Shape;444;p15"/>
                <p:cNvSpPr/>
                <p:nvPr/>
              </p:nvSpPr>
              <p:spPr>
                <a:xfrm>
                  <a:off x="9401400" y="7784000"/>
                  <a:ext cx="42300" cy="4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725" extrusionOk="0">
                      <a:moveTo>
                        <a:pt x="1692" y="863"/>
                      </a:moveTo>
                      <a:cubicBezTo>
                        <a:pt x="1692" y="1341"/>
                        <a:pt x="1309" y="1724"/>
                        <a:pt x="862" y="1724"/>
                      </a:cubicBezTo>
                      <a:cubicBezTo>
                        <a:pt x="383" y="1724"/>
                        <a:pt x="0" y="1341"/>
                        <a:pt x="0" y="863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09" y="1"/>
                        <a:pt x="1692" y="384"/>
                        <a:pt x="1692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45" name="Google Shape;445;p15"/>
                <p:cNvSpPr/>
                <p:nvPr/>
              </p:nvSpPr>
              <p:spPr>
                <a:xfrm>
                  <a:off x="10410675" y="885632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63"/>
                      </a:moveTo>
                      <a:cubicBezTo>
                        <a:pt x="1692" y="1309"/>
                        <a:pt x="1341" y="1692"/>
                        <a:pt x="863" y="1692"/>
                      </a:cubicBezTo>
                      <a:cubicBezTo>
                        <a:pt x="384" y="1692"/>
                        <a:pt x="1" y="1309"/>
                        <a:pt x="1" y="863"/>
                      </a:cubicBezTo>
                      <a:cubicBezTo>
                        <a:pt x="1" y="384"/>
                        <a:pt x="384" y="1"/>
                        <a:pt x="863" y="1"/>
                      </a:cubicBezTo>
                      <a:cubicBezTo>
                        <a:pt x="1341" y="1"/>
                        <a:pt x="1692" y="384"/>
                        <a:pt x="1692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46" name="Google Shape;446;p15"/>
                <p:cNvSpPr/>
                <p:nvPr/>
              </p:nvSpPr>
              <p:spPr>
                <a:xfrm>
                  <a:off x="10907750" y="7981875"/>
                  <a:ext cx="42300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693" extrusionOk="0">
                      <a:moveTo>
                        <a:pt x="1692" y="862"/>
                      </a:moveTo>
                      <a:cubicBezTo>
                        <a:pt x="1692" y="1341"/>
                        <a:pt x="1309" y="1692"/>
                        <a:pt x="862" y="1692"/>
                      </a:cubicBezTo>
                      <a:cubicBezTo>
                        <a:pt x="383" y="1692"/>
                        <a:pt x="0" y="1341"/>
                        <a:pt x="0" y="862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09" y="1"/>
                        <a:pt x="1692" y="384"/>
                        <a:pt x="1692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47" name="Google Shape;447;p15"/>
                <p:cNvSpPr/>
                <p:nvPr/>
              </p:nvSpPr>
              <p:spPr>
                <a:xfrm>
                  <a:off x="10089150" y="7779225"/>
                  <a:ext cx="43100" cy="42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" h="1692" extrusionOk="0">
                      <a:moveTo>
                        <a:pt x="1724" y="862"/>
                      </a:moveTo>
                      <a:cubicBezTo>
                        <a:pt x="1724" y="1309"/>
                        <a:pt x="1341" y="1692"/>
                        <a:pt x="862" y="1692"/>
                      </a:cubicBezTo>
                      <a:cubicBezTo>
                        <a:pt x="383" y="1692"/>
                        <a:pt x="0" y="1309"/>
                        <a:pt x="0" y="862"/>
                      </a:cubicBezTo>
                      <a:cubicBezTo>
                        <a:pt x="0" y="383"/>
                        <a:pt x="383" y="0"/>
                        <a:pt x="862" y="0"/>
                      </a:cubicBezTo>
                      <a:cubicBezTo>
                        <a:pt x="1341" y="0"/>
                        <a:pt x="1724" y="383"/>
                        <a:pt x="1724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48" name="Google Shape;448;p15"/>
                <p:cNvSpPr/>
                <p:nvPr/>
              </p:nvSpPr>
              <p:spPr>
                <a:xfrm>
                  <a:off x="8353800" y="7746500"/>
                  <a:ext cx="431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5" h="1693" extrusionOk="0">
                      <a:moveTo>
                        <a:pt x="1724" y="863"/>
                      </a:moveTo>
                      <a:cubicBezTo>
                        <a:pt x="1724" y="1341"/>
                        <a:pt x="1341" y="1692"/>
                        <a:pt x="862" y="1692"/>
                      </a:cubicBezTo>
                      <a:cubicBezTo>
                        <a:pt x="384" y="1692"/>
                        <a:pt x="1" y="1341"/>
                        <a:pt x="1" y="863"/>
                      </a:cubicBezTo>
                      <a:cubicBezTo>
                        <a:pt x="1" y="384"/>
                        <a:pt x="384" y="1"/>
                        <a:pt x="862" y="1"/>
                      </a:cubicBezTo>
                      <a:cubicBezTo>
                        <a:pt x="1341" y="1"/>
                        <a:pt x="1724" y="384"/>
                        <a:pt x="1724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49" name="Google Shape;449;p15"/>
                <p:cNvSpPr/>
                <p:nvPr/>
              </p:nvSpPr>
              <p:spPr>
                <a:xfrm>
                  <a:off x="8654600" y="7123375"/>
                  <a:ext cx="42300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693" extrusionOk="0">
                      <a:moveTo>
                        <a:pt x="1692" y="831"/>
                      </a:moveTo>
                      <a:cubicBezTo>
                        <a:pt x="1692" y="1309"/>
                        <a:pt x="1309" y="1692"/>
                        <a:pt x="862" y="1692"/>
                      </a:cubicBezTo>
                      <a:cubicBezTo>
                        <a:pt x="383" y="1692"/>
                        <a:pt x="0" y="1309"/>
                        <a:pt x="0" y="831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09" y="1"/>
                        <a:pt x="1692" y="384"/>
                        <a:pt x="1692" y="83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50" name="Google Shape;450;p15"/>
                <p:cNvSpPr/>
                <p:nvPr/>
              </p:nvSpPr>
              <p:spPr>
                <a:xfrm>
                  <a:off x="7815250" y="7722575"/>
                  <a:ext cx="43100" cy="43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" h="1724" extrusionOk="0">
                      <a:moveTo>
                        <a:pt x="1724" y="862"/>
                      </a:moveTo>
                      <a:cubicBezTo>
                        <a:pt x="1724" y="1341"/>
                        <a:pt x="1341" y="1724"/>
                        <a:pt x="862" y="1724"/>
                      </a:cubicBezTo>
                      <a:cubicBezTo>
                        <a:pt x="384" y="1724"/>
                        <a:pt x="1" y="1341"/>
                        <a:pt x="1" y="862"/>
                      </a:cubicBezTo>
                      <a:cubicBezTo>
                        <a:pt x="1" y="383"/>
                        <a:pt x="384" y="1"/>
                        <a:pt x="862" y="1"/>
                      </a:cubicBezTo>
                      <a:cubicBezTo>
                        <a:pt x="1341" y="1"/>
                        <a:pt x="1724" y="383"/>
                        <a:pt x="1724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cxnSp>
          <p:nvCxnSpPr>
            <p:cNvPr id="451" name="Google Shape;451;p15"/>
            <p:cNvCxnSpPr/>
            <p:nvPr/>
          </p:nvCxnSpPr>
          <p:spPr>
            <a:xfrm rot="10800000" flipH="1">
              <a:off x="5937425" y="4829875"/>
              <a:ext cx="716100" cy="7011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52" name="Google Shape;452;p15"/>
            <p:cNvSpPr/>
            <p:nvPr/>
          </p:nvSpPr>
          <p:spPr>
            <a:xfrm rot="1364015" flipH="1">
              <a:off x="4874441" y="4583177"/>
              <a:ext cx="36721" cy="36721"/>
            </a:xfrm>
            <a:custGeom>
              <a:avLst/>
              <a:gdLst/>
              <a:ahLst/>
              <a:cxnLst/>
              <a:rect l="l" t="t" r="r" b="b"/>
              <a:pathLst>
                <a:path w="1469" h="1469" extrusionOk="0">
                  <a:moveTo>
                    <a:pt x="1469" y="735"/>
                  </a:moveTo>
                  <a:cubicBezTo>
                    <a:pt x="1469" y="1118"/>
                    <a:pt x="1118" y="1469"/>
                    <a:pt x="735" y="1469"/>
                  </a:cubicBezTo>
                  <a:cubicBezTo>
                    <a:pt x="352" y="1469"/>
                    <a:pt x="1" y="1118"/>
                    <a:pt x="1" y="735"/>
                  </a:cubicBezTo>
                  <a:cubicBezTo>
                    <a:pt x="1" y="352"/>
                    <a:pt x="352" y="1"/>
                    <a:pt x="735" y="1"/>
                  </a:cubicBezTo>
                  <a:cubicBezTo>
                    <a:pt x="1118" y="1"/>
                    <a:pt x="1469" y="352"/>
                    <a:pt x="1469" y="735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453" name="Google Shape;453;p15"/>
            <p:cNvCxnSpPr/>
            <p:nvPr/>
          </p:nvCxnSpPr>
          <p:spPr>
            <a:xfrm>
              <a:off x="4894600" y="4600350"/>
              <a:ext cx="377700" cy="6558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54" name="Google Shape;454;p15"/>
          <p:cNvSpPr/>
          <p:nvPr/>
        </p:nvSpPr>
        <p:spPr>
          <a:xfrm>
            <a:off x="8522667" y="-1831100"/>
            <a:ext cx="5832800" cy="5832800"/>
          </a:xfrm>
          <a:prstGeom prst="ellipse">
            <a:avLst/>
          </a:prstGeom>
          <a:gradFill>
            <a:gsLst>
              <a:gs pos="0">
                <a:schemeClr val="dk2"/>
              </a:gs>
              <a:gs pos="50000">
                <a:srgbClr val="942290">
                  <a:alpha val="0"/>
                </a:srgbClr>
              </a:gs>
              <a:gs pos="100000">
                <a:srgbClr val="94229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55" name="Google Shape;455;p15"/>
          <p:cNvSpPr/>
          <p:nvPr/>
        </p:nvSpPr>
        <p:spPr>
          <a:xfrm>
            <a:off x="-2826267" y="3815267"/>
            <a:ext cx="5832800" cy="58328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7A0B3">
                  <a:alpha val="0"/>
                </a:srgbClr>
              </a:gs>
              <a:gs pos="100000">
                <a:srgbClr val="07A0B3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1041303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6"/>
          <p:cNvSpPr txBox="1">
            <a:spLocks noGrp="1"/>
          </p:cNvSpPr>
          <p:nvPr>
            <p:ph type="title"/>
          </p:nvPr>
        </p:nvSpPr>
        <p:spPr>
          <a:xfrm flipH="1">
            <a:off x="5533833" y="2704869"/>
            <a:ext cx="5707200" cy="223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458" name="Google Shape;458;p16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9800900" y="1188200"/>
            <a:ext cx="1276400" cy="12828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59" name="Google Shape;459;p16"/>
          <p:cNvSpPr txBox="1">
            <a:spLocks noGrp="1"/>
          </p:cNvSpPr>
          <p:nvPr>
            <p:ph type="subTitle" idx="1"/>
          </p:nvPr>
        </p:nvSpPr>
        <p:spPr>
          <a:xfrm flipH="1">
            <a:off x="5533700" y="5158200"/>
            <a:ext cx="5543600" cy="5000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460" name="Google Shape;460;p16"/>
          <p:cNvSpPr/>
          <p:nvPr/>
        </p:nvSpPr>
        <p:spPr>
          <a:xfrm>
            <a:off x="4164667" y="-3430000"/>
            <a:ext cx="5832800" cy="5832800"/>
          </a:xfrm>
          <a:prstGeom prst="ellipse">
            <a:avLst/>
          </a:prstGeom>
          <a:gradFill>
            <a:gsLst>
              <a:gs pos="0">
                <a:schemeClr val="dk2"/>
              </a:gs>
              <a:gs pos="50000">
                <a:srgbClr val="942290">
                  <a:alpha val="0"/>
                </a:srgbClr>
              </a:gs>
              <a:gs pos="100000">
                <a:srgbClr val="94229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61" name="Google Shape;461;p16"/>
          <p:cNvSpPr/>
          <p:nvPr/>
        </p:nvSpPr>
        <p:spPr>
          <a:xfrm>
            <a:off x="-1070300" y="4904200"/>
            <a:ext cx="5832800" cy="58328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7A0B3">
                  <a:alpha val="0"/>
                </a:srgbClr>
              </a:gs>
              <a:gs pos="100000">
                <a:srgbClr val="07A0B3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0613315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7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464" name="Google Shape;464;p17"/>
          <p:cNvSpPr/>
          <p:nvPr/>
        </p:nvSpPr>
        <p:spPr>
          <a:xfrm>
            <a:off x="7099517" y="5002033"/>
            <a:ext cx="5832800" cy="58328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7A0B3">
                  <a:alpha val="0"/>
                </a:srgbClr>
              </a:gs>
              <a:gs pos="100000">
                <a:srgbClr val="07A0B3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65" name="Google Shape;465;p17"/>
          <p:cNvSpPr/>
          <p:nvPr/>
        </p:nvSpPr>
        <p:spPr>
          <a:xfrm>
            <a:off x="-1373700" y="-3724400"/>
            <a:ext cx="5832800" cy="5832800"/>
          </a:xfrm>
          <a:prstGeom prst="ellipse">
            <a:avLst/>
          </a:prstGeom>
          <a:gradFill>
            <a:gsLst>
              <a:gs pos="0">
                <a:schemeClr val="dk2"/>
              </a:gs>
              <a:gs pos="50000">
                <a:srgbClr val="942290">
                  <a:alpha val="0"/>
                </a:srgbClr>
              </a:gs>
              <a:gs pos="100000">
                <a:srgbClr val="94229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66" name="Google Shape;466;p17"/>
          <p:cNvGrpSpPr/>
          <p:nvPr/>
        </p:nvGrpSpPr>
        <p:grpSpPr>
          <a:xfrm rot="3323770">
            <a:off x="9851375" y="-192145"/>
            <a:ext cx="3447221" cy="1952004"/>
            <a:chOff x="87900" y="-332975"/>
            <a:chExt cx="2585411" cy="1464000"/>
          </a:xfrm>
        </p:grpSpPr>
        <p:sp>
          <p:nvSpPr>
            <p:cNvPr id="467" name="Google Shape;467;p17"/>
            <p:cNvSpPr/>
            <p:nvPr/>
          </p:nvSpPr>
          <p:spPr>
            <a:xfrm>
              <a:off x="1599802" y="-332975"/>
              <a:ext cx="1073509" cy="543049"/>
            </a:xfrm>
            <a:custGeom>
              <a:avLst/>
              <a:gdLst/>
              <a:ahLst/>
              <a:cxnLst/>
              <a:rect l="l" t="t" r="r" b="b"/>
              <a:pathLst>
                <a:path w="40845" h="20662" fill="none" extrusionOk="0">
                  <a:moveTo>
                    <a:pt x="40844" y="0"/>
                  </a:moveTo>
                  <a:lnTo>
                    <a:pt x="20566" y="3630"/>
                  </a:lnTo>
                  <a:lnTo>
                    <a:pt x="18146" y="17446"/>
                  </a:lnTo>
                  <a:lnTo>
                    <a:pt x="6017" y="20661"/>
                  </a:lnTo>
                  <a:lnTo>
                    <a:pt x="0" y="4234"/>
                  </a:lnTo>
                  <a:lnTo>
                    <a:pt x="20566" y="363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3183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8" name="Google Shape;468;p17"/>
            <p:cNvSpPr/>
            <p:nvPr/>
          </p:nvSpPr>
          <p:spPr>
            <a:xfrm>
              <a:off x="278682" y="-237597"/>
              <a:ext cx="2264132" cy="1102787"/>
            </a:xfrm>
            <a:custGeom>
              <a:avLst/>
              <a:gdLst/>
              <a:ahLst/>
              <a:cxnLst/>
              <a:rect l="l" t="t" r="r" b="b"/>
              <a:pathLst>
                <a:path w="86146" h="41959" fill="none" extrusionOk="0">
                  <a:moveTo>
                    <a:pt x="50267" y="605"/>
                  </a:moveTo>
                  <a:lnTo>
                    <a:pt x="37024" y="14963"/>
                  </a:lnTo>
                  <a:lnTo>
                    <a:pt x="20056" y="31262"/>
                  </a:lnTo>
                  <a:lnTo>
                    <a:pt x="0" y="29766"/>
                  </a:lnTo>
                  <a:lnTo>
                    <a:pt x="414" y="41959"/>
                  </a:lnTo>
                  <a:lnTo>
                    <a:pt x="20056" y="31262"/>
                  </a:lnTo>
                  <a:lnTo>
                    <a:pt x="43136" y="29511"/>
                  </a:lnTo>
                  <a:lnTo>
                    <a:pt x="37024" y="14963"/>
                  </a:lnTo>
                  <a:lnTo>
                    <a:pt x="56284" y="17032"/>
                  </a:lnTo>
                  <a:lnTo>
                    <a:pt x="70833" y="1"/>
                  </a:lnTo>
                  <a:lnTo>
                    <a:pt x="86145" y="369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3183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9" name="Google Shape;469;p17"/>
            <p:cNvSpPr/>
            <p:nvPr/>
          </p:nvSpPr>
          <p:spPr>
            <a:xfrm>
              <a:off x="112999" y="584039"/>
              <a:ext cx="692807" cy="524625"/>
            </a:xfrm>
            <a:custGeom>
              <a:avLst/>
              <a:gdLst/>
              <a:ahLst/>
              <a:cxnLst/>
              <a:rect l="l" t="t" r="r" b="b"/>
              <a:pathLst>
                <a:path w="26360" h="19961" fill="none" extrusionOk="0">
                  <a:moveTo>
                    <a:pt x="26360" y="0"/>
                  </a:moveTo>
                  <a:lnTo>
                    <a:pt x="24800" y="9296"/>
                  </a:lnTo>
                  <a:lnTo>
                    <a:pt x="6718" y="10697"/>
                  </a:lnTo>
                  <a:lnTo>
                    <a:pt x="1" y="19961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3183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0" name="Google Shape;470;p17"/>
            <p:cNvSpPr/>
            <p:nvPr/>
          </p:nvSpPr>
          <p:spPr>
            <a:xfrm>
              <a:off x="764795" y="538019"/>
              <a:ext cx="646786" cy="290343"/>
            </a:xfrm>
            <a:custGeom>
              <a:avLst/>
              <a:gdLst/>
              <a:ahLst/>
              <a:cxnLst/>
              <a:rect l="l" t="t" r="r" b="b"/>
              <a:pathLst>
                <a:path w="24609" h="11047" fill="none" extrusionOk="0">
                  <a:moveTo>
                    <a:pt x="0" y="11047"/>
                  </a:moveTo>
                  <a:lnTo>
                    <a:pt x="24608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3183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471" name="Google Shape;471;p17"/>
            <p:cNvGrpSpPr/>
            <p:nvPr/>
          </p:nvGrpSpPr>
          <p:grpSpPr>
            <a:xfrm>
              <a:off x="87900" y="-262197"/>
              <a:ext cx="2505918" cy="1393222"/>
              <a:chOff x="87900" y="-262197"/>
              <a:chExt cx="2505918" cy="1393222"/>
            </a:xfrm>
          </p:grpSpPr>
          <p:sp>
            <p:nvSpPr>
              <p:cNvPr id="472" name="Google Shape;472;p17"/>
              <p:cNvSpPr/>
              <p:nvPr/>
            </p:nvSpPr>
            <p:spPr>
              <a:xfrm>
                <a:off x="2052432" y="91089"/>
                <a:ext cx="50252" cy="44286"/>
              </a:xfrm>
              <a:custGeom>
                <a:avLst/>
                <a:gdLst/>
                <a:ahLst/>
                <a:cxnLst/>
                <a:rect l="l" t="t" r="r" b="b"/>
                <a:pathLst>
                  <a:path w="1912" h="1685" extrusionOk="0">
                    <a:moveTo>
                      <a:pt x="969" y="0"/>
                    </a:moveTo>
                    <a:cubicBezTo>
                      <a:pt x="860" y="0"/>
                      <a:pt x="748" y="22"/>
                      <a:pt x="638" y="69"/>
                    </a:cubicBezTo>
                    <a:cubicBezTo>
                      <a:pt x="224" y="260"/>
                      <a:pt x="1" y="738"/>
                      <a:pt x="192" y="1152"/>
                    </a:cubicBezTo>
                    <a:cubicBezTo>
                      <a:pt x="314" y="1493"/>
                      <a:pt x="641" y="1685"/>
                      <a:pt x="973" y="1685"/>
                    </a:cubicBezTo>
                    <a:cubicBezTo>
                      <a:pt x="1075" y="1685"/>
                      <a:pt x="1177" y="1666"/>
                      <a:pt x="1274" y="1629"/>
                    </a:cubicBezTo>
                    <a:cubicBezTo>
                      <a:pt x="1720" y="1438"/>
                      <a:pt x="1911" y="961"/>
                      <a:pt x="1720" y="515"/>
                    </a:cubicBezTo>
                    <a:cubicBezTo>
                      <a:pt x="1600" y="203"/>
                      <a:pt x="1300" y="0"/>
                      <a:pt x="96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3" name="Google Shape;473;p17"/>
              <p:cNvSpPr/>
              <p:nvPr/>
            </p:nvSpPr>
            <p:spPr>
              <a:xfrm>
                <a:off x="1578882" y="-242406"/>
                <a:ext cx="50226" cy="43944"/>
              </a:xfrm>
              <a:custGeom>
                <a:avLst/>
                <a:gdLst/>
                <a:ahLst/>
                <a:cxnLst/>
                <a:rect l="l" t="t" r="r" b="b"/>
                <a:pathLst>
                  <a:path w="1911" h="1672" extrusionOk="0">
                    <a:moveTo>
                      <a:pt x="938" y="0"/>
                    </a:moveTo>
                    <a:cubicBezTo>
                      <a:pt x="837" y="0"/>
                      <a:pt x="735" y="18"/>
                      <a:pt x="637" y="56"/>
                    </a:cubicBezTo>
                    <a:cubicBezTo>
                      <a:pt x="191" y="247"/>
                      <a:pt x="0" y="725"/>
                      <a:pt x="160" y="1170"/>
                    </a:cubicBezTo>
                    <a:cubicBezTo>
                      <a:pt x="305" y="1486"/>
                      <a:pt x="617" y="1672"/>
                      <a:pt x="955" y="1672"/>
                    </a:cubicBezTo>
                    <a:cubicBezTo>
                      <a:pt x="1060" y="1672"/>
                      <a:pt x="1168" y="1654"/>
                      <a:pt x="1274" y="1616"/>
                    </a:cubicBezTo>
                    <a:cubicBezTo>
                      <a:pt x="1688" y="1425"/>
                      <a:pt x="1911" y="948"/>
                      <a:pt x="1720" y="502"/>
                    </a:cubicBezTo>
                    <a:cubicBezTo>
                      <a:pt x="1574" y="186"/>
                      <a:pt x="1262" y="0"/>
                      <a:pt x="93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4" name="Google Shape;474;p17"/>
              <p:cNvSpPr/>
              <p:nvPr/>
            </p:nvSpPr>
            <p:spPr>
              <a:xfrm>
                <a:off x="1231643" y="139606"/>
                <a:ext cx="50252" cy="44286"/>
              </a:xfrm>
              <a:custGeom>
                <a:avLst/>
                <a:gdLst/>
                <a:ahLst/>
                <a:cxnLst/>
                <a:rect l="l" t="t" r="r" b="b"/>
                <a:pathLst>
                  <a:path w="1912" h="1685" extrusionOk="0">
                    <a:moveTo>
                      <a:pt x="955" y="0"/>
                    </a:moveTo>
                    <a:cubicBezTo>
                      <a:pt x="848" y="0"/>
                      <a:pt x="740" y="22"/>
                      <a:pt x="638" y="70"/>
                    </a:cubicBezTo>
                    <a:cubicBezTo>
                      <a:pt x="192" y="229"/>
                      <a:pt x="1" y="738"/>
                      <a:pt x="192" y="1152"/>
                    </a:cubicBezTo>
                    <a:cubicBezTo>
                      <a:pt x="314" y="1493"/>
                      <a:pt x="622" y="1685"/>
                      <a:pt x="960" y="1685"/>
                    </a:cubicBezTo>
                    <a:cubicBezTo>
                      <a:pt x="1063" y="1685"/>
                      <a:pt x="1170" y="1667"/>
                      <a:pt x="1274" y="1630"/>
                    </a:cubicBezTo>
                    <a:cubicBezTo>
                      <a:pt x="1688" y="1439"/>
                      <a:pt x="1911" y="961"/>
                      <a:pt x="1720" y="515"/>
                    </a:cubicBezTo>
                    <a:cubicBezTo>
                      <a:pt x="1600" y="204"/>
                      <a:pt x="1282" y="0"/>
                      <a:pt x="9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5" name="Google Shape;475;p17"/>
              <p:cNvSpPr/>
              <p:nvPr/>
            </p:nvSpPr>
            <p:spPr>
              <a:xfrm>
                <a:off x="1383107" y="517781"/>
                <a:ext cx="50226" cy="43944"/>
              </a:xfrm>
              <a:custGeom>
                <a:avLst/>
                <a:gdLst/>
                <a:ahLst/>
                <a:cxnLst/>
                <a:rect l="l" t="t" r="r" b="b"/>
                <a:pathLst>
                  <a:path w="1911" h="1672" extrusionOk="0">
                    <a:moveTo>
                      <a:pt x="954" y="1"/>
                    </a:moveTo>
                    <a:cubicBezTo>
                      <a:pt x="847" y="1"/>
                      <a:pt x="739" y="23"/>
                      <a:pt x="637" y="70"/>
                    </a:cubicBezTo>
                    <a:cubicBezTo>
                      <a:pt x="191" y="229"/>
                      <a:pt x="0" y="738"/>
                      <a:pt x="191" y="1152"/>
                    </a:cubicBezTo>
                    <a:cubicBezTo>
                      <a:pt x="309" y="1481"/>
                      <a:pt x="600" y="1672"/>
                      <a:pt x="924" y="1672"/>
                    </a:cubicBezTo>
                    <a:cubicBezTo>
                      <a:pt x="1038" y="1672"/>
                      <a:pt x="1157" y="1648"/>
                      <a:pt x="1273" y="1598"/>
                    </a:cubicBezTo>
                    <a:cubicBezTo>
                      <a:pt x="1687" y="1439"/>
                      <a:pt x="1910" y="929"/>
                      <a:pt x="1719" y="516"/>
                    </a:cubicBezTo>
                    <a:cubicBezTo>
                      <a:pt x="1599" y="204"/>
                      <a:pt x="1281" y="1"/>
                      <a:pt x="95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6" name="Google Shape;476;p17"/>
              <p:cNvSpPr/>
              <p:nvPr/>
            </p:nvSpPr>
            <p:spPr>
              <a:xfrm>
                <a:off x="744715" y="805125"/>
                <a:ext cx="50226" cy="44312"/>
              </a:xfrm>
              <a:custGeom>
                <a:avLst/>
                <a:gdLst/>
                <a:ahLst/>
                <a:cxnLst/>
                <a:rect l="l" t="t" r="r" b="b"/>
                <a:pathLst>
                  <a:path w="1911" h="1686" extrusionOk="0">
                    <a:moveTo>
                      <a:pt x="938" y="1"/>
                    </a:moveTo>
                    <a:cubicBezTo>
                      <a:pt x="836" y="1"/>
                      <a:pt x="734" y="19"/>
                      <a:pt x="637" y="56"/>
                    </a:cubicBezTo>
                    <a:cubicBezTo>
                      <a:pt x="191" y="247"/>
                      <a:pt x="0" y="725"/>
                      <a:pt x="159" y="1170"/>
                    </a:cubicBezTo>
                    <a:cubicBezTo>
                      <a:pt x="303" y="1482"/>
                      <a:pt x="609" y="1685"/>
                      <a:pt x="942" y="1685"/>
                    </a:cubicBezTo>
                    <a:cubicBezTo>
                      <a:pt x="1051" y="1685"/>
                      <a:pt x="1163" y="1663"/>
                      <a:pt x="1273" y="1616"/>
                    </a:cubicBezTo>
                    <a:cubicBezTo>
                      <a:pt x="1687" y="1457"/>
                      <a:pt x="1910" y="948"/>
                      <a:pt x="1719" y="534"/>
                    </a:cubicBezTo>
                    <a:cubicBezTo>
                      <a:pt x="1597" y="193"/>
                      <a:pt x="1270" y="1"/>
                      <a:pt x="93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7" name="Google Shape;477;p17"/>
              <p:cNvSpPr/>
              <p:nvPr/>
            </p:nvSpPr>
            <p:spPr>
              <a:xfrm>
                <a:off x="256920" y="523642"/>
                <a:ext cx="50226" cy="44312"/>
              </a:xfrm>
              <a:custGeom>
                <a:avLst/>
                <a:gdLst/>
                <a:ahLst/>
                <a:cxnLst/>
                <a:rect l="l" t="t" r="r" b="b"/>
                <a:pathLst>
                  <a:path w="1911" h="1686" extrusionOk="0">
                    <a:moveTo>
                      <a:pt x="955" y="1"/>
                    </a:moveTo>
                    <a:cubicBezTo>
                      <a:pt x="847" y="1"/>
                      <a:pt x="739" y="23"/>
                      <a:pt x="637" y="70"/>
                    </a:cubicBezTo>
                    <a:cubicBezTo>
                      <a:pt x="191" y="261"/>
                      <a:pt x="0" y="738"/>
                      <a:pt x="159" y="1152"/>
                    </a:cubicBezTo>
                    <a:cubicBezTo>
                      <a:pt x="306" y="1493"/>
                      <a:pt x="620" y="1685"/>
                      <a:pt x="959" y="1685"/>
                    </a:cubicBezTo>
                    <a:cubicBezTo>
                      <a:pt x="1063" y="1685"/>
                      <a:pt x="1169" y="1667"/>
                      <a:pt x="1274" y="1630"/>
                    </a:cubicBezTo>
                    <a:cubicBezTo>
                      <a:pt x="1688" y="1439"/>
                      <a:pt x="1910" y="961"/>
                      <a:pt x="1719" y="515"/>
                    </a:cubicBezTo>
                    <a:cubicBezTo>
                      <a:pt x="1600" y="204"/>
                      <a:pt x="1281" y="1"/>
                      <a:pt x="95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8" name="Google Shape;478;p17"/>
              <p:cNvSpPr/>
              <p:nvPr/>
            </p:nvSpPr>
            <p:spPr>
              <a:xfrm>
                <a:off x="87900" y="1086739"/>
                <a:ext cx="50226" cy="44286"/>
              </a:xfrm>
              <a:custGeom>
                <a:avLst/>
                <a:gdLst/>
                <a:ahLst/>
                <a:cxnLst/>
                <a:rect l="l" t="t" r="r" b="b"/>
                <a:pathLst>
                  <a:path w="1911" h="1685" extrusionOk="0">
                    <a:moveTo>
                      <a:pt x="969" y="0"/>
                    </a:moveTo>
                    <a:cubicBezTo>
                      <a:pt x="860" y="0"/>
                      <a:pt x="748" y="22"/>
                      <a:pt x="637" y="69"/>
                    </a:cubicBezTo>
                    <a:cubicBezTo>
                      <a:pt x="224" y="260"/>
                      <a:pt x="1" y="738"/>
                      <a:pt x="192" y="1152"/>
                    </a:cubicBezTo>
                    <a:cubicBezTo>
                      <a:pt x="313" y="1493"/>
                      <a:pt x="640" y="1685"/>
                      <a:pt x="973" y="1685"/>
                    </a:cubicBezTo>
                    <a:cubicBezTo>
                      <a:pt x="1074" y="1685"/>
                      <a:pt x="1177" y="1667"/>
                      <a:pt x="1274" y="1629"/>
                    </a:cubicBezTo>
                    <a:cubicBezTo>
                      <a:pt x="1720" y="1438"/>
                      <a:pt x="1911" y="961"/>
                      <a:pt x="1752" y="515"/>
                    </a:cubicBezTo>
                    <a:cubicBezTo>
                      <a:pt x="1608" y="204"/>
                      <a:pt x="1302" y="0"/>
                      <a:pt x="96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9" name="Google Shape;479;p17"/>
              <p:cNvSpPr/>
              <p:nvPr/>
            </p:nvSpPr>
            <p:spPr>
              <a:xfrm>
                <a:off x="2089253" y="-262197"/>
                <a:ext cx="79531" cy="71804"/>
              </a:xfrm>
              <a:custGeom>
                <a:avLst/>
                <a:gdLst/>
                <a:ahLst/>
                <a:cxnLst/>
                <a:rect l="l" t="t" r="r" b="b"/>
                <a:pathLst>
                  <a:path w="3026" h="2732" extrusionOk="0">
                    <a:moveTo>
                      <a:pt x="1521" y="1"/>
                    </a:moveTo>
                    <a:cubicBezTo>
                      <a:pt x="1408" y="1"/>
                      <a:pt x="1293" y="15"/>
                      <a:pt x="1179" y="45"/>
                    </a:cubicBezTo>
                    <a:cubicBezTo>
                      <a:pt x="446" y="236"/>
                      <a:pt x="1" y="1000"/>
                      <a:pt x="192" y="1732"/>
                    </a:cubicBezTo>
                    <a:cubicBezTo>
                      <a:pt x="353" y="2322"/>
                      <a:pt x="920" y="2732"/>
                      <a:pt x="1514" y="2732"/>
                    </a:cubicBezTo>
                    <a:cubicBezTo>
                      <a:pt x="1625" y="2732"/>
                      <a:pt x="1737" y="2717"/>
                      <a:pt x="1847" y="2687"/>
                    </a:cubicBezTo>
                    <a:cubicBezTo>
                      <a:pt x="2579" y="2496"/>
                      <a:pt x="3025" y="1764"/>
                      <a:pt x="2834" y="1032"/>
                    </a:cubicBezTo>
                    <a:cubicBezTo>
                      <a:pt x="2673" y="415"/>
                      <a:pt x="2127" y="1"/>
                      <a:pt x="152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80" name="Google Shape;480;p17"/>
              <p:cNvSpPr/>
              <p:nvPr/>
            </p:nvSpPr>
            <p:spPr>
              <a:xfrm>
                <a:off x="2515128" y="-174887"/>
                <a:ext cx="78690" cy="71567"/>
              </a:xfrm>
              <a:custGeom>
                <a:avLst/>
                <a:gdLst/>
                <a:ahLst/>
                <a:cxnLst/>
                <a:rect l="l" t="t" r="r" b="b"/>
                <a:pathLst>
                  <a:path w="2994" h="2723" extrusionOk="0">
                    <a:moveTo>
                      <a:pt x="1460" y="0"/>
                    </a:moveTo>
                    <a:cubicBezTo>
                      <a:pt x="1357" y="0"/>
                      <a:pt x="1252" y="11"/>
                      <a:pt x="1147" y="34"/>
                    </a:cubicBezTo>
                    <a:cubicBezTo>
                      <a:pt x="415" y="225"/>
                      <a:pt x="1" y="989"/>
                      <a:pt x="192" y="1721"/>
                    </a:cubicBezTo>
                    <a:cubicBezTo>
                      <a:pt x="351" y="2333"/>
                      <a:pt x="889" y="2723"/>
                      <a:pt x="1489" y="2723"/>
                    </a:cubicBezTo>
                    <a:cubicBezTo>
                      <a:pt x="1607" y="2723"/>
                      <a:pt x="1727" y="2708"/>
                      <a:pt x="1847" y="2676"/>
                    </a:cubicBezTo>
                    <a:cubicBezTo>
                      <a:pt x="2579" y="2485"/>
                      <a:pt x="2993" y="1753"/>
                      <a:pt x="2802" y="1021"/>
                    </a:cubicBezTo>
                    <a:cubicBezTo>
                      <a:pt x="2639" y="394"/>
                      <a:pt x="2078" y="0"/>
                      <a:pt x="146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81" name="Google Shape;481;p17"/>
              <p:cNvSpPr/>
              <p:nvPr/>
            </p:nvSpPr>
            <p:spPr>
              <a:xfrm>
                <a:off x="1716941" y="161184"/>
                <a:ext cx="79505" cy="71804"/>
              </a:xfrm>
              <a:custGeom>
                <a:avLst/>
                <a:gdLst/>
                <a:ahLst/>
                <a:cxnLst/>
                <a:rect l="l" t="t" r="r" b="b"/>
                <a:pathLst>
                  <a:path w="3025" h="2732" extrusionOk="0">
                    <a:moveTo>
                      <a:pt x="1520" y="0"/>
                    </a:moveTo>
                    <a:cubicBezTo>
                      <a:pt x="1408" y="0"/>
                      <a:pt x="1293" y="15"/>
                      <a:pt x="1178" y="44"/>
                    </a:cubicBezTo>
                    <a:cubicBezTo>
                      <a:pt x="446" y="235"/>
                      <a:pt x="0" y="1000"/>
                      <a:pt x="191" y="1732"/>
                    </a:cubicBezTo>
                    <a:cubicBezTo>
                      <a:pt x="352" y="2322"/>
                      <a:pt x="920" y="2731"/>
                      <a:pt x="1533" y="2731"/>
                    </a:cubicBezTo>
                    <a:cubicBezTo>
                      <a:pt x="1647" y="2731"/>
                      <a:pt x="1763" y="2717"/>
                      <a:pt x="1878" y="2687"/>
                    </a:cubicBezTo>
                    <a:cubicBezTo>
                      <a:pt x="2611" y="2496"/>
                      <a:pt x="3025" y="1764"/>
                      <a:pt x="2834" y="1031"/>
                    </a:cubicBezTo>
                    <a:cubicBezTo>
                      <a:pt x="2672" y="414"/>
                      <a:pt x="2127" y="0"/>
                      <a:pt x="15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82" name="Google Shape;482;p17"/>
              <p:cNvSpPr/>
              <p:nvPr/>
            </p:nvSpPr>
            <p:spPr>
              <a:xfrm>
                <a:off x="760590" y="551843"/>
                <a:ext cx="79531" cy="71094"/>
              </a:xfrm>
              <a:custGeom>
                <a:avLst/>
                <a:gdLst/>
                <a:ahLst/>
                <a:cxnLst/>
                <a:rect l="l" t="t" r="r" b="b"/>
                <a:pathLst>
                  <a:path w="3026" h="2705" extrusionOk="0">
                    <a:moveTo>
                      <a:pt x="1508" y="1"/>
                    </a:moveTo>
                    <a:cubicBezTo>
                      <a:pt x="1388" y="1"/>
                      <a:pt x="1267" y="16"/>
                      <a:pt x="1147" y="47"/>
                    </a:cubicBezTo>
                    <a:cubicBezTo>
                      <a:pt x="447" y="238"/>
                      <a:pt x="1" y="970"/>
                      <a:pt x="192" y="1703"/>
                    </a:cubicBezTo>
                    <a:cubicBezTo>
                      <a:pt x="352" y="2315"/>
                      <a:pt x="889" y="2704"/>
                      <a:pt x="1489" y="2704"/>
                    </a:cubicBezTo>
                    <a:cubicBezTo>
                      <a:pt x="1607" y="2704"/>
                      <a:pt x="1727" y="2689"/>
                      <a:pt x="1847" y="2658"/>
                    </a:cubicBezTo>
                    <a:cubicBezTo>
                      <a:pt x="2580" y="2467"/>
                      <a:pt x="3025" y="1735"/>
                      <a:pt x="2834" y="1002"/>
                    </a:cubicBezTo>
                    <a:cubicBezTo>
                      <a:pt x="2675" y="390"/>
                      <a:pt x="2115" y="1"/>
                      <a:pt x="150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83" name="Google Shape;483;p17"/>
              <p:cNvSpPr/>
              <p:nvPr/>
            </p:nvSpPr>
            <p:spPr>
              <a:xfrm>
                <a:off x="257761" y="836322"/>
                <a:ext cx="79505" cy="71856"/>
              </a:xfrm>
              <a:custGeom>
                <a:avLst/>
                <a:gdLst/>
                <a:ahLst/>
                <a:cxnLst/>
                <a:rect l="l" t="t" r="r" b="b"/>
                <a:pathLst>
                  <a:path w="3025" h="2734" extrusionOk="0">
                    <a:moveTo>
                      <a:pt x="1537" y="1"/>
                    </a:moveTo>
                    <a:cubicBezTo>
                      <a:pt x="1419" y="1"/>
                      <a:pt x="1298" y="16"/>
                      <a:pt x="1178" y="47"/>
                    </a:cubicBezTo>
                    <a:cubicBezTo>
                      <a:pt x="446" y="238"/>
                      <a:pt x="0" y="970"/>
                      <a:pt x="191" y="1702"/>
                    </a:cubicBezTo>
                    <a:cubicBezTo>
                      <a:pt x="352" y="2320"/>
                      <a:pt x="921" y="2734"/>
                      <a:pt x="1534" y="2734"/>
                    </a:cubicBezTo>
                    <a:cubicBezTo>
                      <a:pt x="1648" y="2734"/>
                      <a:pt x="1764" y="2719"/>
                      <a:pt x="1878" y="2689"/>
                    </a:cubicBezTo>
                    <a:cubicBezTo>
                      <a:pt x="2579" y="2498"/>
                      <a:pt x="3024" y="1734"/>
                      <a:pt x="2833" y="1002"/>
                    </a:cubicBezTo>
                    <a:cubicBezTo>
                      <a:pt x="2674" y="390"/>
                      <a:pt x="2136" y="1"/>
                      <a:pt x="153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956539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8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grpSp>
        <p:nvGrpSpPr>
          <p:cNvPr id="486" name="Google Shape;486;p18"/>
          <p:cNvGrpSpPr/>
          <p:nvPr/>
        </p:nvGrpSpPr>
        <p:grpSpPr>
          <a:xfrm>
            <a:off x="-1241360" y="4936446"/>
            <a:ext cx="4183968" cy="3651349"/>
            <a:chOff x="-931020" y="3702334"/>
            <a:chExt cx="3137976" cy="2738512"/>
          </a:xfrm>
        </p:grpSpPr>
        <p:grpSp>
          <p:nvGrpSpPr>
            <p:cNvPr id="487" name="Google Shape;487;p18"/>
            <p:cNvGrpSpPr/>
            <p:nvPr/>
          </p:nvGrpSpPr>
          <p:grpSpPr>
            <a:xfrm rot="-10111926">
              <a:off x="202186" y="4340131"/>
              <a:ext cx="947424" cy="255979"/>
              <a:chOff x="7714450" y="2115925"/>
              <a:chExt cx="1119226" cy="302397"/>
            </a:xfrm>
          </p:grpSpPr>
          <p:sp>
            <p:nvSpPr>
              <p:cNvPr id="488" name="Google Shape;488;p18"/>
              <p:cNvSpPr/>
              <p:nvPr/>
            </p:nvSpPr>
            <p:spPr>
              <a:xfrm>
                <a:off x="8793021" y="2376535"/>
                <a:ext cx="40655" cy="41787"/>
              </a:xfrm>
              <a:custGeom>
                <a:avLst/>
                <a:gdLst/>
                <a:ahLst/>
                <a:cxnLst/>
                <a:rect l="l" t="t" r="r" b="b"/>
                <a:pathLst>
                  <a:path w="1150" h="1182" extrusionOk="0">
                    <a:moveTo>
                      <a:pt x="320" y="160"/>
                    </a:moveTo>
                    <a:cubicBezTo>
                      <a:pt x="575" y="0"/>
                      <a:pt x="894" y="96"/>
                      <a:pt x="1022" y="351"/>
                    </a:cubicBezTo>
                    <a:cubicBezTo>
                      <a:pt x="1150" y="575"/>
                      <a:pt x="1086" y="894"/>
                      <a:pt x="831" y="1021"/>
                    </a:cubicBezTo>
                    <a:cubicBezTo>
                      <a:pt x="575" y="1181"/>
                      <a:pt x="288" y="1085"/>
                      <a:pt x="128" y="830"/>
                    </a:cubicBezTo>
                    <a:cubicBezTo>
                      <a:pt x="1" y="607"/>
                      <a:pt x="97" y="287"/>
                      <a:pt x="320" y="16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89" name="Google Shape;489;p18"/>
              <p:cNvSpPr/>
              <p:nvPr/>
            </p:nvSpPr>
            <p:spPr>
              <a:xfrm>
                <a:off x="7714450" y="2159902"/>
                <a:ext cx="40655" cy="41787"/>
              </a:xfrm>
              <a:custGeom>
                <a:avLst/>
                <a:gdLst/>
                <a:ahLst/>
                <a:cxnLst/>
                <a:rect l="l" t="t" r="r" b="b"/>
                <a:pathLst>
                  <a:path w="1150" h="1182" extrusionOk="0">
                    <a:moveTo>
                      <a:pt x="320" y="160"/>
                    </a:moveTo>
                    <a:cubicBezTo>
                      <a:pt x="575" y="1"/>
                      <a:pt x="894" y="96"/>
                      <a:pt x="1022" y="352"/>
                    </a:cubicBezTo>
                    <a:cubicBezTo>
                      <a:pt x="1150" y="607"/>
                      <a:pt x="1054" y="894"/>
                      <a:pt x="831" y="1054"/>
                    </a:cubicBezTo>
                    <a:cubicBezTo>
                      <a:pt x="575" y="1182"/>
                      <a:pt x="256" y="1086"/>
                      <a:pt x="128" y="862"/>
                    </a:cubicBezTo>
                    <a:cubicBezTo>
                      <a:pt x="1" y="607"/>
                      <a:pt x="65" y="288"/>
                      <a:pt x="320" y="16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0" name="Google Shape;490;p18"/>
              <p:cNvSpPr/>
              <p:nvPr/>
            </p:nvSpPr>
            <p:spPr>
              <a:xfrm>
                <a:off x="8381248" y="2115925"/>
                <a:ext cx="40655" cy="40620"/>
              </a:xfrm>
              <a:custGeom>
                <a:avLst/>
                <a:gdLst/>
                <a:ahLst/>
                <a:cxnLst/>
                <a:rect l="l" t="t" r="r" b="b"/>
                <a:pathLst>
                  <a:path w="1150" h="1149" extrusionOk="0">
                    <a:moveTo>
                      <a:pt x="319" y="128"/>
                    </a:moveTo>
                    <a:cubicBezTo>
                      <a:pt x="575" y="0"/>
                      <a:pt x="894" y="96"/>
                      <a:pt x="1021" y="319"/>
                    </a:cubicBezTo>
                    <a:cubicBezTo>
                      <a:pt x="1149" y="574"/>
                      <a:pt x="1085" y="894"/>
                      <a:pt x="830" y="1021"/>
                    </a:cubicBezTo>
                    <a:cubicBezTo>
                      <a:pt x="575" y="1149"/>
                      <a:pt x="287" y="1085"/>
                      <a:pt x="128" y="830"/>
                    </a:cubicBezTo>
                    <a:cubicBezTo>
                      <a:pt x="0" y="574"/>
                      <a:pt x="96" y="255"/>
                      <a:pt x="319" y="12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cxnSp>
          <p:nvCxnSpPr>
            <p:cNvPr id="491" name="Google Shape;491;p18"/>
            <p:cNvCxnSpPr/>
            <p:nvPr/>
          </p:nvCxnSpPr>
          <p:spPr>
            <a:xfrm rot="10800000" flipH="1">
              <a:off x="997181" y="4617921"/>
              <a:ext cx="111600" cy="4785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92" name="Google Shape;492;p18"/>
            <p:cNvGrpSpPr/>
            <p:nvPr/>
          </p:nvGrpSpPr>
          <p:grpSpPr>
            <a:xfrm rot="905120">
              <a:off x="-702133" y="4014684"/>
              <a:ext cx="2680203" cy="2113813"/>
              <a:chOff x="-344050" y="3866572"/>
              <a:chExt cx="3166329" cy="2497210"/>
            </a:xfrm>
          </p:grpSpPr>
          <p:sp>
            <p:nvSpPr>
              <p:cNvPr id="493" name="Google Shape;493;p18"/>
              <p:cNvSpPr/>
              <p:nvPr/>
            </p:nvSpPr>
            <p:spPr>
              <a:xfrm rot="-2514592" flipH="1">
                <a:off x="-39972" y="4714918"/>
                <a:ext cx="34477" cy="34498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1705" extrusionOk="0">
                    <a:moveTo>
                      <a:pt x="868" y="1"/>
                    </a:moveTo>
                    <a:cubicBezTo>
                      <a:pt x="386" y="1"/>
                      <a:pt x="0" y="387"/>
                      <a:pt x="0" y="869"/>
                    </a:cubicBezTo>
                    <a:cubicBezTo>
                      <a:pt x="0" y="1319"/>
                      <a:pt x="386" y="1705"/>
                      <a:pt x="868" y="1705"/>
                    </a:cubicBezTo>
                    <a:cubicBezTo>
                      <a:pt x="1318" y="1705"/>
                      <a:pt x="1704" y="1319"/>
                      <a:pt x="1704" y="869"/>
                    </a:cubicBezTo>
                    <a:cubicBezTo>
                      <a:pt x="1704" y="387"/>
                      <a:pt x="1318" y="1"/>
                      <a:pt x="86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4" name="Google Shape;494;p18"/>
              <p:cNvSpPr/>
              <p:nvPr/>
            </p:nvSpPr>
            <p:spPr>
              <a:xfrm rot="-2514592" flipH="1">
                <a:off x="1157106" y="5359716"/>
                <a:ext cx="33830" cy="33830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672" extrusionOk="0">
                    <a:moveTo>
                      <a:pt x="836" y="0"/>
                    </a:moveTo>
                    <a:cubicBezTo>
                      <a:pt x="386" y="0"/>
                      <a:pt x="0" y="354"/>
                      <a:pt x="0" y="836"/>
                    </a:cubicBezTo>
                    <a:cubicBezTo>
                      <a:pt x="0" y="1286"/>
                      <a:pt x="386" y="1672"/>
                      <a:pt x="836" y="1672"/>
                    </a:cubicBezTo>
                    <a:cubicBezTo>
                      <a:pt x="1318" y="1672"/>
                      <a:pt x="1672" y="1286"/>
                      <a:pt x="1672" y="836"/>
                    </a:cubicBezTo>
                    <a:cubicBezTo>
                      <a:pt x="1672" y="354"/>
                      <a:pt x="1318" y="0"/>
                      <a:pt x="8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5" name="Google Shape;495;p18"/>
              <p:cNvSpPr/>
              <p:nvPr/>
            </p:nvSpPr>
            <p:spPr>
              <a:xfrm rot="-2514592" flipH="1">
                <a:off x="2342326" y="5460687"/>
                <a:ext cx="34477" cy="34498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1705" extrusionOk="0">
                    <a:moveTo>
                      <a:pt x="868" y="1"/>
                    </a:moveTo>
                    <a:cubicBezTo>
                      <a:pt x="386" y="1"/>
                      <a:pt x="0" y="386"/>
                      <a:pt x="0" y="869"/>
                    </a:cubicBezTo>
                    <a:cubicBezTo>
                      <a:pt x="0" y="1319"/>
                      <a:pt x="386" y="1704"/>
                      <a:pt x="868" y="1704"/>
                    </a:cubicBezTo>
                    <a:cubicBezTo>
                      <a:pt x="1318" y="1704"/>
                      <a:pt x="1704" y="1319"/>
                      <a:pt x="1704" y="869"/>
                    </a:cubicBezTo>
                    <a:cubicBezTo>
                      <a:pt x="1704" y="386"/>
                      <a:pt x="1318" y="1"/>
                      <a:pt x="86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6" name="Google Shape;496;p18"/>
              <p:cNvSpPr/>
              <p:nvPr/>
            </p:nvSpPr>
            <p:spPr>
              <a:xfrm rot="-2514592" flipH="1">
                <a:off x="962018" y="4539199"/>
                <a:ext cx="34498" cy="34498"/>
              </a:xfrm>
              <a:custGeom>
                <a:avLst/>
                <a:gdLst/>
                <a:ahLst/>
                <a:cxnLst/>
                <a:rect l="l" t="t" r="r" b="b"/>
                <a:pathLst>
                  <a:path w="1705" h="1705" extrusionOk="0">
                    <a:moveTo>
                      <a:pt x="868" y="1"/>
                    </a:moveTo>
                    <a:cubicBezTo>
                      <a:pt x="386" y="1"/>
                      <a:pt x="0" y="386"/>
                      <a:pt x="0" y="868"/>
                    </a:cubicBezTo>
                    <a:cubicBezTo>
                      <a:pt x="0" y="1318"/>
                      <a:pt x="386" y="1704"/>
                      <a:pt x="868" y="1704"/>
                    </a:cubicBezTo>
                    <a:cubicBezTo>
                      <a:pt x="1318" y="1704"/>
                      <a:pt x="1704" y="1318"/>
                      <a:pt x="1704" y="868"/>
                    </a:cubicBezTo>
                    <a:cubicBezTo>
                      <a:pt x="1704" y="386"/>
                      <a:pt x="1318" y="1"/>
                      <a:pt x="86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7" name="Google Shape;497;p18"/>
              <p:cNvSpPr/>
              <p:nvPr/>
            </p:nvSpPr>
            <p:spPr>
              <a:xfrm rot="-2514592" flipH="1">
                <a:off x="1283854" y="5675742"/>
                <a:ext cx="34498" cy="34477"/>
              </a:xfrm>
              <a:custGeom>
                <a:avLst/>
                <a:gdLst/>
                <a:ahLst/>
                <a:cxnLst/>
                <a:rect l="l" t="t" r="r" b="b"/>
                <a:pathLst>
                  <a:path w="1705" h="1704" extrusionOk="0">
                    <a:moveTo>
                      <a:pt x="837" y="0"/>
                    </a:moveTo>
                    <a:cubicBezTo>
                      <a:pt x="387" y="0"/>
                      <a:pt x="1" y="386"/>
                      <a:pt x="1" y="836"/>
                    </a:cubicBezTo>
                    <a:cubicBezTo>
                      <a:pt x="1" y="1318"/>
                      <a:pt x="387" y="1704"/>
                      <a:pt x="837" y="1704"/>
                    </a:cubicBezTo>
                    <a:cubicBezTo>
                      <a:pt x="1319" y="1704"/>
                      <a:pt x="1705" y="1318"/>
                      <a:pt x="1705" y="836"/>
                    </a:cubicBezTo>
                    <a:cubicBezTo>
                      <a:pt x="1705" y="386"/>
                      <a:pt x="1319" y="0"/>
                      <a:pt x="8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8" name="Google Shape;498;p18"/>
              <p:cNvSpPr/>
              <p:nvPr/>
            </p:nvSpPr>
            <p:spPr>
              <a:xfrm rot="-2514592" flipH="1">
                <a:off x="1855218" y="5491574"/>
                <a:ext cx="55945" cy="55297"/>
              </a:xfrm>
              <a:custGeom>
                <a:avLst/>
                <a:gdLst/>
                <a:ahLst/>
                <a:cxnLst/>
                <a:rect l="l" t="t" r="r" b="b"/>
                <a:pathLst>
                  <a:path w="2765" h="2733" extrusionOk="0">
                    <a:moveTo>
                      <a:pt x="1383" y="1"/>
                    </a:moveTo>
                    <a:cubicBezTo>
                      <a:pt x="611" y="1"/>
                      <a:pt x="1" y="611"/>
                      <a:pt x="1" y="1383"/>
                    </a:cubicBezTo>
                    <a:cubicBezTo>
                      <a:pt x="1" y="2122"/>
                      <a:pt x="611" y="2733"/>
                      <a:pt x="1383" y="2733"/>
                    </a:cubicBezTo>
                    <a:cubicBezTo>
                      <a:pt x="2122" y="2733"/>
                      <a:pt x="2765" y="2122"/>
                      <a:pt x="2765" y="1383"/>
                    </a:cubicBezTo>
                    <a:cubicBezTo>
                      <a:pt x="2765" y="611"/>
                      <a:pt x="2122" y="1"/>
                      <a:pt x="138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9" name="Google Shape;499;p18"/>
              <p:cNvSpPr/>
              <p:nvPr/>
            </p:nvSpPr>
            <p:spPr>
              <a:xfrm rot="-2514592" flipH="1">
                <a:off x="1086589" y="6057480"/>
                <a:ext cx="55965" cy="55945"/>
              </a:xfrm>
              <a:custGeom>
                <a:avLst/>
                <a:gdLst/>
                <a:ahLst/>
                <a:cxnLst/>
                <a:rect l="l" t="t" r="r" b="b"/>
                <a:pathLst>
                  <a:path w="2766" h="2765" extrusionOk="0">
                    <a:moveTo>
                      <a:pt x="1383" y="0"/>
                    </a:moveTo>
                    <a:cubicBezTo>
                      <a:pt x="611" y="0"/>
                      <a:pt x="1" y="611"/>
                      <a:pt x="1" y="1382"/>
                    </a:cubicBezTo>
                    <a:cubicBezTo>
                      <a:pt x="1" y="2154"/>
                      <a:pt x="611" y="2764"/>
                      <a:pt x="1383" y="2764"/>
                    </a:cubicBezTo>
                    <a:cubicBezTo>
                      <a:pt x="2122" y="2764"/>
                      <a:pt x="2765" y="2154"/>
                      <a:pt x="2765" y="1382"/>
                    </a:cubicBezTo>
                    <a:cubicBezTo>
                      <a:pt x="2765" y="611"/>
                      <a:pt x="2122" y="0"/>
                      <a:pt x="13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0" name="Google Shape;500;p18"/>
              <p:cNvSpPr/>
              <p:nvPr/>
            </p:nvSpPr>
            <p:spPr>
              <a:xfrm rot="-2514592" flipH="1">
                <a:off x="843732" y="4914914"/>
                <a:ext cx="55297" cy="55297"/>
              </a:xfrm>
              <a:custGeom>
                <a:avLst/>
                <a:gdLst/>
                <a:ahLst/>
                <a:cxnLst/>
                <a:rect l="l" t="t" r="r" b="b"/>
                <a:pathLst>
                  <a:path w="2733" h="2733" extrusionOk="0">
                    <a:moveTo>
                      <a:pt x="1383" y="0"/>
                    </a:moveTo>
                    <a:cubicBezTo>
                      <a:pt x="611" y="0"/>
                      <a:pt x="0" y="611"/>
                      <a:pt x="0" y="1382"/>
                    </a:cubicBezTo>
                    <a:cubicBezTo>
                      <a:pt x="0" y="2122"/>
                      <a:pt x="611" y="2732"/>
                      <a:pt x="1383" y="2732"/>
                    </a:cubicBezTo>
                    <a:cubicBezTo>
                      <a:pt x="2122" y="2732"/>
                      <a:pt x="2733" y="2122"/>
                      <a:pt x="2733" y="1382"/>
                    </a:cubicBezTo>
                    <a:cubicBezTo>
                      <a:pt x="2733" y="611"/>
                      <a:pt x="2122" y="0"/>
                      <a:pt x="13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1" name="Google Shape;501;p18"/>
              <p:cNvSpPr/>
              <p:nvPr/>
            </p:nvSpPr>
            <p:spPr>
              <a:xfrm rot="-2514592" flipH="1">
                <a:off x="489140" y="5937082"/>
                <a:ext cx="72860" cy="72860"/>
              </a:xfrm>
              <a:custGeom>
                <a:avLst/>
                <a:gdLst/>
                <a:ahLst/>
                <a:cxnLst/>
                <a:rect l="l" t="t" r="r" b="b"/>
                <a:pathLst>
                  <a:path w="3601" h="3601" extrusionOk="0">
                    <a:moveTo>
                      <a:pt x="1801" y="0"/>
                    </a:moveTo>
                    <a:cubicBezTo>
                      <a:pt x="804" y="0"/>
                      <a:pt x="1" y="804"/>
                      <a:pt x="1" y="1800"/>
                    </a:cubicBezTo>
                    <a:cubicBezTo>
                      <a:pt x="1" y="2797"/>
                      <a:pt x="804" y="3600"/>
                      <a:pt x="1801" y="3600"/>
                    </a:cubicBezTo>
                    <a:cubicBezTo>
                      <a:pt x="2797" y="3600"/>
                      <a:pt x="3601" y="2797"/>
                      <a:pt x="3601" y="1800"/>
                    </a:cubicBezTo>
                    <a:cubicBezTo>
                      <a:pt x="3601" y="804"/>
                      <a:pt x="2797" y="0"/>
                      <a:pt x="180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2" name="Google Shape;502;p18"/>
              <p:cNvSpPr/>
              <p:nvPr/>
            </p:nvSpPr>
            <p:spPr>
              <a:xfrm rot="-2514592" flipH="1">
                <a:off x="1609414" y="4993322"/>
                <a:ext cx="73507" cy="72860"/>
              </a:xfrm>
              <a:custGeom>
                <a:avLst/>
                <a:gdLst/>
                <a:ahLst/>
                <a:cxnLst/>
                <a:rect l="l" t="t" r="r" b="b"/>
                <a:pathLst>
                  <a:path w="3633" h="3601" extrusionOk="0">
                    <a:moveTo>
                      <a:pt x="1800" y="0"/>
                    </a:moveTo>
                    <a:cubicBezTo>
                      <a:pt x="804" y="0"/>
                      <a:pt x="0" y="804"/>
                      <a:pt x="0" y="1801"/>
                    </a:cubicBezTo>
                    <a:cubicBezTo>
                      <a:pt x="0" y="2797"/>
                      <a:pt x="804" y="3601"/>
                      <a:pt x="1800" y="3601"/>
                    </a:cubicBezTo>
                    <a:cubicBezTo>
                      <a:pt x="2797" y="3601"/>
                      <a:pt x="3632" y="2797"/>
                      <a:pt x="3632" y="1801"/>
                    </a:cubicBezTo>
                    <a:cubicBezTo>
                      <a:pt x="3632" y="804"/>
                      <a:pt x="2797" y="0"/>
                      <a:pt x="18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3" name="Google Shape;503;p18"/>
              <p:cNvSpPr/>
              <p:nvPr/>
            </p:nvSpPr>
            <p:spPr>
              <a:xfrm rot="-2514592" flipH="1">
                <a:off x="375921" y="5355269"/>
                <a:ext cx="72880" cy="72860"/>
              </a:xfrm>
              <a:custGeom>
                <a:avLst/>
                <a:gdLst/>
                <a:ahLst/>
                <a:cxnLst/>
                <a:rect l="l" t="t" r="r" b="b"/>
                <a:pathLst>
                  <a:path w="3602" h="3601" extrusionOk="0">
                    <a:moveTo>
                      <a:pt x="1801" y="0"/>
                    </a:moveTo>
                    <a:cubicBezTo>
                      <a:pt x="805" y="0"/>
                      <a:pt x="1" y="804"/>
                      <a:pt x="1" y="1800"/>
                    </a:cubicBezTo>
                    <a:cubicBezTo>
                      <a:pt x="1" y="2797"/>
                      <a:pt x="805" y="3600"/>
                      <a:pt x="1801" y="3600"/>
                    </a:cubicBezTo>
                    <a:cubicBezTo>
                      <a:pt x="2797" y="3600"/>
                      <a:pt x="3601" y="2797"/>
                      <a:pt x="3601" y="1800"/>
                    </a:cubicBezTo>
                    <a:cubicBezTo>
                      <a:pt x="3601" y="804"/>
                      <a:pt x="2797" y="0"/>
                      <a:pt x="180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4" name="Google Shape;504;p18"/>
              <p:cNvSpPr/>
              <p:nvPr/>
            </p:nvSpPr>
            <p:spPr>
              <a:xfrm rot="-2514592" flipH="1">
                <a:off x="-328813" y="4080966"/>
                <a:ext cx="72860" cy="73528"/>
              </a:xfrm>
              <a:custGeom>
                <a:avLst/>
                <a:gdLst/>
                <a:ahLst/>
                <a:cxnLst/>
                <a:rect l="l" t="t" r="r" b="b"/>
                <a:pathLst>
                  <a:path w="3601" h="3634" extrusionOk="0">
                    <a:moveTo>
                      <a:pt x="1800" y="1"/>
                    </a:moveTo>
                    <a:cubicBezTo>
                      <a:pt x="804" y="1"/>
                      <a:pt x="0" y="837"/>
                      <a:pt x="0" y="1833"/>
                    </a:cubicBezTo>
                    <a:cubicBezTo>
                      <a:pt x="0" y="2830"/>
                      <a:pt x="804" y="3633"/>
                      <a:pt x="1800" y="3633"/>
                    </a:cubicBezTo>
                    <a:cubicBezTo>
                      <a:pt x="2797" y="3633"/>
                      <a:pt x="3601" y="2830"/>
                      <a:pt x="3601" y="1833"/>
                    </a:cubicBezTo>
                    <a:cubicBezTo>
                      <a:pt x="3601" y="837"/>
                      <a:pt x="2797" y="1"/>
                      <a:pt x="180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cxnSp>
            <p:nvCxnSpPr>
              <p:cNvPr id="505" name="Google Shape;505;p18"/>
              <p:cNvCxnSpPr/>
              <p:nvPr/>
            </p:nvCxnSpPr>
            <p:spPr>
              <a:xfrm>
                <a:off x="-299000" y="4104775"/>
                <a:ext cx="276600" cy="62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6" name="Google Shape;506;p18"/>
              <p:cNvCxnSpPr/>
              <p:nvPr/>
            </p:nvCxnSpPr>
            <p:spPr>
              <a:xfrm>
                <a:off x="-25075" y="4732475"/>
                <a:ext cx="905100" cy="213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7" name="Google Shape;507;p18"/>
              <p:cNvCxnSpPr/>
              <p:nvPr/>
            </p:nvCxnSpPr>
            <p:spPr>
              <a:xfrm flipH="1">
                <a:off x="409900" y="4941575"/>
                <a:ext cx="461400" cy="442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8" name="Google Shape;508;p18"/>
              <p:cNvCxnSpPr/>
              <p:nvPr/>
            </p:nvCxnSpPr>
            <p:spPr>
              <a:xfrm>
                <a:off x="405025" y="5396875"/>
                <a:ext cx="720600" cy="704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9" name="Google Shape;509;p18"/>
              <p:cNvCxnSpPr/>
              <p:nvPr/>
            </p:nvCxnSpPr>
            <p:spPr>
              <a:xfrm>
                <a:off x="529250" y="5984925"/>
                <a:ext cx="579900" cy="10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0" name="Google Shape;510;p18"/>
              <p:cNvCxnSpPr/>
              <p:nvPr/>
            </p:nvCxnSpPr>
            <p:spPr>
              <a:xfrm>
                <a:off x="-19150" y="4731100"/>
                <a:ext cx="429000" cy="66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1" name="Google Shape;511;p18"/>
              <p:cNvCxnSpPr/>
              <p:nvPr/>
            </p:nvCxnSpPr>
            <p:spPr>
              <a:xfrm flipH="1">
                <a:off x="-19175" y="4558425"/>
                <a:ext cx="998400" cy="16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2" name="Google Shape;512;p18"/>
              <p:cNvCxnSpPr/>
              <p:nvPr/>
            </p:nvCxnSpPr>
            <p:spPr>
              <a:xfrm>
                <a:off x="987325" y="4555725"/>
                <a:ext cx="1917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3" name="Google Shape;513;p18"/>
              <p:cNvCxnSpPr/>
              <p:nvPr/>
            </p:nvCxnSpPr>
            <p:spPr>
              <a:xfrm>
                <a:off x="990025" y="4553025"/>
                <a:ext cx="666600" cy="48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4" name="Google Shape;514;p18"/>
              <p:cNvCxnSpPr/>
              <p:nvPr/>
            </p:nvCxnSpPr>
            <p:spPr>
              <a:xfrm rot="-905298">
                <a:off x="-230991" y="3992758"/>
                <a:ext cx="741047" cy="427252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515" name="Google Shape;515;p18"/>
              <p:cNvGrpSpPr/>
              <p:nvPr/>
            </p:nvGrpSpPr>
            <p:grpSpPr>
              <a:xfrm rot="-2514592" flipH="1">
                <a:off x="587089" y="4311290"/>
                <a:ext cx="1947286" cy="1607773"/>
                <a:chOff x="9369050" y="3651775"/>
                <a:chExt cx="2406050" cy="1986550"/>
              </a:xfrm>
            </p:grpSpPr>
            <p:sp>
              <p:nvSpPr>
                <p:cNvPr id="516" name="Google Shape;516;p18"/>
                <p:cNvSpPr/>
                <p:nvPr/>
              </p:nvSpPr>
              <p:spPr>
                <a:xfrm>
                  <a:off x="10137300" y="5289525"/>
                  <a:ext cx="474175" cy="34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67" h="13952" fill="none" extrusionOk="0">
                      <a:moveTo>
                        <a:pt x="18966" y="1"/>
                      </a:moveTo>
                      <a:lnTo>
                        <a:pt x="1" y="13952"/>
                      </a:lnTo>
                    </a:path>
                  </a:pathLst>
                </a:custGeom>
                <a:noFill/>
                <a:ln w="12050" cap="flat" cmpd="sng">
                  <a:solidFill>
                    <a:schemeClr val="accent2"/>
                  </a:solidFill>
                  <a:prstDash val="solid"/>
                  <a:miter lim="3214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17" name="Google Shape;517;p18"/>
                <p:cNvSpPr/>
                <p:nvPr/>
              </p:nvSpPr>
              <p:spPr>
                <a:xfrm>
                  <a:off x="10646000" y="3651775"/>
                  <a:ext cx="421925" cy="277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77" h="11091" fill="none" extrusionOk="0">
                      <a:moveTo>
                        <a:pt x="16876" y="1109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2050" cap="flat" cmpd="sng">
                  <a:solidFill>
                    <a:schemeClr val="accent2"/>
                  </a:solidFill>
                  <a:prstDash val="solid"/>
                  <a:miter lim="3214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18" name="Google Shape;518;p18"/>
                <p:cNvSpPr/>
                <p:nvPr/>
              </p:nvSpPr>
              <p:spPr>
                <a:xfrm>
                  <a:off x="9369050" y="4637000"/>
                  <a:ext cx="2406050" cy="99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242" h="39925" fill="none" extrusionOk="0">
                      <a:moveTo>
                        <a:pt x="76633" y="12987"/>
                      </a:moveTo>
                      <a:lnTo>
                        <a:pt x="42142" y="1"/>
                      </a:lnTo>
                      <a:lnTo>
                        <a:pt x="79880" y="39924"/>
                      </a:lnTo>
                      <a:lnTo>
                        <a:pt x="76633" y="12987"/>
                      </a:lnTo>
                      <a:lnTo>
                        <a:pt x="96241" y="21698"/>
                      </a:lnTo>
                      <a:lnTo>
                        <a:pt x="79880" y="39924"/>
                      </a:lnTo>
                      <a:lnTo>
                        <a:pt x="49696" y="26102"/>
                      </a:lnTo>
                      <a:lnTo>
                        <a:pt x="42142" y="1"/>
                      </a:lnTo>
                      <a:lnTo>
                        <a:pt x="1" y="22630"/>
                      </a:lnTo>
                      <a:lnTo>
                        <a:pt x="49696" y="26102"/>
                      </a:lnTo>
                    </a:path>
                  </a:pathLst>
                </a:custGeom>
                <a:noFill/>
                <a:ln w="12050" cap="flat" cmpd="sng">
                  <a:solidFill>
                    <a:schemeClr val="accent2"/>
                  </a:solidFill>
                  <a:prstDash val="solid"/>
                  <a:miter lim="3214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19" name="Google Shape;519;p18"/>
                <p:cNvSpPr/>
                <p:nvPr/>
              </p:nvSpPr>
              <p:spPr>
                <a:xfrm>
                  <a:off x="10422600" y="4566275"/>
                  <a:ext cx="712025" cy="7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481" h="2830" fill="none" extrusionOk="0">
                      <a:moveTo>
                        <a:pt x="0" y="2830"/>
                      </a:moveTo>
                      <a:lnTo>
                        <a:pt x="28480" y="1"/>
                      </a:lnTo>
                    </a:path>
                  </a:pathLst>
                </a:custGeom>
                <a:noFill/>
                <a:ln w="12050" cap="flat" cmpd="sng">
                  <a:solidFill>
                    <a:schemeClr val="accent2"/>
                  </a:solidFill>
                  <a:prstDash val="solid"/>
                  <a:miter lim="3214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cxnSp>
          <p:nvCxnSpPr>
            <p:cNvPr id="520" name="Google Shape;520;p18"/>
            <p:cNvCxnSpPr/>
            <p:nvPr/>
          </p:nvCxnSpPr>
          <p:spPr>
            <a:xfrm flipH="1">
              <a:off x="-315905" y="4272275"/>
              <a:ext cx="570600" cy="2100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1" name="Google Shape;521;p18"/>
            <p:cNvCxnSpPr/>
            <p:nvPr/>
          </p:nvCxnSpPr>
          <p:spPr>
            <a:xfrm>
              <a:off x="373307" y="4849082"/>
              <a:ext cx="154200" cy="4290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2" name="Google Shape;522;p18"/>
            <p:cNvCxnSpPr/>
            <p:nvPr/>
          </p:nvCxnSpPr>
          <p:spPr>
            <a:xfrm rot="10800000">
              <a:off x="-101010" y="5119805"/>
              <a:ext cx="642300" cy="1581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23" name="Google Shape;523;p18"/>
          <p:cNvSpPr/>
          <p:nvPr/>
        </p:nvSpPr>
        <p:spPr>
          <a:xfrm>
            <a:off x="614633" y="4707367"/>
            <a:ext cx="5832800" cy="5832800"/>
          </a:xfrm>
          <a:prstGeom prst="ellipse">
            <a:avLst/>
          </a:prstGeom>
          <a:gradFill>
            <a:gsLst>
              <a:gs pos="0">
                <a:schemeClr val="dk2"/>
              </a:gs>
              <a:gs pos="50000">
                <a:srgbClr val="942290">
                  <a:alpha val="0"/>
                </a:srgbClr>
              </a:gs>
              <a:gs pos="100000">
                <a:srgbClr val="94229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24" name="Google Shape;524;p18"/>
          <p:cNvSpPr/>
          <p:nvPr/>
        </p:nvSpPr>
        <p:spPr>
          <a:xfrm>
            <a:off x="10122633" y="46367"/>
            <a:ext cx="5832800" cy="58328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7A0B3">
                  <a:alpha val="0"/>
                </a:srgbClr>
              </a:gs>
              <a:gs pos="100000">
                <a:srgbClr val="07A0B3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25" name="Google Shape;525;p18"/>
          <p:cNvGrpSpPr/>
          <p:nvPr/>
        </p:nvGrpSpPr>
        <p:grpSpPr>
          <a:xfrm rot="3519359">
            <a:off x="9410080" y="-552776"/>
            <a:ext cx="3447379" cy="2324765"/>
            <a:chOff x="-282975" y="-249850"/>
            <a:chExt cx="2585411" cy="1743491"/>
          </a:xfrm>
        </p:grpSpPr>
        <p:grpSp>
          <p:nvGrpSpPr>
            <p:cNvPr id="526" name="Google Shape;526;p18"/>
            <p:cNvGrpSpPr/>
            <p:nvPr/>
          </p:nvGrpSpPr>
          <p:grpSpPr>
            <a:xfrm>
              <a:off x="-282975" y="-249850"/>
              <a:ext cx="2585411" cy="1743491"/>
              <a:chOff x="87900" y="-332975"/>
              <a:chExt cx="2585411" cy="1743491"/>
            </a:xfrm>
          </p:grpSpPr>
          <p:grpSp>
            <p:nvGrpSpPr>
              <p:cNvPr id="527" name="Google Shape;527;p18"/>
              <p:cNvGrpSpPr/>
              <p:nvPr/>
            </p:nvGrpSpPr>
            <p:grpSpPr>
              <a:xfrm>
                <a:off x="87900" y="-332975"/>
                <a:ext cx="2585411" cy="1464000"/>
                <a:chOff x="87900" y="-332975"/>
                <a:chExt cx="2585411" cy="1464000"/>
              </a:xfrm>
            </p:grpSpPr>
            <p:sp>
              <p:nvSpPr>
                <p:cNvPr id="528" name="Google Shape;528;p18"/>
                <p:cNvSpPr/>
                <p:nvPr/>
              </p:nvSpPr>
              <p:spPr>
                <a:xfrm>
                  <a:off x="1599802" y="-332975"/>
                  <a:ext cx="1073509" cy="5430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845" h="20662" fill="none" extrusionOk="0">
                      <a:moveTo>
                        <a:pt x="40844" y="0"/>
                      </a:moveTo>
                      <a:lnTo>
                        <a:pt x="20566" y="3630"/>
                      </a:lnTo>
                      <a:lnTo>
                        <a:pt x="18146" y="17446"/>
                      </a:lnTo>
                      <a:lnTo>
                        <a:pt x="6017" y="20661"/>
                      </a:lnTo>
                      <a:lnTo>
                        <a:pt x="0" y="4234"/>
                      </a:lnTo>
                      <a:lnTo>
                        <a:pt x="20566" y="363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2"/>
                  </a:solidFill>
                  <a:prstDash val="solid"/>
                  <a:miter lim="3183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29" name="Google Shape;529;p18"/>
                <p:cNvSpPr/>
                <p:nvPr/>
              </p:nvSpPr>
              <p:spPr>
                <a:xfrm>
                  <a:off x="278682" y="-237597"/>
                  <a:ext cx="2264132" cy="1102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146" h="41959" fill="none" extrusionOk="0">
                      <a:moveTo>
                        <a:pt x="50267" y="605"/>
                      </a:moveTo>
                      <a:lnTo>
                        <a:pt x="37024" y="14963"/>
                      </a:lnTo>
                      <a:lnTo>
                        <a:pt x="20056" y="31262"/>
                      </a:lnTo>
                      <a:lnTo>
                        <a:pt x="0" y="29766"/>
                      </a:lnTo>
                      <a:lnTo>
                        <a:pt x="414" y="41959"/>
                      </a:lnTo>
                      <a:lnTo>
                        <a:pt x="20056" y="31262"/>
                      </a:lnTo>
                      <a:lnTo>
                        <a:pt x="43136" y="29511"/>
                      </a:lnTo>
                      <a:lnTo>
                        <a:pt x="37024" y="14963"/>
                      </a:lnTo>
                      <a:lnTo>
                        <a:pt x="56284" y="17032"/>
                      </a:lnTo>
                      <a:lnTo>
                        <a:pt x="70833" y="1"/>
                      </a:lnTo>
                      <a:lnTo>
                        <a:pt x="86145" y="369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2"/>
                  </a:solidFill>
                  <a:prstDash val="solid"/>
                  <a:miter lim="3183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30" name="Google Shape;530;p18"/>
                <p:cNvSpPr/>
                <p:nvPr/>
              </p:nvSpPr>
              <p:spPr>
                <a:xfrm>
                  <a:off x="112999" y="584039"/>
                  <a:ext cx="692807" cy="524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60" h="19961" fill="none" extrusionOk="0">
                      <a:moveTo>
                        <a:pt x="26360" y="0"/>
                      </a:moveTo>
                      <a:lnTo>
                        <a:pt x="24800" y="9296"/>
                      </a:lnTo>
                      <a:lnTo>
                        <a:pt x="6718" y="10697"/>
                      </a:lnTo>
                      <a:lnTo>
                        <a:pt x="1" y="1996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2"/>
                  </a:solidFill>
                  <a:prstDash val="solid"/>
                  <a:miter lim="3183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31" name="Google Shape;531;p18"/>
                <p:cNvSpPr/>
                <p:nvPr/>
              </p:nvSpPr>
              <p:spPr>
                <a:xfrm>
                  <a:off x="764795" y="538019"/>
                  <a:ext cx="646786" cy="290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609" h="11047" fill="none" extrusionOk="0">
                      <a:moveTo>
                        <a:pt x="0" y="11047"/>
                      </a:moveTo>
                      <a:lnTo>
                        <a:pt x="24608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2"/>
                  </a:solidFill>
                  <a:prstDash val="solid"/>
                  <a:miter lim="3183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grpSp>
              <p:nvGrpSpPr>
                <p:cNvPr id="532" name="Google Shape;532;p18"/>
                <p:cNvGrpSpPr/>
                <p:nvPr/>
              </p:nvGrpSpPr>
              <p:grpSpPr>
                <a:xfrm>
                  <a:off x="87900" y="-262197"/>
                  <a:ext cx="2505918" cy="1393222"/>
                  <a:chOff x="87900" y="-262197"/>
                  <a:chExt cx="2505918" cy="1393222"/>
                </a:xfrm>
              </p:grpSpPr>
              <p:sp>
                <p:nvSpPr>
                  <p:cNvPr id="533" name="Google Shape;533;p18"/>
                  <p:cNvSpPr/>
                  <p:nvPr/>
                </p:nvSpPr>
                <p:spPr>
                  <a:xfrm>
                    <a:off x="2052432" y="91089"/>
                    <a:ext cx="50252" cy="442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2" h="1685" extrusionOk="0">
                        <a:moveTo>
                          <a:pt x="969" y="0"/>
                        </a:moveTo>
                        <a:cubicBezTo>
                          <a:pt x="860" y="0"/>
                          <a:pt x="748" y="22"/>
                          <a:pt x="638" y="69"/>
                        </a:cubicBezTo>
                        <a:cubicBezTo>
                          <a:pt x="224" y="260"/>
                          <a:pt x="1" y="738"/>
                          <a:pt x="192" y="1152"/>
                        </a:cubicBezTo>
                        <a:cubicBezTo>
                          <a:pt x="314" y="1493"/>
                          <a:pt x="641" y="1685"/>
                          <a:pt x="973" y="1685"/>
                        </a:cubicBezTo>
                        <a:cubicBezTo>
                          <a:pt x="1075" y="1685"/>
                          <a:pt x="1177" y="1666"/>
                          <a:pt x="1274" y="1629"/>
                        </a:cubicBezTo>
                        <a:cubicBezTo>
                          <a:pt x="1720" y="1438"/>
                          <a:pt x="1911" y="961"/>
                          <a:pt x="1720" y="515"/>
                        </a:cubicBezTo>
                        <a:cubicBezTo>
                          <a:pt x="1600" y="203"/>
                          <a:pt x="1300" y="0"/>
                          <a:pt x="969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34" name="Google Shape;534;p18"/>
                  <p:cNvSpPr/>
                  <p:nvPr/>
                </p:nvSpPr>
                <p:spPr>
                  <a:xfrm>
                    <a:off x="1578882" y="-242406"/>
                    <a:ext cx="50226" cy="439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1" h="1672" extrusionOk="0">
                        <a:moveTo>
                          <a:pt x="938" y="0"/>
                        </a:moveTo>
                        <a:cubicBezTo>
                          <a:pt x="837" y="0"/>
                          <a:pt x="735" y="18"/>
                          <a:pt x="637" y="56"/>
                        </a:cubicBezTo>
                        <a:cubicBezTo>
                          <a:pt x="191" y="247"/>
                          <a:pt x="0" y="725"/>
                          <a:pt x="160" y="1170"/>
                        </a:cubicBezTo>
                        <a:cubicBezTo>
                          <a:pt x="305" y="1486"/>
                          <a:pt x="617" y="1672"/>
                          <a:pt x="955" y="1672"/>
                        </a:cubicBezTo>
                        <a:cubicBezTo>
                          <a:pt x="1060" y="1672"/>
                          <a:pt x="1168" y="1654"/>
                          <a:pt x="1274" y="1616"/>
                        </a:cubicBezTo>
                        <a:cubicBezTo>
                          <a:pt x="1688" y="1425"/>
                          <a:pt x="1911" y="948"/>
                          <a:pt x="1720" y="502"/>
                        </a:cubicBezTo>
                        <a:cubicBezTo>
                          <a:pt x="1574" y="186"/>
                          <a:pt x="1262" y="0"/>
                          <a:pt x="938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35" name="Google Shape;535;p18"/>
                  <p:cNvSpPr/>
                  <p:nvPr/>
                </p:nvSpPr>
                <p:spPr>
                  <a:xfrm>
                    <a:off x="1231643" y="139606"/>
                    <a:ext cx="50252" cy="442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2" h="1685" extrusionOk="0">
                        <a:moveTo>
                          <a:pt x="955" y="0"/>
                        </a:moveTo>
                        <a:cubicBezTo>
                          <a:pt x="848" y="0"/>
                          <a:pt x="740" y="22"/>
                          <a:pt x="638" y="70"/>
                        </a:cubicBezTo>
                        <a:cubicBezTo>
                          <a:pt x="192" y="229"/>
                          <a:pt x="1" y="738"/>
                          <a:pt x="192" y="1152"/>
                        </a:cubicBezTo>
                        <a:cubicBezTo>
                          <a:pt x="314" y="1493"/>
                          <a:pt x="622" y="1685"/>
                          <a:pt x="960" y="1685"/>
                        </a:cubicBezTo>
                        <a:cubicBezTo>
                          <a:pt x="1063" y="1685"/>
                          <a:pt x="1170" y="1667"/>
                          <a:pt x="1274" y="1630"/>
                        </a:cubicBezTo>
                        <a:cubicBezTo>
                          <a:pt x="1688" y="1439"/>
                          <a:pt x="1911" y="961"/>
                          <a:pt x="1720" y="515"/>
                        </a:cubicBezTo>
                        <a:cubicBezTo>
                          <a:pt x="1600" y="204"/>
                          <a:pt x="1282" y="0"/>
                          <a:pt x="955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36" name="Google Shape;536;p18"/>
                  <p:cNvSpPr/>
                  <p:nvPr/>
                </p:nvSpPr>
                <p:spPr>
                  <a:xfrm>
                    <a:off x="744715" y="805125"/>
                    <a:ext cx="50226" cy="443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1" h="1686" extrusionOk="0">
                        <a:moveTo>
                          <a:pt x="938" y="1"/>
                        </a:moveTo>
                        <a:cubicBezTo>
                          <a:pt x="836" y="1"/>
                          <a:pt x="734" y="19"/>
                          <a:pt x="637" y="56"/>
                        </a:cubicBezTo>
                        <a:cubicBezTo>
                          <a:pt x="191" y="247"/>
                          <a:pt x="0" y="725"/>
                          <a:pt x="159" y="1170"/>
                        </a:cubicBezTo>
                        <a:cubicBezTo>
                          <a:pt x="303" y="1482"/>
                          <a:pt x="609" y="1685"/>
                          <a:pt x="942" y="1685"/>
                        </a:cubicBezTo>
                        <a:cubicBezTo>
                          <a:pt x="1051" y="1685"/>
                          <a:pt x="1163" y="1663"/>
                          <a:pt x="1273" y="1616"/>
                        </a:cubicBezTo>
                        <a:cubicBezTo>
                          <a:pt x="1687" y="1457"/>
                          <a:pt x="1910" y="948"/>
                          <a:pt x="1719" y="534"/>
                        </a:cubicBezTo>
                        <a:cubicBezTo>
                          <a:pt x="1597" y="193"/>
                          <a:pt x="1270" y="1"/>
                          <a:pt x="938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37" name="Google Shape;537;p18"/>
                  <p:cNvSpPr/>
                  <p:nvPr/>
                </p:nvSpPr>
                <p:spPr>
                  <a:xfrm>
                    <a:off x="256920" y="523642"/>
                    <a:ext cx="50226" cy="443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1" h="1686" extrusionOk="0">
                        <a:moveTo>
                          <a:pt x="955" y="1"/>
                        </a:moveTo>
                        <a:cubicBezTo>
                          <a:pt x="847" y="1"/>
                          <a:pt x="739" y="23"/>
                          <a:pt x="637" y="70"/>
                        </a:cubicBezTo>
                        <a:cubicBezTo>
                          <a:pt x="191" y="261"/>
                          <a:pt x="0" y="738"/>
                          <a:pt x="159" y="1152"/>
                        </a:cubicBezTo>
                        <a:cubicBezTo>
                          <a:pt x="306" y="1493"/>
                          <a:pt x="620" y="1685"/>
                          <a:pt x="959" y="1685"/>
                        </a:cubicBezTo>
                        <a:cubicBezTo>
                          <a:pt x="1063" y="1685"/>
                          <a:pt x="1169" y="1667"/>
                          <a:pt x="1274" y="1630"/>
                        </a:cubicBezTo>
                        <a:cubicBezTo>
                          <a:pt x="1688" y="1439"/>
                          <a:pt x="1910" y="961"/>
                          <a:pt x="1719" y="515"/>
                        </a:cubicBezTo>
                        <a:cubicBezTo>
                          <a:pt x="1600" y="204"/>
                          <a:pt x="1281" y="1"/>
                          <a:pt x="955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38" name="Google Shape;538;p18"/>
                  <p:cNvSpPr/>
                  <p:nvPr/>
                </p:nvSpPr>
                <p:spPr>
                  <a:xfrm>
                    <a:off x="87900" y="1086739"/>
                    <a:ext cx="50226" cy="442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1" h="1685" extrusionOk="0">
                        <a:moveTo>
                          <a:pt x="969" y="0"/>
                        </a:moveTo>
                        <a:cubicBezTo>
                          <a:pt x="860" y="0"/>
                          <a:pt x="748" y="22"/>
                          <a:pt x="637" y="69"/>
                        </a:cubicBezTo>
                        <a:cubicBezTo>
                          <a:pt x="224" y="260"/>
                          <a:pt x="1" y="738"/>
                          <a:pt x="192" y="1152"/>
                        </a:cubicBezTo>
                        <a:cubicBezTo>
                          <a:pt x="313" y="1493"/>
                          <a:pt x="640" y="1685"/>
                          <a:pt x="973" y="1685"/>
                        </a:cubicBezTo>
                        <a:cubicBezTo>
                          <a:pt x="1074" y="1685"/>
                          <a:pt x="1177" y="1667"/>
                          <a:pt x="1274" y="1629"/>
                        </a:cubicBezTo>
                        <a:cubicBezTo>
                          <a:pt x="1720" y="1438"/>
                          <a:pt x="1911" y="961"/>
                          <a:pt x="1752" y="515"/>
                        </a:cubicBezTo>
                        <a:cubicBezTo>
                          <a:pt x="1608" y="204"/>
                          <a:pt x="1302" y="0"/>
                          <a:pt x="969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39" name="Google Shape;539;p18"/>
                  <p:cNvSpPr/>
                  <p:nvPr/>
                </p:nvSpPr>
                <p:spPr>
                  <a:xfrm>
                    <a:off x="2089253" y="-262197"/>
                    <a:ext cx="79531" cy="718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26" h="2732" extrusionOk="0">
                        <a:moveTo>
                          <a:pt x="1521" y="1"/>
                        </a:moveTo>
                        <a:cubicBezTo>
                          <a:pt x="1408" y="1"/>
                          <a:pt x="1293" y="15"/>
                          <a:pt x="1179" y="45"/>
                        </a:cubicBezTo>
                        <a:cubicBezTo>
                          <a:pt x="446" y="236"/>
                          <a:pt x="1" y="1000"/>
                          <a:pt x="192" y="1732"/>
                        </a:cubicBezTo>
                        <a:cubicBezTo>
                          <a:pt x="353" y="2322"/>
                          <a:pt x="920" y="2732"/>
                          <a:pt x="1514" y="2732"/>
                        </a:cubicBezTo>
                        <a:cubicBezTo>
                          <a:pt x="1625" y="2732"/>
                          <a:pt x="1737" y="2717"/>
                          <a:pt x="1847" y="2687"/>
                        </a:cubicBezTo>
                        <a:cubicBezTo>
                          <a:pt x="2579" y="2496"/>
                          <a:pt x="3025" y="1764"/>
                          <a:pt x="2834" y="1032"/>
                        </a:cubicBezTo>
                        <a:cubicBezTo>
                          <a:pt x="2673" y="415"/>
                          <a:pt x="2127" y="1"/>
                          <a:pt x="1521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40" name="Google Shape;540;p18"/>
                  <p:cNvSpPr/>
                  <p:nvPr/>
                </p:nvSpPr>
                <p:spPr>
                  <a:xfrm>
                    <a:off x="2515128" y="-174887"/>
                    <a:ext cx="78690" cy="715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94" h="2723" extrusionOk="0">
                        <a:moveTo>
                          <a:pt x="1460" y="0"/>
                        </a:moveTo>
                        <a:cubicBezTo>
                          <a:pt x="1357" y="0"/>
                          <a:pt x="1252" y="11"/>
                          <a:pt x="1147" y="34"/>
                        </a:cubicBezTo>
                        <a:cubicBezTo>
                          <a:pt x="415" y="225"/>
                          <a:pt x="1" y="989"/>
                          <a:pt x="192" y="1721"/>
                        </a:cubicBezTo>
                        <a:cubicBezTo>
                          <a:pt x="351" y="2333"/>
                          <a:pt x="889" y="2723"/>
                          <a:pt x="1489" y="2723"/>
                        </a:cubicBezTo>
                        <a:cubicBezTo>
                          <a:pt x="1607" y="2723"/>
                          <a:pt x="1727" y="2708"/>
                          <a:pt x="1847" y="2676"/>
                        </a:cubicBezTo>
                        <a:cubicBezTo>
                          <a:pt x="2579" y="2485"/>
                          <a:pt x="2993" y="1753"/>
                          <a:pt x="2802" y="1021"/>
                        </a:cubicBezTo>
                        <a:cubicBezTo>
                          <a:pt x="2639" y="394"/>
                          <a:pt x="2078" y="0"/>
                          <a:pt x="1460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41" name="Google Shape;541;p18"/>
                  <p:cNvSpPr/>
                  <p:nvPr/>
                </p:nvSpPr>
                <p:spPr>
                  <a:xfrm>
                    <a:off x="1716941" y="161184"/>
                    <a:ext cx="79505" cy="718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25" h="2732" extrusionOk="0">
                        <a:moveTo>
                          <a:pt x="1520" y="0"/>
                        </a:moveTo>
                        <a:cubicBezTo>
                          <a:pt x="1408" y="0"/>
                          <a:pt x="1293" y="15"/>
                          <a:pt x="1178" y="44"/>
                        </a:cubicBezTo>
                        <a:cubicBezTo>
                          <a:pt x="446" y="235"/>
                          <a:pt x="0" y="1000"/>
                          <a:pt x="191" y="1732"/>
                        </a:cubicBezTo>
                        <a:cubicBezTo>
                          <a:pt x="352" y="2322"/>
                          <a:pt x="920" y="2731"/>
                          <a:pt x="1533" y="2731"/>
                        </a:cubicBezTo>
                        <a:cubicBezTo>
                          <a:pt x="1647" y="2731"/>
                          <a:pt x="1763" y="2717"/>
                          <a:pt x="1878" y="2687"/>
                        </a:cubicBezTo>
                        <a:cubicBezTo>
                          <a:pt x="2611" y="2496"/>
                          <a:pt x="3025" y="1764"/>
                          <a:pt x="2834" y="1031"/>
                        </a:cubicBezTo>
                        <a:cubicBezTo>
                          <a:pt x="2672" y="414"/>
                          <a:pt x="2127" y="0"/>
                          <a:pt x="1520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42" name="Google Shape;542;p18"/>
                  <p:cNvSpPr/>
                  <p:nvPr/>
                </p:nvSpPr>
                <p:spPr>
                  <a:xfrm>
                    <a:off x="760590" y="551843"/>
                    <a:ext cx="79531" cy="710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26" h="2705" extrusionOk="0">
                        <a:moveTo>
                          <a:pt x="1508" y="1"/>
                        </a:moveTo>
                        <a:cubicBezTo>
                          <a:pt x="1388" y="1"/>
                          <a:pt x="1267" y="16"/>
                          <a:pt x="1147" y="47"/>
                        </a:cubicBezTo>
                        <a:cubicBezTo>
                          <a:pt x="447" y="238"/>
                          <a:pt x="1" y="970"/>
                          <a:pt x="192" y="1703"/>
                        </a:cubicBezTo>
                        <a:cubicBezTo>
                          <a:pt x="352" y="2315"/>
                          <a:pt x="889" y="2704"/>
                          <a:pt x="1489" y="2704"/>
                        </a:cubicBezTo>
                        <a:cubicBezTo>
                          <a:pt x="1607" y="2704"/>
                          <a:pt x="1727" y="2689"/>
                          <a:pt x="1847" y="2658"/>
                        </a:cubicBezTo>
                        <a:cubicBezTo>
                          <a:pt x="2580" y="2467"/>
                          <a:pt x="3025" y="1735"/>
                          <a:pt x="2834" y="1002"/>
                        </a:cubicBezTo>
                        <a:cubicBezTo>
                          <a:pt x="2675" y="390"/>
                          <a:pt x="2115" y="1"/>
                          <a:pt x="1508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43" name="Google Shape;543;p18"/>
                  <p:cNvSpPr/>
                  <p:nvPr/>
                </p:nvSpPr>
                <p:spPr>
                  <a:xfrm>
                    <a:off x="257761" y="836322"/>
                    <a:ext cx="79505" cy="718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25" h="2734" extrusionOk="0">
                        <a:moveTo>
                          <a:pt x="1537" y="1"/>
                        </a:moveTo>
                        <a:cubicBezTo>
                          <a:pt x="1419" y="1"/>
                          <a:pt x="1298" y="16"/>
                          <a:pt x="1178" y="47"/>
                        </a:cubicBezTo>
                        <a:cubicBezTo>
                          <a:pt x="446" y="238"/>
                          <a:pt x="0" y="970"/>
                          <a:pt x="191" y="1702"/>
                        </a:cubicBezTo>
                        <a:cubicBezTo>
                          <a:pt x="352" y="2320"/>
                          <a:pt x="921" y="2734"/>
                          <a:pt x="1534" y="2734"/>
                        </a:cubicBezTo>
                        <a:cubicBezTo>
                          <a:pt x="1648" y="2734"/>
                          <a:pt x="1764" y="2719"/>
                          <a:pt x="1878" y="2689"/>
                        </a:cubicBezTo>
                        <a:cubicBezTo>
                          <a:pt x="2579" y="2498"/>
                          <a:pt x="3024" y="1734"/>
                          <a:pt x="2833" y="1002"/>
                        </a:cubicBezTo>
                        <a:cubicBezTo>
                          <a:pt x="2674" y="390"/>
                          <a:pt x="2136" y="1"/>
                          <a:pt x="1537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</p:grpSp>
          </p:grpSp>
          <p:grpSp>
            <p:nvGrpSpPr>
              <p:cNvPr id="544" name="Google Shape;544;p18"/>
              <p:cNvGrpSpPr/>
              <p:nvPr/>
            </p:nvGrpSpPr>
            <p:grpSpPr>
              <a:xfrm rot="7018040">
                <a:off x="1012370" y="631076"/>
                <a:ext cx="927961" cy="503495"/>
                <a:chOff x="3176988" y="6051975"/>
                <a:chExt cx="927925" cy="503475"/>
              </a:xfrm>
            </p:grpSpPr>
            <p:sp>
              <p:nvSpPr>
                <p:cNvPr id="545" name="Google Shape;545;p18"/>
                <p:cNvSpPr/>
                <p:nvPr/>
              </p:nvSpPr>
              <p:spPr>
                <a:xfrm>
                  <a:off x="3198538" y="6072725"/>
                  <a:ext cx="893625" cy="472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45" h="18894" fill="none" extrusionOk="0">
                      <a:moveTo>
                        <a:pt x="0" y="1"/>
                      </a:moveTo>
                      <a:lnTo>
                        <a:pt x="6862" y="17809"/>
                      </a:lnTo>
                      <a:lnTo>
                        <a:pt x="35744" y="18894"/>
                      </a:lnTo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3191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46" name="Google Shape;546;p18"/>
                <p:cNvSpPr/>
                <p:nvPr/>
              </p:nvSpPr>
              <p:spPr>
                <a:xfrm>
                  <a:off x="4079363" y="6529900"/>
                  <a:ext cx="25550" cy="2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2" h="1022" extrusionOk="0">
                      <a:moveTo>
                        <a:pt x="1022" y="511"/>
                      </a:moveTo>
                      <a:cubicBezTo>
                        <a:pt x="1022" y="798"/>
                        <a:pt x="798" y="1022"/>
                        <a:pt x="511" y="1022"/>
                      </a:cubicBezTo>
                      <a:cubicBezTo>
                        <a:pt x="224" y="1022"/>
                        <a:pt x="0" y="798"/>
                        <a:pt x="0" y="511"/>
                      </a:cubicBezTo>
                      <a:cubicBezTo>
                        <a:pt x="0" y="224"/>
                        <a:pt x="224" y="1"/>
                        <a:pt x="511" y="1"/>
                      </a:cubicBezTo>
                      <a:cubicBezTo>
                        <a:pt x="798" y="1"/>
                        <a:pt x="1022" y="224"/>
                        <a:pt x="1022" y="5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47" name="Google Shape;547;p18"/>
                <p:cNvSpPr/>
                <p:nvPr/>
              </p:nvSpPr>
              <p:spPr>
                <a:xfrm>
                  <a:off x="3176988" y="6051975"/>
                  <a:ext cx="42300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693" extrusionOk="0">
                      <a:moveTo>
                        <a:pt x="1692" y="831"/>
                      </a:moveTo>
                      <a:cubicBezTo>
                        <a:pt x="1692" y="1309"/>
                        <a:pt x="1309" y="1692"/>
                        <a:pt x="862" y="1692"/>
                      </a:cubicBezTo>
                      <a:cubicBezTo>
                        <a:pt x="383" y="1692"/>
                        <a:pt x="0" y="1309"/>
                        <a:pt x="0" y="831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09" y="1"/>
                        <a:pt x="1692" y="384"/>
                        <a:pt x="1692" y="83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48" name="Google Shape;548;p18"/>
                <p:cNvSpPr/>
                <p:nvPr/>
              </p:nvSpPr>
              <p:spPr>
                <a:xfrm>
                  <a:off x="3354113" y="6491600"/>
                  <a:ext cx="42300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693" extrusionOk="0">
                      <a:moveTo>
                        <a:pt x="1692" y="830"/>
                      </a:moveTo>
                      <a:cubicBezTo>
                        <a:pt x="1692" y="1309"/>
                        <a:pt x="1309" y="1692"/>
                        <a:pt x="862" y="1692"/>
                      </a:cubicBezTo>
                      <a:cubicBezTo>
                        <a:pt x="383" y="1692"/>
                        <a:pt x="0" y="1309"/>
                        <a:pt x="0" y="830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09" y="1"/>
                        <a:pt x="1692" y="384"/>
                        <a:pt x="1692" y="83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cxnSp>
          <p:nvCxnSpPr>
            <p:cNvPr id="549" name="Google Shape;549;p18"/>
            <p:cNvCxnSpPr/>
            <p:nvPr/>
          </p:nvCxnSpPr>
          <p:spPr>
            <a:xfrm rot="10800000">
              <a:off x="365700" y="-61325"/>
              <a:ext cx="76800" cy="7353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0" name="Google Shape;550;p18"/>
            <p:cNvCxnSpPr/>
            <p:nvPr/>
          </p:nvCxnSpPr>
          <p:spPr>
            <a:xfrm rot="10800000">
              <a:off x="225000" y="-74250"/>
              <a:ext cx="665100" cy="3198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6735178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9"/>
          <p:cNvSpPr/>
          <p:nvPr/>
        </p:nvSpPr>
        <p:spPr>
          <a:xfrm>
            <a:off x="7719517" y="4046400"/>
            <a:ext cx="5832800" cy="5832800"/>
          </a:xfrm>
          <a:prstGeom prst="ellipse">
            <a:avLst/>
          </a:prstGeom>
          <a:gradFill>
            <a:gsLst>
              <a:gs pos="0">
                <a:schemeClr val="dk2"/>
              </a:gs>
              <a:gs pos="50000">
                <a:srgbClr val="942290">
                  <a:alpha val="0"/>
                </a:srgbClr>
              </a:gs>
              <a:gs pos="100000">
                <a:srgbClr val="94229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53" name="Google Shape;553;p19"/>
          <p:cNvSpPr txBox="1">
            <a:spLocks noGrp="1"/>
          </p:cNvSpPr>
          <p:nvPr>
            <p:ph type="title"/>
          </p:nvPr>
        </p:nvSpPr>
        <p:spPr>
          <a:xfrm>
            <a:off x="7037033" y="1570800"/>
            <a:ext cx="4113600" cy="2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554" name="Google Shape;554;p19"/>
          <p:cNvSpPr txBox="1">
            <a:spLocks noGrp="1"/>
          </p:cNvSpPr>
          <p:nvPr>
            <p:ph type="subTitle" idx="1"/>
          </p:nvPr>
        </p:nvSpPr>
        <p:spPr>
          <a:xfrm>
            <a:off x="7037033" y="4210400"/>
            <a:ext cx="4113600" cy="10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555" name="Google Shape;555;p19"/>
          <p:cNvSpPr>
            <a:spLocks noGrp="1"/>
          </p:cNvSpPr>
          <p:nvPr>
            <p:ph type="pic" idx="2"/>
          </p:nvPr>
        </p:nvSpPr>
        <p:spPr>
          <a:xfrm flipH="1">
            <a:off x="1041533" y="920400"/>
            <a:ext cx="5352800" cy="50172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6" name="Google Shape;556;p19"/>
          <p:cNvGrpSpPr/>
          <p:nvPr/>
        </p:nvGrpSpPr>
        <p:grpSpPr>
          <a:xfrm>
            <a:off x="8053587" y="-2717671"/>
            <a:ext cx="5942503" cy="5932561"/>
            <a:chOff x="6060090" y="-1793029"/>
            <a:chExt cx="4456877" cy="4449421"/>
          </a:xfrm>
        </p:grpSpPr>
        <p:sp>
          <p:nvSpPr>
            <p:cNvPr id="557" name="Google Shape;557;p19"/>
            <p:cNvSpPr/>
            <p:nvPr/>
          </p:nvSpPr>
          <p:spPr>
            <a:xfrm rot="-4217199">
              <a:off x="7284935" y="-465119"/>
              <a:ext cx="34478" cy="33850"/>
            </a:xfrm>
            <a:custGeom>
              <a:avLst/>
              <a:gdLst/>
              <a:ahLst/>
              <a:cxnLst/>
              <a:rect l="l" t="t" r="r" b="b"/>
              <a:pathLst>
                <a:path w="1704" h="1673" extrusionOk="0">
                  <a:moveTo>
                    <a:pt x="868" y="1"/>
                  </a:moveTo>
                  <a:cubicBezTo>
                    <a:pt x="386" y="1"/>
                    <a:pt x="0" y="354"/>
                    <a:pt x="0" y="836"/>
                  </a:cubicBezTo>
                  <a:cubicBezTo>
                    <a:pt x="0" y="1286"/>
                    <a:pt x="386" y="1672"/>
                    <a:pt x="868" y="1672"/>
                  </a:cubicBezTo>
                  <a:cubicBezTo>
                    <a:pt x="1318" y="1672"/>
                    <a:pt x="1704" y="1286"/>
                    <a:pt x="1704" y="836"/>
                  </a:cubicBezTo>
                  <a:cubicBezTo>
                    <a:pt x="1704" y="354"/>
                    <a:pt x="1318" y="1"/>
                    <a:pt x="8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8" name="Google Shape;558;p19"/>
            <p:cNvSpPr/>
            <p:nvPr/>
          </p:nvSpPr>
          <p:spPr>
            <a:xfrm rot="-4217199">
              <a:off x="8510187" y="-758196"/>
              <a:ext cx="33830" cy="33850"/>
            </a:xfrm>
            <a:custGeom>
              <a:avLst/>
              <a:gdLst/>
              <a:ahLst/>
              <a:cxnLst/>
              <a:rect l="l" t="t" r="r" b="b"/>
              <a:pathLst>
                <a:path w="1672" h="1673" extrusionOk="0">
                  <a:moveTo>
                    <a:pt x="836" y="1"/>
                  </a:moveTo>
                  <a:cubicBezTo>
                    <a:pt x="354" y="1"/>
                    <a:pt x="0" y="387"/>
                    <a:pt x="0" y="837"/>
                  </a:cubicBezTo>
                  <a:cubicBezTo>
                    <a:pt x="0" y="1319"/>
                    <a:pt x="354" y="1672"/>
                    <a:pt x="836" y="1672"/>
                  </a:cubicBezTo>
                  <a:cubicBezTo>
                    <a:pt x="1286" y="1672"/>
                    <a:pt x="1672" y="1319"/>
                    <a:pt x="1672" y="837"/>
                  </a:cubicBezTo>
                  <a:cubicBezTo>
                    <a:pt x="1672" y="387"/>
                    <a:pt x="1286" y="1"/>
                    <a:pt x="8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9" name="Google Shape;559;p19"/>
            <p:cNvSpPr/>
            <p:nvPr/>
          </p:nvSpPr>
          <p:spPr>
            <a:xfrm rot="-4217199">
              <a:off x="7922022" y="121403"/>
              <a:ext cx="34478" cy="34498"/>
            </a:xfrm>
            <a:custGeom>
              <a:avLst/>
              <a:gdLst/>
              <a:ahLst/>
              <a:cxnLst/>
              <a:rect l="l" t="t" r="r" b="b"/>
              <a:pathLst>
                <a:path w="1704" h="1705" extrusionOk="0">
                  <a:moveTo>
                    <a:pt x="868" y="1"/>
                  </a:moveTo>
                  <a:cubicBezTo>
                    <a:pt x="386" y="1"/>
                    <a:pt x="0" y="387"/>
                    <a:pt x="0" y="869"/>
                  </a:cubicBezTo>
                  <a:cubicBezTo>
                    <a:pt x="0" y="1319"/>
                    <a:pt x="386" y="1705"/>
                    <a:pt x="868" y="1705"/>
                  </a:cubicBezTo>
                  <a:cubicBezTo>
                    <a:pt x="1318" y="1705"/>
                    <a:pt x="1704" y="1319"/>
                    <a:pt x="1704" y="869"/>
                  </a:cubicBezTo>
                  <a:cubicBezTo>
                    <a:pt x="1704" y="387"/>
                    <a:pt x="1318" y="1"/>
                    <a:pt x="8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0" name="Google Shape;560;p19"/>
            <p:cNvSpPr/>
            <p:nvPr/>
          </p:nvSpPr>
          <p:spPr>
            <a:xfrm rot="-4217199">
              <a:off x="9333695" y="-215327"/>
              <a:ext cx="34498" cy="33850"/>
            </a:xfrm>
            <a:custGeom>
              <a:avLst/>
              <a:gdLst/>
              <a:ahLst/>
              <a:cxnLst/>
              <a:rect l="l" t="t" r="r" b="b"/>
              <a:pathLst>
                <a:path w="1705" h="1673" extrusionOk="0">
                  <a:moveTo>
                    <a:pt x="836" y="1"/>
                  </a:moveTo>
                  <a:cubicBezTo>
                    <a:pt x="386" y="1"/>
                    <a:pt x="1" y="387"/>
                    <a:pt x="1" y="837"/>
                  </a:cubicBezTo>
                  <a:cubicBezTo>
                    <a:pt x="1" y="1319"/>
                    <a:pt x="386" y="1672"/>
                    <a:pt x="836" y="1672"/>
                  </a:cubicBezTo>
                  <a:cubicBezTo>
                    <a:pt x="1318" y="1672"/>
                    <a:pt x="1704" y="1319"/>
                    <a:pt x="1704" y="837"/>
                  </a:cubicBezTo>
                  <a:cubicBezTo>
                    <a:pt x="1704" y="387"/>
                    <a:pt x="1318" y="1"/>
                    <a:pt x="8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1" name="Google Shape;561;p19"/>
            <p:cNvSpPr/>
            <p:nvPr/>
          </p:nvSpPr>
          <p:spPr>
            <a:xfrm rot="-4217199">
              <a:off x="8971778" y="2511461"/>
              <a:ext cx="34478" cy="34498"/>
            </a:xfrm>
            <a:custGeom>
              <a:avLst/>
              <a:gdLst/>
              <a:ahLst/>
              <a:cxnLst/>
              <a:rect l="l" t="t" r="r" b="b"/>
              <a:pathLst>
                <a:path w="1704" h="1705" extrusionOk="0">
                  <a:moveTo>
                    <a:pt x="836" y="1"/>
                  </a:moveTo>
                  <a:cubicBezTo>
                    <a:pt x="386" y="1"/>
                    <a:pt x="0" y="386"/>
                    <a:pt x="0" y="836"/>
                  </a:cubicBezTo>
                  <a:cubicBezTo>
                    <a:pt x="0" y="1318"/>
                    <a:pt x="386" y="1704"/>
                    <a:pt x="836" y="1704"/>
                  </a:cubicBezTo>
                  <a:cubicBezTo>
                    <a:pt x="1318" y="1704"/>
                    <a:pt x="1704" y="1318"/>
                    <a:pt x="1704" y="836"/>
                  </a:cubicBezTo>
                  <a:cubicBezTo>
                    <a:pt x="1704" y="386"/>
                    <a:pt x="1318" y="1"/>
                    <a:pt x="8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2" name="Google Shape;562;p19"/>
            <p:cNvSpPr/>
            <p:nvPr/>
          </p:nvSpPr>
          <p:spPr>
            <a:xfrm rot="-4217199">
              <a:off x="8971171" y="986340"/>
              <a:ext cx="33830" cy="33830"/>
            </a:xfrm>
            <a:custGeom>
              <a:avLst/>
              <a:gdLst/>
              <a:ahLst/>
              <a:cxnLst/>
              <a:rect l="l" t="t" r="r" b="b"/>
              <a:pathLst>
                <a:path w="1672" h="1672" extrusionOk="0">
                  <a:moveTo>
                    <a:pt x="836" y="0"/>
                  </a:moveTo>
                  <a:cubicBezTo>
                    <a:pt x="386" y="0"/>
                    <a:pt x="0" y="354"/>
                    <a:pt x="0" y="836"/>
                  </a:cubicBezTo>
                  <a:cubicBezTo>
                    <a:pt x="0" y="1286"/>
                    <a:pt x="386" y="1672"/>
                    <a:pt x="836" y="1672"/>
                  </a:cubicBezTo>
                  <a:cubicBezTo>
                    <a:pt x="1318" y="1672"/>
                    <a:pt x="1672" y="1286"/>
                    <a:pt x="1672" y="836"/>
                  </a:cubicBezTo>
                  <a:cubicBezTo>
                    <a:pt x="1672" y="354"/>
                    <a:pt x="1318" y="0"/>
                    <a:pt x="8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3" name="Google Shape;563;p19"/>
            <p:cNvSpPr/>
            <p:nvPr/>
          </p:nvSpPr>
          <p:spPr>
            <a:xfrm rot="-4217199">
              <a:off x="9512528" y="2045428"/>
              <a:ext cx="34478" cy="34498"/>
            </a:xfrm>
            <a:custGeom>
              <a:avLst/>
              <a:gdLst/>
              <a:ahLst/>
              <a:cxnLst/>
              <a:rect l="l" t="t" r="r" b="b"/>
              <a:pathLst>
                <a:path w="1704" h="1705" extrusionOk="0">
                  <a:moveTo>
                    <a:pt x="868" y="1"/>
                  </a:moveTo>
                  <a:cubicBezTo>
                    <a:pt x="386" y="1"/>
                    <a:pt x="0" y="386"/>
                    <a:pt x="0" y="869"/>
                  </a:cubicBezTo>
                  <a:cubicBezTo>
                    <a:pt x="0" y="1319"/>
                    <a:pt x="386" y="1704"/>
                    <a:pt x="868" y="1704"/>
                  </a:cubicBezTo>
                  <a:cubicBezTo>
                    <a:pt x="1318" y="1704"/>
                    <a:pt x="1704" y="1319"/>
                    <a:pt x="1704" y="869"/>
                  </a:cubicBezTo>
                  <a:cubicBezTo>
                    <a:pt x="1704" y="386"/>
                    <a:pt x="1318" y="1"/>
                    <a:pt x="8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4" name="Google Shape;564;p19"/>
            <p:cNvSpPr/>
            <p:nvPr/>
          </p:nvSpPr>
          <p:spPr>
            <a:xfrm rot="-4217199">
              <a:off x="8438493" y="38725"/>
              <a:ext cx="34478" cy="33850"/>
            </a:xfrm>
            <a:custGeom>
              <a:avLst/>
              <a:gdLst/>
              <a:ahLst/>
              <a:cxnLst/>
              <a:rect l="l" t="t" r="r" b="b"/>
              <a:pathLst>
                <a:path w="1704" h="1673" extrusionOk="0">
                  <a:moveTo>
                    <a:pt x="836" y="1"/>
                  </a:moveTo>
                  <a:cubicBezTo>
                    <a:pt x="386" y="1"/>
                    <a:pt x="0" y="354"/>
                    <a:pt x="0" y="837"/>
                  </a:cubicBezTo>
                  <a:cubicBezTo>
                    <a:pt x="0" y="1287"/>
                    <a:pt x="386" y="1672"/>
                    <a:pt x="836" y="1672"/>
                  </a:cubicBezTo>
                  <a:cubicBezTo>
                    <a:pt x="1318" y="1672"/>
                    <a:pt x="1704" y="1287"/>
                    <a:pt x="1704" y="837"/>
                  </a:cubicBezTo>
                  <a:cubicBezTo>
                    <a:pt x="1704" y="354"/>
                    <a:pt x="1318" y="1"/>
                    <a:pt x="8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5" name="Google Shape;565;p19"/>
            <p:cNvSpPr/>
            <p:nvPr/>
          </p:nvSpPr>
          <p:spPr>
            <a:xfrm rot="-4217199">
              <a:off x="8137856" y="1115538"/>
              <a:ext cx="34498" cy="34498"/>
            </a:xfrm>
            <a:custGeom>
              <a:avLst/>
              <a:gdLst/>
              <a:ahLst/>
              <a:cxnLst/>
              <a:rect l="l" t="t" r="r" b="b"/>
              <a:pathLst>
                <a:path w="1705" h="1705" extrusionOk="0">
                  <a:moveTo>
                    <a:pt x="868" y="1"/>
                  </a:moveTo>
                  <a:cubicBezTo>
                    <a:pt x="386" y="1"/>
                    <a:pt x="0" y="386"/>
                    <a:pt x="0" y="868"/>
                  </a:cubicBezTo>
                  <a:cubicBezTo>
                    <a:pt x="0" y="1318"/>
                    <a:pt x="386" y="1704"/>
                    <a:pt x="868" y="1704"/>
                  </a:cubicBezTo>
                  <a:cubicBezTo>
                    <a:pt x="1318" y="1704"/>
                    <a:pt x="1704" y="1318"/>
                    <a:pt x="1704" y="868"/>
                  </a:cubicBezTo>
                  <a:cubicBezTo>
                    <a:pt x="1704" y="386"/>
                    <a:pt x="1318" y="1"/>
                    <a:pt x="8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6" name="Google Shape;566;p19"/>
            <p:cNvSpPr/>
            <p:nvPr/>
          </p:nvSpPr>
          <p:spPr>
            <a:xfrm rot="-4217199">
              <a:off x="8800053" y="-828059"/>
              <a:ext cx="33850" cy="34478"/>
            </a:xfrm>
            <a:custGeom>
              <a:avLst/>
              <a:gdLst/>
              <a:ahLst/>
              <a:cxnLst/>
              <a:rect l="l" t="t" r="r" b="b"/>
              <a:pathLst>
                <a:path w="1673" h="1704" extrusionOk="0">
                  <a:moveTo>
                    <a:pt x="836" y="0"/>
                  </a:moveTo>
                  <a:cubicBezTo>
                    <a:pt x="354" y="0"/>
                    <a:pt x="1" y="386"/>
                    <a:pt x="1" y="836"/>
                  </a:cubicBezTo>
                  <a:cubicBezTo>
                    <a:pt x="1" y="1318"/>
                    <a:pt x="354" y="1704"/>
                    <a:pt x="836" y="1704"/>
                  </a:cubicBezTo>
                  <a:cubicBezTo>
                    <a:pt x="1319" y="1704"/>
                    <a:pt x="1672" y="1318"/>
                    <a:pt x="1672" y="836"/>
                  </a:cubicBezTo>
                  <a:cubicBezTo>
                    <a:pt x="1672" y="386"/>
                    <a:pt x="1319" y="0"/>
                    <a:pt x="8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7" name="Google Shape;567;p19"/>
            <p:cNvSpPr/>
            <p:nvPr/>
          </p:nvSpPr>
          <p:spPr>
            <a:xfrm rot="-4217199">
              <a:off x="9961641" y="629405"/>
              <a:ext cx="34498" cy="33850"/>
            </a:xfrm>
            <a:custGeom>
              <a:avLst/>
              <a:gdLst/>
              <a:ahLst/>
              <a:cxnLst/>
              <a:rect l="l" t="t" r="r" b="b"/>
              <a:pathLst>
                <a:path w="1705" h="1673" extrusionOk="0">
                  <a:moveTo>
                    <a:pt x="869" y="1"/>
                  </a:moveTo>
                  <a:cubicBezTo>
                    <a:pt x="387" y="1"/>
                    <a:pt x="1" y="354"/>
                    <a:pt x="1" y="836"/>
                  </a:cubicBezTo>
                  <a:cubicBezTo>
                    <a:pt x="1" y="1286"/>
                    <a:pt x="387" y="1672"/>
                    <a:pt x="869" y="1672"/>
                  </a:cubicBezTo>
                  <a:cubicBezTo>
                    <a:pt x="1319" y="1672"/>
                    <a:pt x="1705" y="1286"/>
                    <a:pt x="1705" y="836"/>
                  </a:cubicBezTo>
                  <a:cubicBezTo>
                    <a:pt x="1705" y="354"/>
                    <a:pt x="1319" y="1"/>
                    <a:pt x="8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8" name="Google Shape;568;p19"/>
            <p:cNvSpPr/>
            <p:nvPr/>
          </p:nvSpPr>
          <p:spPr>
            <a:xfrm rot="-4217199">
              <a:off x="9944241" y="915775"/>
              <a:ext cx="34498" cy="34498"/>
            </a:xfrm>
            <a:custGeom>
              <a:avLst/>
              <a:gdLst/>
              <a:ahLst/>
              <a:cxnLst/>
              <a:rect l="l" t="t" r="r" b="b"/>
              <a:pathLst>
                <a:path w="1705" h="1705" extrusionOk="0">
                  <a:moveTo>
                    <a:pt x="869" y="0"/>
                  </a:moveTo>
                  <a:cubicBezTo>
                    <a:pt x="386" y="0"/>
                    <a:pt x="1" y="386"/>
                    <a:pt x="1" y="868"/>
                  </a:cubicBezTo>
                  <a:cubicBezTo>
                    <a:pt x="1" y="1318"/>
                    <a:pt x="386" y="1704"/>
                    <a:pt x="869" y="1704"/>
                  </a:cubicBezTo>
                  <a:cubicBezTo>
                    <a:pt x="1319" y="1704"/>
                    <a:pt x="1704" y="1318"/>
                    <a:pt x="1704" y="868"/>
                  </a:cubicBezTo>
                  <a:cubicBezTo>
                    <a:pt x="1704" y="386"/>
                    <a:pt x="1319" y="0"/>
                    <a:pt x="8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9" name="Google Shape;569;p19"/>
            <p:cNvSpPr/>
            <p:nvPr/>
          </p:nvSpPr>
          <p:spPr>
            <a:xfrm rot="-4217199">
              <a:off x="9311755" y="984168"/>
              <a:ext cx="34498" cy="34478"/>
            </a:xfrm>
            <a:custGeom>
              <a:avLst/>
              <a:gdLst/>
              <a:ahLst/>
              <a:cxnLst/>
              <a:rect l="l" t="t" r="r" b="b"/>
              <a:pathLst>
                <a:path w="1705" h="1704" extrusionOk="0">
                  <a:moveTo>
                    <a:pt x="837" y="0"/>
                  </a:moveTo>
                  <a:cubicBezTo>
                    <a:pt x="387" y="0"/>
                    <a:pt x="1" y="386"/>
                    <a:pt x="1" y="836"/>
                  </a:cubicBezTo>
                  <a:cubicBezTo>
                    <a:pt x="1" y="1318"/>
                    <a:pt x="387" y="1704"/>
                    <a:pt x="837" y="1704"/>
                  </a:cubicBezTo>
                  <a:cubicBezTo>
                    <a:pt x="1319" y="1704"/>
                    <a:pt x="1705" y="1318"/>
                    <a:pt x="1705" y="836"/>
                  </a:cubicBezTo>
                  <a:cubicBezTo>
                    <a:pt x="1705" y="386"/>
                    <a:pt x="1319" y="0"/>
                    <a:pt x="8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0" name="Google Shape;570;p19"/>
            <p:cNvSpPr/>
            <p:nvPr/>
          </p:nvSpPr>
          <p:spPr>
            <a:xfrm rot="-4217199">
              <a:off x="6831791" y="-620887"/>
              <a:ext cx="34498" cy="34478"/>
            </a:xfrm>
            <a:custGeom>
              <a:avLst/>
              <a:gdLst/>
              <a:ahLst/>
              <a:cxnLst/>
              <a:rect l="l" t="t" r="r" b="b"/>
              <a:pathLst>
                <a:path w="1705" h="1704" extrusionOk="0">
                  <a:moveTo>
                    <a:pt x="837" y="0"/>
                  </a:moveTo>
                  <a:cubicBezTo>
                    <a:pt x="387" y="0"/>
                    <a:pt x="1" y="386"/>
                    <a:pt x="1" y="868"/>
                  </a:cubicBezTo>
                  <a:cubicBezTo>
                    <a:pt x="1" y="1318"/>
                    <a:pt x="387" y="1704"/>
                    <a:pt x="837" y="1704"/>
                  </a:cubicBezTo>
                  <a:cubicBezTo>
                    <a:pt x="1319" y="1704"/>
                    <a:pt x="1704" y="1318"/>
                    <a:pt x="1704" y="868"/>
                  </a:cubicBezTo>
                  <a:cubicBezTo>
                    <a:pt x="1704" y="386"/>
                    <a:pt x="1319" y="0"/>
                    <a:pt x="8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1" name="Google Shape;571;p19"/>
            <p:cNvSpPr/>
            <p:nvPr/>
          </p:nvSpPr>
          <p:spPr>
            <a:xfrm rot="-4217199">
              <a:off x="7125191" y="-1502030"/>
              <a:ext cx="34478" cy="33850"/>
            </a:xfrm>
            <a:custGeom>
              <a:avLst/>
              <a:gdLst/>
              <a:ahLst/>
              <a:cxnLst/>
              <a:rect l="l" t="t" r="r" b="b"/>
              <a:pathLst>
                <a:path w="1704" h="1673" extrusionOk="0">
                  <a:moveTo>
                    <a:pt x="868" y="1"/>
                  </a:moveTo>
                  <a:cubicBezTo>
                    <a:pt x="386" y="1"/>
                    <a:pt x="0" y="354"/>
                    <a:pt x="0" y="836"/>
                  </a:cubicBezTo>
                  <a:cubicBezTo>
                    <a:pt x="0" y="1286"/>
                    <a:pt x="386" y="1672"/>
                    <a:pt x="868" y="1672"/>
                  </a:cubicBezTo>
                  <a:cubicBezTo>
                    <a:pt x="1318" y="1672"/>
                    <a:pt x="1704" y="1286"/>
                    <a:pt x="1704" y="836"/>
                  </a:cubicBezTo>
                  <a:cubicBezTo>
                    <a:pt x="1704" y="354"/>
                    <a:pt x="1318" y="1"/>
                    <a:pt x="8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572" name="Google Shape;572;p19"/>
            <p:cNvGrpSpPr/>
            <p:nvPr/>
          </p:nvGrpSpPr>
          <p:grpSpPr>
            <a:xfrm>
              <a:off x="6060090" y="-1793029"/>
              <a:ext cx="4456877" cy="4449421"/>
              <a:chOff x="6060090" y="-1793029"/>
              <a:chExt cx="4456877" cy="4449421"/>
            </a:xfrm>
          </p:grpSpPr>
          <p:grpSp>
            <p:nvGrpSpPr>
              <p:cNvPr id="573" name="Google Shape;573;p19"/>
              <p:cNvGrpSpPr/>
              <p:nvPr/>
            </p:nvGrpSpPr>
            <p:grpSpPr>
              <a:xfrm rot="-4217199">
                <a:off x="6550344" y="-1312675"/>
                <a:ext cx="3476370" cy="3488713"/>
                <a:chOff x="9369050" y="1359075"/>
                <a:chExt cx="4295350" cy="4310600"/>
              </a:xfrm>
            </p:grpSpPr>
            <p:sp>
              <p:nvSpPr>
                <p:cNvPr id="574" name="Google Shape;574;p19"/>
                <p:cNvSpPr/>
                <p:nvPr/>
              </p:nvSpPr>
              <p:spPr>
                <a:xfrm>
                  <a:off x="10940125" y="2959875"/>
                  <a:ext cx="77630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52" h="1061" fill="none" extrusionOk="0">
                      <a:moveTo>
                        <a:pt x="0" y="0"/>
                      </a:moveTo>
                      <a:lnTo>
                        <a:pt x="31052" y="1061"/>
                      </a:lnTo>
                    </a:path>
                  </a:pathLst>
                </a:custGeom>
                <a:noFill/>
                <a:ln w="12050" cap="flat" cmpd="sng">
                  <a:solidFill>
                    <a:schemeClr val="accent2"/>
                  </a:solidFill>
                  <a:prstDash val="solid"/>
                  <a:miter lim="3214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75" name="Google Shape;575;p19"/>
                <p:cNvSpPr/>
                <p:nvPr/>
              </p:nvSpPr>
              <p:spPr>
                <a:xfrm>
                  <a:off x="11452825" y="2199650"/>
                  <a:ext cx="1519650" cy="111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786" h="44457" fill="none" extrusionOk="0">
                      <a:moveTo>
                        <a:pt x="0" y="0"/>
                      </a:moveTo>
                      <a:lnTo>
                        <a:pt x="20959" y="32916"/>
                      </a:lnTo>
                      <a:lnTo>
                        <a:pt x="60786" y="44456"/>
                      </a:lnTo>
                      <a:lnTo>
                        <a:pt x="46546" y="11540"/>
                      </a:lnTo>
                      <a:lnTo>
                        <a:pt x="20959" y="32916"/>
                      </a:lnTo>
                    </a:path>
                  </a:pathLst>
                </a:custGeom>
                <a:noFill/>
                <a:ln w="12050" cap="flat" cmpd="sng">
                  <a:solidFill>
                    <a:schemeClr val="accent2"/>
                  </a:solidFill>
                  <a:prstDash val="solid"/>
                  <a:miter lim="3214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76" name="Google Shape;576;p19"/>
                <p:cNvSpPr/>
                <p:nvPr/>
              </p:nvSpPr>
              <p:spPr>
                <a:xfrm>
                  <a:off x="11712400" y="1382375"/>
                  <a:ext cx="1952000" cy="2570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080" h="102831" fill="none" extrusionOk="0">
                      <a:moveTo>
                        <a:pt x="61943" y="0"/>
                      </a:moveTo>
                      <a:lnTo>
                        <a:pt x="78079" y="34363"/>
                      </a:lnTo>
                      <a:lnTo>
                        <a:pt x="36163" y="44231"/>
                      </a:lnTo>
                      <a:lnTo>
                        <a:pt x="16651" y="24848"/>
                      </a:lnTo>
                      <a:lnTo>
                        <a:pt x="10576" y="65607"/>
                      </a:lnTo>
                      <a:lnTo>
                        <a:pt x="0" y="64161"/>
                      </a:lnTo>
                      <a:lnTo>
                        <a:pt x="5658" y="102831"/>
                      </a:lnTo>
                      <a:lnTo>
                        <a:pt x="12408" y="86469"/>
                      </a:lnTo>
                    </a:path>
                  </a:pathLst>
                </a:custGeom>
                <a:noFill/>
                <a:ln w="12050" cap="flat" cmpd="sng">
                  <a:solidFill>
                    <a:schemeClr val="accent2"/>
                  </a:solidFill>
                  <a:prstDash val="solid"/>
                  <a:miter lim="3214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77" name="Google Shape;577;p19"/>
                <p:cNvSpPr/>
                <p:nvPr/>
              </p:nvSpPr>
              <p:spPr>
                <a:xfrm>
                  <a:off x="10137300" y="5289525"/>
                  <a:ext cx="474175" cy="34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67" h="13952" fill="none" extrusionOk="0">
                      <a:moveTo>
                        <a:pt x="18966" y="1"/>
                      </a:moveTo>
                      <a:lnTo>
                        <a:pt x="1" y="13952"/>
                      </a:lnTo>
                    </a:path>
                  </a:pathLst>
                </a:custGeom>
                <a:noFill/>
                <a:ln w="12050" cap="flat" cmpd="sng">
                  <a:solidFill>
                    <a:schemeClr val="accent2"/>
                  </a:solidFill>
                  <a:prstDash val="solid"/>
                  <a:miter lim="3214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78" name="Google Shape;578;p19"/>
                <p:cNvSpPr/>
                <p:nvPr/>
              </p:nvSpPr>
              <p:spPr>
                <a:xfrm>
                  <a:off x="10646000" y="3651775"/>
                  <a:ext cx="421925" cy="277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77" h="11091" fill="none" extrusionOk="0">
                      <a:moveTo>
                        <a:pt x="16876" y="1109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2050" cap="flat" cmpd="sng">
                  <a:solidFill>
                    <a:schemeClr val="accent2"/>
                  </a:solidFill>
                  <a:prstDash val="solid"/>
                  <a:miter lim="3214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79" name="Google Shape;579;p19"/>
                <p:cNvSpPr/>
                <p:nvPr/>
              </p:nvSpPr>
              <p:spPr>
                <a:xfrm>
                  <a:off x="12695200" y="4485125"/>
                  <a:ext cx="109325" cy="37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73" h="15173" fill="none" extrusionOk="0">
                      <a:moveTo>
                        <a:pt x="1" y="0"/>
                      </a:moveTo>
                      <a:lnTo>
                        <a:pt x="4373" y="15172"/>
                      </a:lnTo>
                    </a:path>
                  </a:pathLst>
                </a:custGeom>
                <a:noFill/>
                <a:ln w="12050" cap="flat" cmpd="sng">
                  <a:solidFill>
                    <a:schemeClr val="accent2"/>
                  </a:solidFill>
                  <a:prstDash val="solid"/>
                  <a:miter lim="3214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80" name="Google Shape;580;p19"/>
                <p:cNvSpPr/>
                <p:nvPr/>
              </p:nvSpPr>
              <p:spPr>
                <a:xfrm>
                  <a:off x="9369050" y="4637000"/>
                  <a:ext cx="2406050" cy="99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242" h="39925" fill="none" extrusionOk="0">
                      <a:moveTo>
                        <a:pt x="76633" y="12987"/>
                      </a:moveTo>
                      <a:lnTo>
                        <a:pt x="42142" y="1"/>
                      </a:lnTo>
                      <a:lnTo>
                        <a:pt x="79880" y="39924"/>
                      </a:lnTo>
                      <a:lnTo>
                        <a:pt x="76633" y="12987"/>
                      </a:lnTo>
                      <a:lnTo>
                        <a:pt x="96241" y="21698"/>
                      </a:lnTo>
                      <a:lnTo>
                        <a:pt x="79880" y="39924"/>
                      </a:lnTo>
                      <a:lnTo>
                        <a:pt x="49696" y="26102"/>
                      </a:lnTo>
                      <a:lnTo>
                        <a:pt x="42142" y="1"/>
                      </a:lnTo>
                      <a:lnTo>
                        <a:pt x="1" y="22630"/>
                      </a:lnTo>
                      <a:lnTo>
                        <a:pt x="49696" y="26102"/>
                      </a:lnTo>
                    </a:path>
                  </a:pathLst>
                </a:custGeom>
                <a:noFill/>
                <a:ln w="12050" cap="flat" cmpd="sng">
                  <a:solidFill>
                    <a:schemeClr val="accent2"/>
                  </a:solidFill>
                  <a:prstDash val="solid"/>
                  <a:miter lim="3214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81" name="Google Shape;581;p19"/>
                <p:cNvSpPr/>
                <p:nvPr/>
              </p:nvSpPr>
              <p:spPr>
                <a:xfrm>
                  <a:off x="11853825" y="3610800"/>
                  <a:ext cx="1328400" cy="970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136" h="38831" fill="none" extrusionOk="0">
                      <a:moveTo>
                        <a:pt x="15719" y="38831"/>
                      </a:moveTo>
                      <a:lnTo>
                        <a:pt x="33656" y="34973"/>
                      </a:lnTo>
                      <a:lnTo>
                        <a:pt x="50210" y="14851"/>
                      </a:lnTo>
                      <a:lnTo>
                        <a:pt x="1" y="13694"/>
                      </a:lnTo>
                      <a:lnTo>
                        <a:pt x="15719" y="38831"/>
                      </a:lnTo>
                      <a:lnTo>
                        <a:pt x="50210" y="14851"/>
                      </a:lnTo>
                      <a:lnTo>
                        <a:pt x="53135" y="0"/>
                      </a:lnTo>
                      <a:lnTo>
                        <a:pt x="1" y="13694"/>
                      </a:lnTo>
                    </a:path>
                  </a:pathLst>
                </a:custGeom>
                <a:noFill/>
                <a:ln w="12050" cap="flat" cmpd="sng">
                  <a:solidFill>
                    <a:schemeClr val="accent2"/>
                  </a:solidFill>
                  <a:prstDash val="solid"/>
                  <a:miter lim="3214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82" name="Google Shape;582;p19"/>
                <p:cNvSpPr/>
                <p:nvPr/>
              </p:nvSpPr>
              <p:spPr>
                <a:xfrm>
                  <a:off x="10941725" y="1359075"/>
                  <a:ext cx="1862800" cy="422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512" h="168856" fill="none" extrusionOk="0">
                      <a:moveTo>
                        <a:pt x="55353" y="157958"/>
                      </a:moveTo>
                      <a:lnTo>
                        <a:pt x="41210" y="168855"/>
                      </a:lnTo>
                      <a:lnTo>
                        <a:pt x="33334" y="152815"/>
                      </a:lnTo>
                      <a:lnTo>
                        <a:pt x="55353" y="157958"/>
                      </a:lnTo>
                      <a:lnTo>
                        <a:pt x="74512" y="140247"/>
                      </a:lnTo>
                      <a:lnTo>
                        <a:pt x="33334" y="152815"/>
                      </a:lnTo>
                      <a:lnTo>
                        <a:pt x="5047" y="102798"/>
                      </a:lnTo>
                      <a:lnTo>
                        <a:pt x="1" y="64128"/>
                      </a:lnTo>
                      <a:lnTo>
                        <a:pt x="20444" y="33623"/>
                      </a:lnTo>
                      <a:lnTo>
                        <a:pt x="47478" y="25780"/>
                      </a:lnTo>
                      <a:lnTo>
                        <a:pt x="47157" y="1865"/>
                      </a:lnTo>
                      <a:lnTo>
                        <a:pt x="65415" y="0"/>
                      </a:lnTo>
                      <a:lnTo>
                        <a:pt x="47478" y="25780"/>
                      </a:lnTo>
                    </a:path>
                  </a:pathLst>
                </a:custGeom>
                <a:noFill/>
                <a:ln w="12050" cap="flat" cmpd="sng">
                  <a:solidFill>
                    <a:schemeClr val="accent2"/>
                  </a:solidFill>
                  <a:prstDash val="solid"/>
                  <a:miter lim="3214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83" name="Google Shape;583;p19"/>
                <p:cNvSpPr/>
                <p:nvPr/>
              </p:nvSpPr>
              <p:spPr>
                <a:xfrm>
                  <a:off x="11631225" y="5472750"/>
                  <a:ext cx="744175" cy="196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67" h="7877" fill="none" extrusionOk="0">
                      <a:moveTo>
                        <a:pt x="1" y="7876"/>
                      </a:moveTo>
                      <a:lnTo>
                        <a:pt x="13630" y="4308"/>
                      </a:lnTo>
                      <a:lnTo>
                        <a:pt x="29766" y="1"/>
                      </a:lnTo>
                    </a:path>
                  </a:pathLst>
                </a:custGeom>
                <a:noFill/>
                <a:ln w="12050" cap="flat" cmpd="sng">
                  <a:solidFill>
                    <a:schemeClr val="accent2"/>
                  </a:solidFill>
                  <a:prstDash val="solid"/>
                  <a:miter lim="3214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584" name="Google Shape;584;p19"/>
                <p:cNvSpPr/>
                <p:nvPr/>
              </p:nvSpPr>
              <p:spPr>
                <a:xfrm>
                  <a:off x="10422600" y="4566275"/>
                  <a:ext cx="712025" cy="7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481" h="2830" fill="none" extrusionOk="0">
                      <a:moveTo>
                        <a:pt x="0" y="2830"/>
                      </a:moveTo>
                      <a:lnTo>
                        <a:pt x="28480" y="1"/>
                      </a:lnTo>
                    </a:path>
                  </a:pathLst>
                </a:custGeom>
                <a:noFill/>
                <a:ln w="12050" cap="flat" cmpd="sng">
                  <a:solidFill>
                    <a:schemeClr val="accent2"/>
                  </a:solidFill>
                  <a:prstDash val="solid"/>
                  <a:miter lim="3214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  <p:sp>
            <p:nvSpPr>
              <p:cNvPr id="585" name="Google Shape;585;p19"/>
              <p:cNvSpPr/>
              <p:nvPr/>
            </p:nvSpPr>
            <p:spPr>
              <a:xfrm rot="-4217199">
                <a:off x="7681052" y="692460"/>
                <a:ext cx="55965" cy="55965"/>
              </a:xfrm>
              <a:custGeom>
                <a:avLst/>
                <a:gdLst/>
                <a:ahLst/>
                <a:cxnLst/>
                <a:rect l="l" t="t" r="r" b="b"/>
                <a:pathLst>
                  <a:path w="2766" h="2766" extrusionOk="0">
                    <a:moveTo>
                      <a:pt x="1383" y="1"/>
                    </a:moveTo>
                    <a:cubicBezTo>
                      <a:pt x="644" y="1"/>
                      <a:pt x="1" y="644"/>
                      <a:pt x="1" y="1383"/>
                    </a:cubicBezTo>
                    <a:cubicBezTo>
                      <a:pt x="1" y="2155"/>
                      <a:pt x="644" y="2765"/>
                      <a:pt x="1383" y="2765"/>
                    </a:cubicBezTo>
                    <a:cubicBezTo>
                      <a:pt x="2155" y="2765"/>
                      <a:pt x="2765" y="2155"/>
                      <a:pt x="2765" y="1383"/>
                    </a:cubicBezTo>
                    <a:cubicBezTo>
                      <a:pt x="2765" y="644"/>
                      <a:pt x="2155" y="1"/>
                      <a:pt x="138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586" name="Google Shape;586;p19"/>
            <p:cNvSpPr/>
            <p:nvPr/>
          </p:nvSpPr>
          <p:spPr>
            <a:xfrm rot="-4217199">
              <a:off x="8008152" y="-80653"/>
              <a:ext cx="55298" cy="55945"/>
            </a:xfrm>
            <a:custGeom>
              <a:avLst/>
              <a:gdLst/>
              <a:ahLst/>
              <a:cxnLst/>
              <a:rect l="l" t="t" r="r" b="b"/>
              <a:pathLst>
                <a:path w="2733" h="2765" extrusionOk="0">
                  <a:moveTo>
                    <a:pt x="1350" y="0"/>
                  </a:moveTo>
                  <a:cubicBezTo>
                    <a:pt x="611" y="0"/>
                    <a:pt x="0" y="611"/>
                    <a:pt x="0" y="1383"/>
                  </a:cubicBezTo>
                  <a:cubicBezTo>
                    <a:pt x="0" y="2122"/>
                    <a:pt x="611" y="2765"/>
                    <a:pt x="1350" y="2765"/>
                  </a:cubicBezTo>
                  <a:cubicBezTo>
                    <a:pt x="2122" y="2765"/>
                    <a:pt x="2732" y="2122"/>
                    <a:pt x="2732" y="1383"/>
                  </a:cubicBezTo>
                  <a:cubicBezTo>
                    <a:pt x="2732" y="611"/>
                    <a:pt x="2122" y="0"/>
                    <a:pt x="13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7" name="Google Shape;587;p19"/>
            <p:cNvSpPr/>
            <p:nvPr/>
          </p:nvSpPr>
          <p:spPr>
            <a:xfrm rot="-4217199">
              <a:off x="6901739" y="-992723"/>
              <a:ext cx="55965" cy="55965"/>
            </a:xfrm>
            <a:custGeom>
              <a:avLst/>
              <a:gdLst/>
              <a:ahLst/>
              <a:cxnLst/>
              <a:rect l="l" t="t" r="r" b="b"/>
              <a:pathLst>
                <a:path w="2766" h="2766" extrusionOk="0">
                  <a:moveTo>
                    <a:pt x="1383" y="1"/>
                  </a:moveTo>
                  <a:cubicBezTo>
                    <a:pt x="644" y="1"/>
                    <a:pt x="1" y="611"/>
                    <a:pt x="1" y="1383"/>
                  </a:cubicBezTo>
                  <a:cubicBezTo>
                    <a:pt x="1" y="2154"/>
                    <a:pt x="644" y="2765"/>
                    <a:pt x="1383" y="2765"/>
                  </a:cubicBezTo>
                  <a:cubicBezTo>
                    <a:pt x="2155" y="2765"/>
                    <a:pt x="2765" y="2154"/>
                    <a:pt x="2765" y="1383"/>
                  </a:cubicBezTo>
                  <a:cubicBezTo>
                    <a:pt x="2765" y="611"/>
                    <a:pt x="2155" y="1"/>
                    <a:pt x="13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8" name="Google Shape;588;p19"/>
            <p:cNvSpPr/>
            <p:nvPr/>
          </p:nvSpPr>
          <p:spPr>
            <a:xfrm rot="-4217199">
              <a:off x="9051297" y="-681619"/>
              <a:ext cx="55945" cy="55298"/>
            </a:xfrm>
            <a:custGeom>
              <a:avLst/>
              <a:gdLst/>
              <a:ahLst/>
              <a:cxnLst/>
              <a:rect l="l" t="t" r="r" b="b"/>
              <a:pathLst>
                <a:path w="2765" h="2733" extrusionOk="0">
                  <a:moveTo>
                    <a:pt x="1382" y="1"/>
                  </a:moveTo>
                  <a:cubicBezTo>
                    <a:pt x="611" y="1"/>
                    <a:pt x="0" y="611"/>
                    <a:pt x="0" y="1383"/>
                  </a:cubicBezTo>
                  <a:cubicBezTo>
                    <a:pt x="0" y="2122"/>
                    <a:pt x="611" y="2733"/>
                    <a:pt x="1382" y="2733"/>
                  </a:cubicBezTo>
                  <a:cubicBezTo>
                    <a:pt x="2122" y="2733"/>
                    <a:pt x="2764" y="2122"/>
                    <a:pt x="2764" y="1383"/>
                  </a:cubicBezTo>
                  <a:cubicBezTo>
                    <a:pt x="2764" y="611"/>
                    <a:pt x="2122" y="1"/>
                    <a:pt x="13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9" name="Google Shape;589;p19"/>
            <p:cNvSpPr/>
            <p:nvPr/>
          </p:nvSpPr>
          <p:spPr>
            <a:xfrm rot="-4217199">
              <a:off x="9360054" y="1578356"/>
              <a:ext cx="55945" cy="55298"/>
            </a:xfrm>
            <a:custGeom>
              <a:avLst/>
              <a:gdLst/>
              <a:ahLst/>
              <a:cxnLst/>
              <a:rect l="l" t="t" r="r" b="b"/>
              <a:pathLst>
                <a:path w="2765" h="2733" extrusionOk="0">
                  <a:moveTo>
                    <a:pt x="1383" y="1"/>
                  </a:moveTo>
                  <a:cubicBezTo>
                    <a:pt x="611" y="1"/>
                    <a:pt x="1" y="611"/>
                    <a:pt x="1" y="1383"/>
                  </a:cubicBezTo>
                  <a:cubicBezTo>
                    <a:pt x="1" y="2122"/>
                    <a:pt x="611" y="2733"/>
                    <a:pt x="1383" y="2733"/>
                  </a:cubicBezTo>
                  <a:cubicBezTo>
                    <a:pt x="2122" y="2733"/>
                    <a:pt x="2765" y="2122"/>
                    <a:pt x="2765" y="1383"/>
                  </a:cubicBezTo>
                  <a:cubicBezTo>
                    <a:pt x="2765" y="611"/>
                    <a:pt x="2122" y="1"/>
                    <a:pt x="13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0" name="Google Shape;590;p19"/>
            <p:cNvSpPr/>
            <p:nvPr/>
          </p:nvSpPr>
          <p:spPr>
            <a:xfrm rot="-4217199">
              <a:off x="9593942" y="652455"/>
              <a:ext cx="55965" cy="55945"/>
            </a:xfrm>
            <a:custGeom>
              <a:avLst/>
              <a:gdLst/>
              <a:ahLst/>
              <a:cxnLst/>
              <a:rect l="l" t="t" r="r" b="b"/>
              <a:pathLst>
                <a:path w="2766" h="2765" extrusionOk="0">
                  <a:moveTo>
                    <a:pt x="1383" y="0"/>
                  </a:moveTo>
                  <a:cubicBezTo>
                    <a:pt x="611" y="0"/>
                    <a:pt x="1" y="611"/>
                    <a:pt x="1" y="1382"/>
                  </a:cubicBezTo>
                  <a:cubicBezTo>
                    <a:pt x="1" y="2154"/>
                    <a:pt x="611" y="2764"/>
                    <a:pt x="1383" y="2764"/>
                  </a:cubicBezTo>
                  <a:cubicBezTo>
                    <a:pt x="2122" y="2764"/>
                    <a:pt x="2765" y="2154"/>
                    <a:pt x="2765" y="1382"/>
                  </a:cubicBezTo>
                  <a:cubicBezTo>
                    <a:pt x="2765" y="611"/>
                    <a:pt x="2122" y="0"/>
                    <a:pt x="13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1" name="Google Shape;591;p19"/>
            <p:cNvSpPr/>
            <p:nvPr/>
          </p:nvSpPr>
          <p:spPr>
            <a:xfrm rot="-4217199">
              <a:off x="8444201" y="859377"/>
              <a:ext cx="55298" cy="55298"/>
            </a:xfrm>
            <a:custGeom>
              <a:avLst/>
              <a:gdLst/>
              <a:ahLst/>
              <a:cxnLst/>
              <a:rect l="l" t="t" r="r" b="b"/>
              <a:pathLst>
                <a:path w="2733" h="2733" extrusionOk="0">
                  <a:moveTo>
                    <a:pt x="1383" y="0"/>
                  </a:moveTo>
                  <a:cubicBezTo>
                    <a:pt x="611" y="0"/>
                    <a:pt x="0" y="611"/>
                    <a:pt x="0" y="1382"/>
                  </a:cubicBezTo>
                  <a:cubicBezTo>
                    <a:pt x="0" y="2122"/>
                    <a:pt x="611" y="2732"/>
                    <a:pt x="1383" y="2732"/>
                  </a:cubicBezTo>
                  <a:cubicBezTo>
                    <a:pt x="2122" y="2732"/>
                    <a:pt x="2733" y="2122"/>
                    <a:pt x="2733" y="1382"/>
                  </a:cubicBezTo>
                  <a:cubicBezTo>
                    <a:pt x="2733" y="611"/>
                    <a:pt x="2122" y="0"/>
                    <a:pt x="13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2" name="Google Shape;592;p19"/>
            <p:cNvSpPr/>
            <p:nvPr/>
          </p:nvSpPr>
          <p:spPr>
            <a:xfrm rot="-4217199">
              <a:off x="7873731" y="-1579670"/>
              <a:ext cx="55298" cy="55965"/>
            </a:xfrm>
            <a:custGeom>
              <a:avLst/>
              <a:gdLst/>
              <a:ahLst/>
              <a:cxnLst/>
              <a:rect l="l" t="t" r="r" b="b"/>
              <a:pathLst>
                <a:path w="2733" h="2766" extrusionOk="0">
                  <a:moveTo>
                    <a:pt x="1351" y="1"/>
                  </a:moveTo>
                  <a:cubicBezTo>
                    <a:pt x="611" y="1"/>
                    <a:pt x="1" y="644"/>
                    <a:pt x="1" y="1383"/>
                  </a:cubicBezTo>
                  <a:cubicBezTo>
                    <a:pt x="1" y="2155"/>
                    <a:pt x="611" y="2765"/>
                    <a:pt x="1351" y="2765"/>
                  </a:cubicBezTo>
                  <a:cubicBezTo>
                    <a:pt x="2122" y="2765"/>
                    <a:pt x="2733" y="2155"/>
                    <a:pt x="2733" y="1383"/>
                  </a:cubicBezTo>
                  <a:cubicBezTo>
                    <a:pt x="2733" y="644"/>
                    <a:pt x="2122" y="1"/>
                    <a:pt x="13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3" name="Google Shape;593;p19"/>
            <p:cNvSpPr/>
            <p:nvPr/>
          </p:nvSpPr>
          <p:spPr>
            <a:xfrm rot="-4217199">
              <a:off x="7769880" y="-725086"/>
              <a:ext cx="72860" cy="72860"/>
            </a:xfrm>
            <a:custGeom>
              <a:avLst/>
              <a:gdLst/>
              <a:ahLst/>
              <a:cxnLst/>
              <a:rect l="l" t="t" r="r" b="b"/>
              <a:pathLst>
                <a:path w="3601" h="3601" extrusionOk="0">
                  <a:moveTo>
                    <a:pt x="1800" y="1"/>
                  </a:moveTo>
                  <a:cubicBezTo>
                    <a:pt x="804" y="1"/>
                    <a:pt x="0" y="804"/>
                    <a:pt x="0" y="1801"/>
                  </a:cubicBezTo>
                  <a:cubicBezTo>
                    <a:pt x="0" y="2797"/>
                    <a:pt x="804" y="3601"/>
                    <a:pt x="1800" y="3601"/>
                  </a:cubicBezTo>
                  <a:cubicBezTo>
                    <a:pt x="2797" y="3601"/>
                    <a:pt x="3600" y="2797"/>
                    <a:pt x="3600" y="1801"/>
                  </a:cubicBezTo>
                  <a:cubicBezTo>
                    <a:pt x="3600" y="804"/>
                    <a:pt x="2797" y="1"/>
                    <a:pt x="18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4" name="Google Shape;594;p19"/>
            <p:cNvSpPr/>
            <p:nvPr/>
          </p:nvSpPr>
          <p:spPr>
            <a:xfrm rot="-4217199">
              <a:off x="9632367" y="-217866"/>
              <a:ext cx="73508" cy="73508"/>
            </a:xfrm>
            <a:custGeom>
              <a:avLst/>
              <a:gdLst/>
              <a:ahLst/>
              <a:cxnLst/>
              <a:rect l="l" t="t" r="r" b="b"/>
              <a:pathLst>
                <a:path w="3633" h="3633" extrusionOk="0">
                  <a:moveTo>
                    <a:pt x="1801" y="0"/>
                  </a:moveTo>
                  <a:cubicBezTo>
                    <a:pt x="804" y="0"/>
                    <a:pt x="0" y="804"/>
                    <a:pt x="0" y="1800"/>
                  </a:cubicBezTo>
                  <a:cubicBezTo>
                    <a:pt x="0" y="2829"/>
                    <a:pt x="804" y="3633"/>
                    <a:pt x="1801" y="3633"/>
                  </a:cubicBezTo>
                  <a:cubicBezTo>
                    <a:pt x="2797" y="3633"/>
                    <a:pt x="3633" y="2829"/>
                    <a:pt x="3633" y="1800"/>
                  </a:cubicBezTo>
                  <a:cubicBezTo>
                    <a:pt x="3633" y="804"/>
                    <a:pt x="2797" y="0"/>
                    <a:pt x="18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5" name="Google Shape;595;p19"/>
            <p:cNvSpPr/>
            <p:nvPr/>
          </p:nvSpPr>
          <p:spPr>
            <a:xfrm rot="-4217199">
              <a:off x="9259332" y="140932"/>
              <a:ext cx="72860" cy="72860"/>
            </a:xfrm>
            <a:custGeom>
              <a:avLst/>
              <a:gdLst/>
              <a:ahLst/>
              <a:cxnLst/>
              <a:rect l="l" t="t" r="r" b="b"/>
              <a:pathLst>
                <a:path w="3601" h="3601" extrusionOk="0">
                  <a:moveTo>
                    <a:pt x="1801" y="0"/>
                  </a:moveTo>
                  <a:cubicBezTo>
                    <a:pt x="804" y="0"/>
                    <a:pt x="1" y="804"/>
                    <a:pt x="1" y="1800"/>
                  </a:cubicBezTo>
                  <a:cubicBezTo>
                    <a:pt x="1" y="2797"/>
                    <a:pt x="804" y="3600"/>
                    <a:pt x="1801" y="3600"/>
                  </a:cubicBezTo>
                  <a:cubicBezTo>
                    <a:pt x="2797" y="3600"/>
                    <a:pt x="3601" y="2797"/>
                    <a:pt x="3601" y="1800"/>
                  </a:cubicBezTo>
                  <a:cubicBezTo>
                    <a:pt x="3601" y="804"/>
                    <a:pt x="2797" y="0"/>
                    <a:pt x="18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6" name="Google Shape;596;p19"/>
            <p:cNvSpPr/>
            <p:nvPr/>
          </p:nvSpPr>
          <p:spPr>
            <a:xfrm rot="-4217199">
              <a:off x="8808529" y="1535031"/>
              <a:ext cx="73508" cy="72860"/>
            </a:xfrm>
            <a:custGeom>
              <a:avLst/>
              <a:gdLst/>
              <a:ahLst/>
              <a:cxnLst/>
              <a:rect l="l" t="t" r="r" b="b"/>
              <a:pathLst>
                <a:path w="3633" h="3601" extrusionOk="0">
                  <a:moveTo>
                    <a:pt x="1800" y="0"/>
                  </a:moveTo>
                  <a:cubicBezTo>
                    <a:pt x="804" y="0"/>
                    <a:pt x="0" y="804"/>
                    <a:pt x="0" y="1801"/>
                  </a:cubicBezTo>
                  <a:cubicBezTo>
                    <a:pt x="0" y="2797"/>
                    <a:pt x="804" y="3601"/>
                    <a:pt x="1800" y="3601"/>
                  </a:cubicBezTo>
                  <a:cubicBezTo>
                    <a:pt x="2797" y="3601"/>
                    <a:pt x="3632" y="2797"/>
                    <a:pt x="3632" y="1801"/>
                  </a:cubicBezTo>
                  <a:cubicBezTo>
                    <a:pt x="3632" y="804"/>
                    <a:pt x="2797" y="0"/>
                    <a:pt x="18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7" name="Google Shape;597;p19"/>
            <p:cNvSpPr/>
            <p:nvPr/>
          </p:nvSpPr>
          <p:spPr>
            <a:xfrm rot="-4217199">
              <a:off x="9809641" y="1089562"/>
              <a:ext cx="73508" cy="72860"/>
            </a:xfrm>
            <a:custGeom>
              <a:avLst/>
              <a:gdLst/>
              <a:ahLst/>
              <a:cxnLst/>
              <a:rect l="l" t="t" r="r" b="b"/>
              <a:pathLst>
                <a:path w="3633" h="3601" extrusionOk="0">
                  <a:moveTo>
                    <a:pt x="1800" y="0"/>
                  </a:moveTo>
                  <a:cubicBezTo>
                    <a:pt x="804" y="0"/>
                    <a:pt x="0" y="804"/>
                    <a:pt x="0" y="1801"/>
                  </a:cubicBezTo>
                  <a:cubicBezTo>
                    <a:pt x="0" y="2797"/>
                    <a:pt x="804" y="3601"/>
                    <a:pt x="1800" y="3601"/>
                  </a:cubicBezTo>
                  <a:cubicBezTo>
                    <a:pt x="2797" y="3601"/>
                    <a:pt x="3633" y="2797"/>
                    <a:pt x="3633" y="1801"/>
                  </a:cubicBezTo>
                  <a:cubicBezTo>
                    <a:pt x="3633" y="804"/>
                    <a:pt x="2797" y="0"/>
                    <a:pt x="18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8" name="Google Shape;598;p19"/>
            <p:cNvSpPr/>
            <p:nvPr/>
          </p:nvSpPr>
          <p:spPr>
            <a:xfrm rot="-4217199">
              <a:off x="9977262" y="275330"/>
              <a:ext cx="73508" cy="73508"/>
            </a:xfrm>
            <a:custGeom>
              <a:avLst/>
              <a:gdLst/>
              <a:ahLst/>
              <a:cxnLst/>
              <a:rect l="l" t="t" r="r" b="b"/>
              <a:pathLst>
                <a:path w="3633" h="3633" extrusionOk="0">
                  <a:moveTo>
                    <a:pt x="1832" y="0"/>
                  </a:moveTo>
                  <a:cubicBezTo>
                    <a:pt x="836" y="0"/>
                    <a:pt x="0" y="804"/>
                    <a:pt x="0" y="1833"/>
                  </a:cubicBezTo>
                  <a:cubicBezTo>
                    <a:pt x="0" y="2829"/>
                    <a:pt x="836" y="3633"/>
                    <a:pt x="1832" y="3633"/>
                  </a:cubicBezTo>
                  <a:cubicBezTo>
                    <a:pt x="2829" y="3633"/>
                    <a:pt x="3632" y="2829"/>
                    <a:pt x="3632" y="1833"/>
                  </a:cubicBezTo>
                  <a:cubicBezTo>
                    <a:pt x="3632" y="804"/>
                    <a:pt x="2829" y="0"/>
                    <a:pt x="18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9" name="Google Shape;599;p19"/>
            <p:cNvSpPr/>
            <p:nvPr/>
          </p:nvSpPr>
          <p:spPr>
            <a:xfrm rot="-4217199">
              <a:off x="8677853" y="255913"/>
              <a:ext cx="72880" cy="72860"/>
            </a:xfrm>
            <a:custGeom>
              <a:avLst/>
              <a:gdLst/>
              <a:ahLst/>
              <a:cxnLst/>
              <a:rect l="l" t="t" r="r" b="b"/>
              <a:pathLst>
                <a:path w="3602" h="3601" extrusionOk="0">
                  <a:moveTo>
                    <a:pt x="1801" y="0"/>
                  </a:moveTo>
                  <a:cubicBezTo>
                    <a:pt x="805" y="0"/>
                    <a:pt x="1" y="804"/>
                    <a:pt x="1" y="1800"/>
                  </a:cubicBezTo>
                  <a:cubicBezTo>
                    <a:pt x="1" y="2797"/>
                    <a:pt x="805" y="3600"/>
                    <a:pt x="1801" y="3600"/>
                  </a:cubicBezTo>
                  <a:cubicBezTo>
                    <a:pt x="2797" y="3600"/>
                    <a:pt x="3601" y="2797"/>
                    <a:pt x="3601" y="1800"/>
                  </a:cubicBezTo>
                  <a:cubicBezTo>
                    <a:pt x="3601" y="804"/>
                    <a:pt x="2797" y="0"/>
                    <a:pt x="18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0" name="Google Shape;600;p19"/>
            <p:cNvSpPr/>
            <p:nvPr/>
          </p:nvSpPr>
          <p:spPr>
            <a:xfrm rot="-4217199">
              <a:off x="7232054" y="84346"/>
              <a:ext cx="72860" cy="73528"/>
            </a:xfrm>
            <a:custGeom>
              <a:avLst/>
              <a:gdLst/>
              <a:ahLst/>
              <a:cxnLst/>
              <a:rect l="l" t="t" r="r" b="b"/>
              <a:pathLst>
                <a:path w="3601" h="3634" extrusionOk="0">
                  <a:moveTo>
                    <a:pt x="1800" y="1"/>
                  </a:moveTo>
                  <a:cubicBezTo>
                    <a:pt x="804" y="1"/>
                    <a:pt x="0" y="837"/>
                    <a:pt x="0" y="1833"/>
                  </a:cubicBezTo>
                  <a:cubicBezTo>
                    <a:pt x="0" y="2830"/>
                    <a:pt x="804" y="3633"/>
                    <a:pt x="1800" y="3633"/>
                  </a:cubicBezTo>
                  <a:cubicBezTo>
                    <a:pt x="2797" y="3633"/>
                    <a:pt x="3601" y="2830"/>
                    <a:pt x="3601" y="1833"/>
                  </a:cubicBezTo>
                  <a:cubicBezTo>
                    <a:pt x="3601" y="837"/>
                    <a:pt x="2797" y="1"/>
                    <a:pt x="18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601" name="Google Shape;601;p19"/>
            <p:cNvCxnSpPr/>
            <p:nvPr/>
          </p:nvCxnSpPr>
          <p:spPr>
            <a:xfrm flipH="1">
              <a:off x="8471400" y="185825"/>
              <a:ext cx="841500" cy="697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2" name="Google Shape;602;p19"/>
            <p:cNvCxnSpPr/>
            <p:nvPr/>
          </p:nvCxnSpPr>
          <p:spPr>
            <a:xfrm>
              <a:off x="9302075" y="169975"/>
              <a:ext cx="324900" cy="5184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3" name="Google Shape;603;p19"/>
          <p:cNvSpPr/>
          <p:nvPr/>
        </p:nvSpPr>
        <p:spPr>
          <a:xfrm>
            <a:off x="-500400" y="-3788349"/>
            <a:ext cx="5832800" cy="58328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7A0B3">
                  <a:alpha val="0"/>
                </a:srgbClr>
              </a:gs>
              <a:gs pos="100000">
                <a:srgbClr val="07A0B3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04" name="Google Shape;604;p19"/>
          <p:cNvGrpSpPr/>
          <p:nvPr/>
        </p:nvGrpSpPr>
        <p:grpSpPr>
          <a:xfrm rot="-7635502">
            <a:off x="-772607" y="5178216"/>
            <a:ext cx="3447156" cy="2324616"/>
            <a:chOff x="87900" y="-332975"/>
            <a:chExt cx="2585411" cy="1743491"/>
          </a:xfrm>
        </p:grpSpPr>
        <p:grpSp>
          <p:nvGrpSpPr>
            <p:cNvPr id="605" name="Google Shape;605;p19"/>
            <p:cNvGrpSpPr/>
            <p:nvPr/>
          </p:nvGrpSpPr>
          <p:grpSpPr>
            <a:xfrm>
              <a:off x="87900" y="-332975"/>
              <a:ext cx="2585411" cy="1464000"/>
              <a:chOff x="87900" y="-332975"/>
              <a:chExt cx="2585411" cy="1464000"/>
            </a:xfrm>
          </p:grpSpPr>
          <p:sp>
            <p:nvSpPr>
              <p:cNvPr id="606" name="Google Shape;606;p19"/>
              <p:cNvSpPr/>
              <p:nvPr/>
            </p:nvSpPr>
            <p:spPr>
              <a:xfrm>
                <a:off x="1599802" y="-332975"/>
                <a:ext cx="1073509" cy="543049"/>
              </a:xfrm>
              <a:custGeom>
                <a:avLst/>
                <a:gdLst/>
                <a:ahLst/>
                <a:cxnLst/>
                <a:rect l="l" t="t" r="r" b="b"/>
                <a:pathLst>
                  <a:path w="40845" h="20662" fill="none" extrusionOk="0">
                    <a:moveTo>
                      <a:pt x="40844" y="0"/>
                    </a:moveTo>
                    <a:lnTo>
                      <a:pt x="20566" y="3630"/>
                    </a:lnTo>
                    <a:lnTo>
                      <a:pt x="18146" y="17446"/>
                    </a:lnTo>
                    <a:lnTo>
                      <a:pt x="6017" y="20661"/>
                    </a:lnTo>
                    <a:lnTo>
                      <a:pt x="0" y="4234"/>
                    </a:lnTo>
                    <a:lnTo>
                      <a:pt x="20566" y="3630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83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07" name="Google Shape;607;p19"/>
              <p:cNvSpPr/>
              <p:nvPr/>
            </p:nvSpPr>
            <p:spPr>
              <a:xfrm>
                <a:off x="278682" y="-237597"/>
                <a:ext cx="2264132" cy="1102787"/>
              </a:xfrm>
              <a:custGeom>
                <a:avLst/>
                <a:gdLst/>
                <a:ahLst/>
                <a:cxnLst/>
                <a:rect l="l" t="t" r="r" b="b"/>
                <a:pathLst>
                  <a:path w="86146" h="41959" fill="none" extrusionOk="0">
                    <a:moveTo>
                      <a:pt x="50267" y="605"/>
                    </a:moveTo>
                    <a:lnTo>
                      <a:pt x="37024" y="14963"/>
                    </a:lnTo>
                    <a:lnTo>
                      <a:pt x="20056" y="31262"/>
                    </a:lnTo>
                    <a:lnTo>
                      <a:pt x="0" y="29766"/>
                    </a:lnTo>
                    <a:lnTo>
                      <a:pt x="414" y="41959"/>
                    </a:lnTo>
                    <a:lnTo>
                      <a:pt x="20056" y="31262"/>
                    </a:lnTo>
                    <a:lnTo>
                      <a:pt x="43136" y="29511"/>
                    </a:lnTo>
                    <a:lnTo>
                      <a:pt x="37024" y="14963"/>
                    </a:lnTo>
                    <a:lnTo>
                      <a:pt x="56284" y="17032"/>
                    </a:lnTo>
                    <a:lnTo>
                      <a:pt x="70833" y="1"/>
                    </a:lnTo>
                    <a:lnTo>
                      <a:pt x="86145" y="3693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83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08" name="Google Shape;608;p19"/>
              <p:cNvSpPr/>
              <p:nvPr/>
            </p:nvSpPr>
            <p:spPr>
              <a:xfrm>
                <a:off x="112999" y="584039"/>
                <a:ext cx="692807" cy="524625"/>
              </a:xfrm>
              <a:custGeom>
                <a:avLst/>
                <a:gdLst/>
                <a:ahLst/>
                <a:cxnLst/>
                <a:rect l="l" t="t" r="r" b="b"/>
                <a:pathLst>
                  <a:path w="26360" h="19961" fill="none" extrusionOk="0">
                    <a:moveTo>
                      <a:pt x="26360" y="0"/>
                    </a:moveTo>
                    <a:lnTo>
                      <a:pt x="24800" y="9296"/>
                    </a:lnTo>
                    <a:lnTo>
                      <a:pt x="6718" y="10697"/>
                    </a:lnTo>
                    <a:lnTo>
                      <a:pt x="1" y="19961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83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09" name="Google Shape;609;p19"/>
              <p:cNvSpPr/>
              <p:nvPr/>
            </p:nvSpPr>
            <p:spPr>
              <a:xfrm>
                <a:off x="764795" y="538019"/>
                <a:ext cx="646786" cy="290343"/>
              </a:xfrm>
              <a:custGeom>
                <a:avLst/>
                <a:gdLst/>
                <a:ahLst/>
                <a:cxnLst/>
                <a:rect l="l" t="t" r="r" b="b"/>
                <a:pathLst>
                  <a:path w="24609" h="11047" fill="none" extrusionOk="0">
                    <a:moveTo>
                      <a:pt x="0" y="11047"/>
                    </a:moveTo>
                    <a:lnTo>
                      <a:pt x="24608" y="0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83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grpSp>
            <p:nvGrpSpPr>
              <p:cNvPr id="610" name="Google Shape;610;p19"/>
              <p:cNvGrpSpPr/>
              <p:nvPr/>
            </p:nvGrpSpPr>
            <p:grpSpPr>
              <a:xfrm>
                <a:off x="87900" y="-262197"/>
                <a:ext cx="2505918" cy="1393222"/>
                <a:chOff x="87900" y="-262197"/>
                <a:chExt cx="2505918" cy="1393222"/>
              </a:xfrm>
            </p:grpSpPr>
            <p:sp>
              <p:nvSpPr>
                <p:cNvPr id="611" name="Google Shape;611;p19"/>
                <p:cNvSpPr/>
                <p:nvPr/>
              </p:nvSpPr>
              <p:spPr>
                <a:xfrm>
                  <a:off x="2052432" y="91089"/>
                  <a:ext cx="50252" cy="442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2" h="1685" extrusionOk="0">
                      <a:moveTo>
                        <a:pt x="969" y="0"/>
                      </a:moveTo>
                      <a:cubicBezTo>
                        <a:pt x="860" y="0"/>
                        <a:pt x="748" y="22"/>
                        <a:pt x="638" y="69"/>
                      </a:cubicBezTo>
                      <a:cubicBezTo>
                        <a:pt x="224" y="260"/>
                        <a:pt x="1" y="738"/>
                        <a:pt x="192" y="1152"/>
                      </a:cubicBezTo>
                      <a:cubicBezTo>
                        <a:pt x="314" y="1493"/>
                        <a:pt x="641" y="1685"/>
                        <a:pt x="973" y="1685"/>
                      </a:cubicBezTo>
                      <a:cubicBezTo>
                        <a:pt x="1075" y="1685"/>
                        <a:pt x="1177" y="1666"/>
                        <a:pt x="1274" y="1629"/>
                      </a:cubicBezTo>
                      <a:cubicBezTo>
                        <a:pt x="1720" y="1438"/>
                        <a:pt x="1911" y="961"/>
                        <a:pt x="1720" y="515"/>
                      </a:cubicBezTo>
                      <a:cubicBezTo>
                        <a:pt x="1600" y="203"/>
                        <a:pt x="1300" y="0"/>
                        <a:pt x="96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12" name="Google Shape;612;p19"/>
                <p:cNvSpPr/>
                <p:nvPr/>
              </p:nvSpPr>
              <p:spPr>
                <a:xfrm>
                  <a:off x="1578882" y="-242406"/>
                  <a:ext cx="50226" cy="43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1" h="1672" extrusionOk="0">
                      <a:moveTo>
                        <a:pt x="938" y="0"/>
                      </a:moveTo>
                      <a:cubicBezTo>
                        <a:pt x="837" y="0"/>
                        <a:pt x="735" y="18"/>
                        <a:pt x="637" y="56"/>
                      </a:cubicBezTo>
                      <a:cubicBezTo>
                        <a:pt x="191" y="247"/>
                        <a:pt x="0" y="725"/>
                        <a:pt x="160" y="1170"/>
                      </a:cubicBezTo>
                      <a:cubicBezTo>
                        <a:pt x="305" y="1486"/>
                        <a:pt x="617" y="1672"/>
                        <a:pt x="955" y="1672"/>
                      </a:cubicBezTo>
                      <a:cubicBezTo>
                        <a:pt x="1060" y="1672"/>
                        <a:pt x="1168" y="1654"/>
                        <a:pt x="1274" y="1616"/>
                      </a:cubicBezTo>
                      <a:cubicBezTo>
                        <a:pt x="1688" y="1425"/>
                        <a:pt x="1911" y="948"/>
                        <a:pt x="1720" y="502"/>
                      </a:cubicBezTo>
                      <a:cubicBezTo>
                        <a:pt x="1574" y="186"/>
                        <a:pt x="1262" y="0"/>
                        <a:pt x="93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13" name="Google Shape;613;p19"/>
                <p:cNvSpPr/>
                <p:nvPr/>
              </p:nvSpPr>
              <p:spPr>
                <a:xfrm>
                  <a:off x="1231643" y="139606"/>
                  <a:ext cx="50252" cy="442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2" h="1685" extrusionOk="0">
                      <a:moveTo>
                        <a:pt x="955" y="0"/>
                      </a:moveTo>
                      <a:cubicBezTo>
                        <a:pt x="848" y="0"/>
                        <a:pt x="740" y="22"/>
                        <a:pt x="638" y="70"/>
                      </a:cubicBezTo>
                      <a:cubicBezTo>
                        <a:pt x="192" y="229"/>
                        <a:pt x="1" y="738"/>
                        <a:pt x="192" y="1152"/>
                      </a:cubicBezTo>
                      <a:cubicBezTo>
                        <a:pt x="314" y="1493"/>
                        <a:pt x="622" y="1685"/>
                        <a:pt x="960" y="1685"/>
                      </a:cubicBezTo>
                      <a:cubicBezTo>
                        <a:pt x="1063" y="1685"/>
                        <a:pt x="1170" y="1667"/>
                        <a:pt x="1274" y="1630"/>
                      </a:cubicBezTo>
                      <a:cubicBezTo>
                        <a:pt x="1688" y="1439"/>
                        <a:pt x="1911" y="961"/>
                        <a:pt x="1720" y="515"/>
                      </a:cubicBezTo>
                      <a:cubicBezTo>
                        <a:pt x="1600" y="204"/>
                        <a:pt x="1282" y="0"/>
                        <a:pt x="95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14" name="Google Shape;614;p19"/>
                <p:cNvSpPr/>
                <p:nvPr/>
              </p:nvSpPr>
              <p:spPr>
                <a:xfrm>
                  <a:off x="744715" y="805125"/>
                  <a:ext cx="50226" cy="4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1" h="1686" extrusionOk="0">
                      <a:moveTo>
                        <a:pt x="938" y="1"/>
                      </a:moveTo>
                      <a:cubicBezTo>
                        <a:pt x="836" y="1"/>
                        <a:pt x="734" y="19"/>
                        <a:pt x="637" y="56"/>
                      </a:cubicBezTo>
                      <a:cubicBezTo>
                        <a:pt x="191" y="247"/>
                        <a:pt x="0" y="725"/>
                        <a:pt x="159" y="1170"/>
                      </a:cubicBezTo>
                      <a:cubicBezTo>
                        <a:pt x="303" y="1482"/>
                        <a:pt x="609" y="1685"/>
                        <a:pt x="942" y="1685"/>
                      </a:cubicBezTo>
                      <a:cubicBezTo>
                        <a:pt x="1051" y="1685"/>
                        <a:pt x="1163" y="1663"/>
                        <a:pt x="1273" y="1616"/>
                      </a:cubicBezTo>
                      <a:cubicBezTo>
                        <a:pt x="1687" y="1457"/>
                        <a:pt x="1910" y="948"/>
                        <a:pt x="1719" y="534"/>
                      </a:cubicBezTo>
                      <a:cubicBezTo>
                        <a:pt x="1597" y="193"/>
                        <a:pt x="1270" y="1"/>
                        <a:pt x="93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15" name="Google Shape;615;p19"/>
                <p:cNvSpPr/>
                <p:nvPr/>
              </p:nvSpPr>
              <p:spPr>
                <a:xfrm>
                  <a:off x="256920" y="523642"/>
                  <a:ext cx="50226" cy="4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1" h="1686" extrusionOk="0">
                      <a:moveTo>
                        <a:pt x="955" y="1"/>
                      </a:moveTo>
                      <a:cubicBezTo>
                        <a:pt x="847" y="1"/>
                        <a:pt x="739" y="23"/>
                        <a:pt x="637" y="70"/>
                      </a:cubicBezTo>
                      <a:cubicBezTo>
                        <a:pt x="191" y="261"/>
                        <a:pt x="0" y="738"/>
                        <a:pt x="159" y="1152"/>
                      </a:cubicBezTo>
                      <a:cubicBezTo>
                        <a:pt x="306" y="1493"/>
                        <a:pt x="620" y="1685"/>
                        <a:pt x="959" y="1685"/>
                      </a:cubicBezTo>
                      <a:cubicBezTo>
                        <a:pt x="1063" y="1685"/>
                        <a:pt x="1169" y="1667"/>
                        <a:pt x="1274" y="1630"/>
                      </a:cubicBezTo>
                      <a:cubicBezTo>
                        <a:pt x="1688" y="1439"/>
                        <a:pt x="1910" y="961"/>
                        <a:pt x="1719" y="515"/>
                      </a:cubicBezTo>
                      <a:cubicBezTo>
                        <a:pt x="1600" y="204"/>
                        <a:pt x="1281" y="1"/>
                        <a:pt x="955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16" name="Google Shape;616;p19"/>
                <p:cNvSpPr/>
                <p:nvPr/>
              </p:nvSpPr>
              <p:spPr>
                <a:xfrm>
                  <a:off x="87900" y="1086739"/>
                  <a:ext cx="50226" cy="442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1" h="1685" extrusionOk="0">
                      <a:moveTo>
                        <a:pt x="969" y="0"/>
                      </a:moveTo>
                      <a:cubicBezTo>
                        <a:pt x="860" y="0"/>
                        <a:pt x="748" y="22"/>
                        <a:pt x="637" y="69"/>
                      </a:cubicBezTo>
                      <a:cubicBezTo>
                        <a:pt x="224" y="260"/>
                        <a:pt x="1" y="738"/>
                        <a:pt x="192" y="1152"/>
                      </a:cubicBezTo>
                      <a:cubicBezTo>
                        <a:pt x="313" y="1493"/>
                        <a:pt x="640" y="1685"/>
                        <a:pt x="973" y="1685"/>
                      </a:cubicBezTo>
                      <a:cubicBezTo>
                        <a:pt x="1074" y="1685"/>
                        <a:pt x="1177" y="1667"/>
                        <a:pt x="1274" y="1629"/>
                      </a:cubicBezTo>
                      <a:cubicBezTo>
                        <a:pt x="1720" y="1438"/>
                        <a:pt x="1911" y="961"/>
                        <a:pt x="1752" y="515"/>
                      </a:cubicBezTo>
                      <a:cubicBezTo>
                        <a:pt x="1608" y="204"/>
                        <a:pt x="1302" y="0"/>
                        <a:pt x="96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17" name="Google Shape;617;p19"/>
                <p:cNvSpPr/>
                <p:nvPr/>
              </p:nvSpPr>
              <p:spPr>
                <a:xfrm>
                  <a:off x="2089253" y="-262197"/>
                  <a:ext cx="79531" cy="71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6" h="2732" extrusionOk="0">
                      <a:moveTo>
                        <a:pt x="1521" y="1"/>
                      </a:moveTo>
                      <a:cubicBezTo>
                        <a:pt x="1408" y="1"/>
                        <a:pt x="1293" y="15"/>
                        <a:pt x="1179" y="45"/>
                      </a:cubicBezTo>
                      <a:cubicBezTo>
                        <a:pt x="446" y="236"/>
                        <a:pt x="1" y="1000"/>
                        <a:pt x="192" y="1732"/>
                      </a:cubicBezTo>
                      <a:cubicBezTo>
                        <a:pt x="353" y="2322"/>
                        <a:pt x="920" y="2732"/>
                        <a:pt x="1514" y="2732"/>
                      </a:cubicBezTo>
                      <a:cubicBezTo>
                        <a:pt x="1625" y="2732"/>
                        <a:pt x="1737" y="2717"/>
                        <a:pt x="1847" y="2687"/>
                      </a:cubicBezTo>
                      <a:cubicBezTo>
                        <a:pt x="2579" y="2496"/>
                        <a:pt x="3025" y="1764"/>
                        <a:pt x="2834" y="1032"/>
                      </a:cubicBezTo>
                      <a:cubicBezTo>
                        <a:pt x="2673" y="415"/>
                        <a:pt x="2127" y="1"/>
                        <a:pt x="1521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18" name="Google Shape;618;p19"/>
                <p:cNvSpPr/>
                <p:nvPr/>
              </p:nvSpPr>
              <p:spPr>
                <a:xfrm>
                  <a:off x="2515128" y="-174887"/>
                  <a:ext cx="78690" cy="71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4" h="2723" extrusionOk="0">
                      <a:moveTo>
                        <a:pt x="1460" y="0"/>
                      </a:moveTo>
                      <a:cubicBezTo>
                        <a:pt x="1357" y="0"/>
                        <a:pt x="1252" y="11"/>
                        <a:pt x="1147" y="34"/>
                      </a:cubicBezTo>
                      <a:cubicBezTo>
                        <a:pt x="415" y="225"/>
                        <a:pt x="1" y="989"/>
                        <a:pt x="192" y="1721"/>
                      </a:cubicBezTo>
                      <a:cubicBezTo>
                        <a:pt x="351" y="2333"/>
                        <a:pt x="889" y="2723"/>
                        <a:pt x="1489" y="2723"/>
                      </a:cubicBezTo>
                      <a:cubicBezTo>
                        <a:pt x="1607" y="2723"/>
                        <a:pt x="1727" y="2708"/>
                        <a:pt x="1847" y="2676"/>
                      </a:cubicBezTo>
                      <a:cubicBezTo>
                        <a:pt x="2579" y="2485"/>
                        <a:pt x="2993" y="1753"/>
                        <a:pt x="2802" y="1021"/>
                      </a:cubicBezTo>
                      <a:cubicBezTo>
                        <a:pt x="2639" y="394"/>
                        <a:pt x="2078" y="0"/>
                        <a:pt x="146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19" name="Google Shape;619;p19"/>
                <p:cNvSpPr/>
                <p:nvPr/>
              </p:nvSpPr>
              <p:spPr>
                <a:xfrm>
                  <a:off x="1716941" y="161184"/>
                  <a:ext cx="79505" cy="71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5" h="2732" extrusionOk="0">
                      <a:moveTo>
                        <a:pt x="1520" y="0"/>
                      </a:moveTo>
                      <a:cubicBezTo>
                        <a:pt x="1408" y="0"/>
                        <a:pt x="1293" y="15"/>
                        <a:pt x="1178" y="44"/>
                      </a:cubicBezTo>
                      <a:cubicBezTo>
                        <a:pt x="446" y="235"/>
                        <a:pt x="0" y="1000"/>
                        <a:pt x="191" y="1732"/>
                      </a:cubicBezTo>
                      <a:cubicBezTo>
                        <a:pt x="352" y="2322"/>
                        <a:pt x="920" y="2731"/>
                        <a:pt x="1533" y="2731"/>
                      </a:cubicBezTo>
                      <a:cubicBezTo>
                        <a:pt x="1647" y="2731"/>
                        <a:pt x="1763" y="2717"/>
                        <a:pt x="1878" y="2687"/>
                      </a:cubicBezTo>
                      <a:cubicBezTo>
                        <a:pt x="2611" y="2496"/>
                        <a:pt x="3025" y="1764"/>
                        <a:pt x="2834" y="1031"/>
                      </a:cubicBezTo>
                      <a:cubicBezTo>
                        <a:pt x="2672" y="414"/>
                        <a:pt x="2127" y="0"/>
                        <a:pt x="152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20" name="Google Shape;620;p19"/>
                <p:cNvSpPr/>
                <p:nvPr/>
              </p:nvSpPr>
              <p:spPr>
                <a:xfrm>
                  <a:off x="760590" y="551843"/>
                  <a:ext cx="79531" cy="710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6" h="2705" extrusionOk="0">
                      <a:moveTo>
                        <a:pt x="1508" y="1"/>
                      </a:moveTo>
                      <a:cubicBezTo>
                        <a:pt x="1388" y="1"/>
                        <a:pt x="1267" y="16"/>
                        <a:pt x="1147" y="47"/>
                      </a:cubicBezTo>
                      <a:cubicBezTo>
                        <a:pt x="447" y="238"/>
                        <a:pt x="1" y="970"/>
                        <a:pt x="192" y="1703"/>
                      </a:cubicBezTo>
                      <a:cubicBezTo>
                        <a:pt x="352" y="2315"/>
                        <a:pt x="889" y="2704"/>
                        <a:pt x="1489" y="2704"/>
                      </a:cubicBezTo>
                      <a:cubicBezTo>
                        <a:pt x="1607" y="2704"/>
                        <a:pt x="1727" y="2689"/>
                        <a:pt x="1847" y="2658"/>
                      </a:cubicBezTo>
                      <a:cubicBezTo>
                        <a:pt x="2580" y="2467"/>
                        <a:pt x="3025" y="1735"/>
                        <a:pt x="2834" y="1002"/>
                      </a:cubicBezTo>
                      <a:cubicBezTo>
                        <a:pt x="2675" y="390"/>
                        <a:pt x="2115" y="1"/>
                        <a:pt x="150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21" name="Google Shape;621;p19"/>
                <p:cNvSpPr/>
                <p:nvPr/>
              </p:nvSpPr>
              <p:spPr>
                <a:xfrm>
                  <a:off x="257761" y="836322"/>
                  <a:ext cx="79505" cy="718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5" h="2734" extrusionOk="0">
                      <a:moveTo>
                        <a:pt x="1537" y="1"/>
                      </a:moveTo>
                      <a:cubicBezTo>
                        <a:pt x="1419" y="1"/>
                        <a:pt x="1298" y="16"/>
                        <a:pt x="1178" y="47"/>
                      </a:cubicBezTo>
                      <a:cubicBezTo>
                        <a:pt x="446" y="238"/>
                        <a:pt x="0" y="970"/>
                        <a:pt x="191" y="1702"/>
                      </a:cubicBezTo>
                      <a:cubicBezTo>
                        <a:pt x="352" y="2320"/>
                        <a:pt x="921" y="2734"/>
                        <a:pt x="1534" y="2734"/>
                      </a:cubicBezTo>
                      <a:cubicBezTo>
                        <a:pt x="1648" y="2734"/>
                        <a:pt x="1764" y="2719"/>
                        <a:pt x="1878" y="2689"/>
                      </a:cubicBezTo>
                      <a:cubicBezTo>
                        <a:pt x="2579" y="2498"/>
                        <a:pt x="3024" y="1734"/>
                        <a:pt x="2833" y="1002"/>
                      </a:cubicBezTo>
                      <a:cubicBezTo>
                        <a:pt x="2674" y="390"/>
                        <a:pt x="2136" y="1"/>
                        <a:pt x="153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grpSp>
          <p:nvGrpSpPr>
            <p:cNvPr id="622" name="Google Shape;622;p19"/>
            <p:cNvGrpSpPr/>
            <p:nvPr/>
          </p:nvGrpSpPr>
          <p:grpSpPr>
            <a:xfrm rot="7018040">
              <a:off x="1012370" y="631076"/>
              <a:ext cx="927961" cy="503495"/>
              <a:chOff x="3176988" y="6051975"/>
              <a:chExt cx="927925" cy="503475"/>
            </a:xfrm>
          </p:grpSpPr>
          <p:sp>
            <p:nvSpPr>
              <p:cNvPr id="623" name="Google Shape;623;p19"/>
              <p:cNvSpPr/>
              <p:nvPr/>
            </p:nvSpPr>
            <p:spPr>
              <a:xfrm>
                <a:off x="3198538" y="6072725"/>
                <a:ext cx="893625" cy="472350"/>
              </a:xfrm>
              <a:custGeom>
                <a:avLst/>
                <a:gdLst/>
                <a:ahLst/>
                <a:cxnLst/>
                <a:rect l="l" t="t" r="r" b="b"/>
                <a:pathLst>
                  <a:path w="35745" h="18894" fill="none" extrusionOk="0">
                    <a:moveTo>
                      <a:pt x="0" y="1"/>
                    </a:moveTo>
                    <a:lnTo>
                      <a:pt x="6862" y="17809"/>
                    </a:lnTo>
                    <a:lnTo>
                      <a:pt x="35744" y="18894"/>
                    </a:lnTo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4" name="Google Shape;624;p19"/>
              <p:cNvSpPr/>
              <p:nvPr/>
            </p:nvSpPr>
            <p:spPr>
              <a:xfrm>
                <a:off x="4079363" y="6529900"/>
                <a:ext cx="25550" cy="25550"/>
              </a:xfrm>
              <a:custGeom>
                <a:avLst/>
                <a:gdLst/>
                <a:ahLst/>
                <a:cxnLst/>
                <a:rect l="l" t="t" r="r" b="b"/>
                <a:pathLst>
                  <a:path w="1022" h="1022" extrusionOk="0">
                    <a:moveTo>
                      <a:pt x="1022" y="511"/>
                    </a:moveTo>
                    <a:cubicBezTo>
                      <a:pt x="1022" y="798"/>
                      <a:pt x="798" y="1022"/>
                      <a:pt x="511" y="1022"/>
                    </a:cubicBezTo>
                    <a:cubicBezTo>
                      <a:pt x="224" y="1022"/>
                      <a:pt x="0" y="798"/>
                      <a:pt x="0" y="511"/>
                    </a:cubicBezTo>
                    <a:cubicBezTo>
                      <a:pt x="0" y="224"/>
                      <a:pt x="224" y="1"/>
                      <a:pt x="511" y="1"/>
                    </a:cubicBezTo>
                    <a:cubicBezTo>
                      <a:pt x="798" y="1"/>
                      <a:pt x="1022" y="224"/>
                      <a:pt x="1022" y="5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5" name="Google Shape;625;p19"/>
              <p:cNvSpPr/>
              <p:nvPr/>
            </p:nvSpPr>
            <p:spPr>
              <a:xfrm>
                <a:off x="3176988" y="6051975"/>
                <a:ext cx="42300" cy="42325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1693" extrusionOk="0">
                    <a:moveTo>
                      <a:pt x="1692" y="831"/>
                    </a:moveTo>
                    <a:cubicBezTo>
                      <a:pt x="1692" y="1309"/>
                      <a:pt x="1309" y="1692"/>
                      <a:pt x="862" y="1692"/>
                    </a:cubicBezTo>
                    <a:cubicBezTo>
                      <a:pt x="383" y="1692"/>
                      <a:pt x="0" y="1309"/>
                      <a:pt x="0" y="831"/>
                    </a:cubicBezTo>
                    <a:cubicBezTo>
                      <a:pt x="0" y="384"/>
                      <a:pt x="383" y="1"/>
                      <a:pt x="862" y="1"/>
                    </a:cubicBezTo>
                    <a:cubicBezTo>
                      <a:pt x="1309" y="1"/>
                      <a:pt x="1692" y="384"/>
                      <a:pt x="1692" y="83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6" name="Google Shape;626;p19"/>
              <p:cNvSpPr/>
              <p:nvPr/>
            </p:nvSpPr>
            <p:spPr>
              <a:xfrm>
                <a:off x="3354113" y="6491600"/>
                <a:ext cx="42300" cy="42325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1693" extrusionOk="0">
                    <a:moveTo>
                      <a:pt x="1692" y="830"/>
                    </a:moveTo>
                    <a:cubicBezTo>
                      <a:pt x="1692" y="1309"/>
                      <a:pt x="1309" y="1692"/>
                      <a:pt x="862" y="1692"/>
                    </a:cubicBezTo>
                    <a:cubicBezTo>
                      <a:pt x="383" y="1692"/>
                      <a:pt x="0" y="1309"/>
                      <a:pt x="0" y="830"/>
                    </a:cubicBezTo>
                    <a:cubicBezTo>
                      <a:pt x="0" y="384"/>
                      <a:pt x="383" y="1"/>
                      <a:pt x="862" y="1"/>
                    </a:cubicBezTo>
                    <a:cubicBezTo>
                      <a:pt x="1309" y="1"/>
                      <a:pt x="1692" y="384"/>
                      <a:pt x="1692" y="83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611606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20"/>
          <p:cNvSpPr txBox="1">
            <a:spLocks noGrp="1"/>
          </p:cNvSpPr>
          <p:nvPr>
            <p:ph type="title"/>
          </p:nvPr>
        </p:nvSpPr>
        <p:spPr>
          <a:xfrm>
            <a:off x="960000" y="2133600"/>
            <a:ext cx="3980400" cy="142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629" name="Google Shape;629;p20"/>
          <p:cNvSpPr txBox="1">
            <a:spLocks noGrp="1"/>
          </p:cNvSpPr>
          <p:nvPr>
            <p:ph type="subTitle" idx="1"/>
          </p:nvPr>
        </p:nvSpPr>
        <p:spPr>
          <a:xfrm>
            <a:off x="960000" y="3595399"/>
            <a:ext cx="3980400" cy="10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grpSp>
        <p:nvGrpSpPr>
          <p:cNvPr id="630" name="Google Shape;630;p20"/>
          <p:cNvGrpSpPr/>
          <p:nvPr/>
        </p:nvGrpSpPr>
        <p:grpSpPr>
          <a:xfrm flipH="1">
            <a:off x="-1351270" y="2248841"/>
            <a:ext cx="10686487" cy="8432769"/>
            <a:chOff x="2647347" y="1686630"/>
            <a:chExt cx="8014865" cy="6324577"/>
          </a:xfrm>
        </p:grpSpPr>
        <p:cxnSp>
          <p:nvCxnSpPr>
            <p:cNvPr id="631" name="Google Shape;631;p20"/>
            <p:cNvCxnSpPr/>
            <p:nvPr/>
          </p:nvCxnSpPr>
          <p:spPr>
            <a:xfrm rot="10800000">
              <a:off x="4892300" y="4605100"/>
              <a:ext cx="370800" cy="173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2" name="Google Shape;632;p20"/>
            <p:cNvCxnSpPr/>
            <p:nvPr/>
          </p:nvCxnSpPr>
          <p:spPr>
            <a:xfrm rot="10800000">
              <a:off x="5262950" y="4778550"/>
              <a:ext cx="673500" cy="7578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33" name="Google Shape;633;p20"/>
            <p:cNvGrpSpPr/>
            <p:nvPr/>
          </p:nvGrpSpPr>
          <p:grpSpPr>
            <a:xfrm rot="1223304">
              <a:off x="5150566" y="4924955"/>
              <a:ext cx="906421" cy="482749"/>
              <a:chOff x="3198538" y="6072725"/>
              <a:chExt cx="906375" cy="482725"/>
            </a:xfrm>
          </p:grpSpPr>
          <p:sp>
            <p:nvSpPr>
              <p:cNvPr id="634" name="Google Shape;634;p20"/>
              <p:cNvSpPr/>
              <p:nvPr/>
            </p:nvSpPr>
            <p:spPr>
              <a:xfrm>
                <a:off x="3198538" y="6072725"/>
                <a:ext cx="893625" cy="472350"/>
              </a:xfrm>
              <a:custGeom>
                <a:avLst/>
                <a:gdLst/>
                <a:ahLst/>
                <a:cxnLst/>
                <a:rect l="l" t="t" r="r" b="b"/>
                <a:pathLst>
                  <a:path w="35745" h="18894" fill="none" extrusionOk="0">
                    <a:moveTo>
                      <a:pt x="0" y="1"/>
                    </a:moveTo>
                    <a:lnTo>
                      <a:pt x="6862" y="17809"/>
                    </a:lnTo>
                    <a:lnTo>
                      <a:pt x="35744" y="18894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35" name="Google Shape;635;p20"/>
              <p:cNvSpPr/>
              <p:nvPr/>
            </p:nvSpPr>
            <p:spPr>
              <a:xfrm>
                <a:off x="4079363" y="6529900"/>
                <a:ext cx="25550" cy="25550"/>
              </a:xfrm>
              <a:custGeom>
                <a:avLst/>
                <a:gdLst/>
                <a:ahLst/>
                <a:cxnLst/>
                <a:rect l="l" t="t" r="r" b="b"/>
                <a:pathLst>
                  <a:path w="1022" h="1022" extrusionOk="0">
                    <a:moveTo>
                      <a:pt x="1022" y="511"/>
                    </a:moveTo>
                    <a:cubicBezTo>
                      <a:pt x="1022" y="798"/>
                      <a:pt x="798" y="1022"/>
                      <a:pt x="511" y="1022"/>
                    </a:cubicBezTo>
                    <a:cubicBezTo>
                      <a:pt x="224" y="1022"/>
                      <a:pt x="0" y="798"/>
                      <a:pt x="0" y="511"/>
                    </a:cubicBezTo>
                    <a:cubicBezTo>
                      <a:pt x="0" y="224"/>
                      <a:pt x="224" y="1"/>
                      <a:pt x="511" y="1"/>
                    </a:cubicBezTo>
                    <a:cubicBezTo>
                      <a:pt x="798" y="1"/>
                      <a:pt x="1022" y="224"/>
                      <a:pt x="1022" y="51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36" name="Google Shape;636;p20"/>
              <p:cNvSpPr/>
              <p:nvPr/>
            </p:nvSpPr>
            <p:spPr>
              <a:xfrm>
                <a:off x="3354113" y="6491600"/>
                <a:ext cx="42300" cy="42325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1693" extrusionOk="0">
                    <a:moveTo>
                      <a:pt x="1692" y="830"/>
                    </a:moveTo>
                    <a:cubicBezTo>
                      <a:pt x="1692" y="1309"/>
                      <a:pt x="1309" y="1692"/>
                      <a:pt x="862" y="1692"/>
                    </a:cubicBezTo>
                    <a:cubicBezTo>
                      <a:pt x="383" y="1692"/>
                      <a:pt x="0" y="1309"/>
                      <a:pt x="0" y="830"/>
                    </a:cubicBezTo>
                    <a:cubicBezTo>
                      <a:pt x="0" y="384"/>
                      <a:pt x="383" y="1"/>
                      <a:pt x="862" y="1"/>
                    </a:cubicBezTo>
                    <a:cubicBezTo>
                      <a:pt x="1309" y="1"/>
                      <a:pt x="1692" y="384"/>
                      <a:pt x="1692" y="83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637" name="Google Shape;637;p20"/>
            <p:cNvGrpSpPr/>
            <p:nvPr/>
          </p:nvGrpSpPr>
          <p:grpSpPr>
            <a:xfrm>
              <a:off x="6623250" y="4404350"/>
              <a:ext cx="584850" cy="581675"/>
              <a:chOff x="2214950" y="5891175"/>
              <a:chExt cx="584850" cy="581675"/>
            </a:xfrm>
          </p:grpSpPr>
          <p:sp>
            <p:nvSpPr>
              <p:cNvPr id="638" name="Google Shape;638;p20"/>
              <p:cNvSpPr/>
              <p:nvPr/>
            </p:nvSpPr>
            <p:spPr>
              <a:xfrm>
                <a:off x="2228500" y="5891175"/>
                <a:ext cx="546575" cy="562525"/>
              </a:xfrm>
              <a:custGeom>
                <a:avLst/>
                <a:gdLst/>
                <a:ahLst/>
                <a:cxnLst/>
                <a:rect l="l" t="t" r="r" b="b"/>
                <a:pathLst>
                  <a:path w="21863" h="22501" fill="none" extrusionOk="0">
                    <a:moveTo>
                      <a:pt x="14969" y="1"/>
                    </a:moveTo>
                    <a:lnTo>
                      <a:pt x="1" y="17202"/>
                    </a:lnTo>
                    <a:lnTo>
                      <a:pt x="21862" y="22500"/>
                    </a:lnTo>
                    <a:lnTo>
                      <a:pt x="16213" y="12192"/>
                    </a:lnTo>
                    <a:lnTo>
                      <a:pt x="1" y="17202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39" name="Google Shape;639;p20"/>
              <p:cNvSpPr/>
              <p:nvPr/>
            </p:nvSpPr>
            <p:spPr>
              <a:xfrm>
                <a:off x="2621050" y="6183200"/>
                <a:ext cx="25575" cy="25550"/>
              </a:xfrm>
              <a:custGeom>
                <a:avLst/>
                <a:gdLst/>
                <a:ahLst/>
                <a:cxnLst/>
                <a:rect l="l" t="t" r="r" b="b"/>
                <a:pathLst>
                  <a:path w="1023" h="1022" extrusionOk="0">
                    <a:moveTo>
                      <a:pt x="1022" y="511"/>
                    </a:moveTo>
                    <a:cubicBezTo>
                      <a:pt x="1022" y="798"/>
                      <a:pt x="799" y="1021"/>
                      <a:pt x="511" y="1021"/>
                    </a:cubicBezTo>
                    <a:cubicBezTo>
                      <a:pt x="224" y="1021"/>
                      <a:pt x="1" y="798"/>
                      <a:pt x="1" y="511"/>
                    </a:cubicBezTo>
                    <a:cubicBezTo>
                      <a:pt x="1" y="224"/>
                      <a:pt x="224" y="0"/>
                      <a:pt x="511" y="0"/>
                    </a:cubicBezTo>
                    <a:cubicBezTo>
                      <a:pt x="799" y="0"/>
                      <a:pt x="1022" y="224"/>
                      <a:pt x="1022" y="5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40" name="Google Shape;640;p20"/>
              <p:cNvSpPr/>
              <p:nvPr/>
            </p:nvSpPr>
            <p:spPr>
              <a:xfrm>
                <a:off x="2214950" y="6294100"/>
                <a:ext cx="42300" cy="42300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1692" extrusionOk="0">
                    <a:moveTo>
                      <a:pt x="1692" y="830"/>
                    </a:moveTo>
                    <a:cubicBezTo>
                      <a:pt x="1692" y="1309"/>
                      <a:pt x="1309" y="1692"/>
                      <a:pt x="830" y="1692"/>
                    </a:cubicBezTo>
                    <a:cubicBezTo>
                      <a:pt x="383" y="1692"/>
                      <a:pt x="0" y="1309"/>
                      <a:pt x="0" y="830"/>
                    </a:cubicBezTo>
                    <a:cubicBezTo>
                      <a:pt x="0" y="351"/>
                      <a:pt x="383" y="0"/>
                      <a:pt x="830" y="0"/>
                    </a:cubicBezTo>
                    <a:cubicBezTo>
                      <a:pt x="1309" y="0"/>
                      <a:pt x="1692" y="351"/>
                      <a:pt x="1692" y="83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41" name="Google Shape;641;p20"/>
              <p:cNvSpPr/>
              <p:nvPr/>
            </p:nvSpPr>
            <p:spPr>
              <a:xfrm>
                <a:off x="2757500" y="6430525"/>
                <a:ext cx="42300" cy="42325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1693" extrusionOk="0">
                    <a:moveTo>
                      <a:pt x="1692" y="830"/>
                    </a:moveTo>
                    <a:cubicBezTo>
                      <a:pt x="1692" y="1309"/>
                      <a:pt x="1309" y="1692"/>
                      <a:pt x="830" y="1692"/>
                    </a:cubicBezTo>
                    <a:cubicBezTo>
                      <a:pt x="383" y="1692"/>
                      <a:pt x="0" y="1309"/>
                      <a:pt x="0" y="830"/>
                    </a:cubicBezTo>
                    <a:cubicBezTo>
                      <a:pt x="0" y="384"/>
                      <a:pt x="383" y="1"/>
                      <a:pt x="830" y="1"/>
                    </a:cubicBezTo>
                    <a:cubicBezTo>
                      <a:pt x="1309" y="1"/>
                      <a:pt x="1692" y="384"/>
                      <a:pt x="1692" y="83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642" name="Google Shape;642;p20"/>
            <p:cNvGrpSpPr/>
            <p:nvPr/>
          </p:nvGrpSpPr>
          <p:grpSpPr>
            <a:xfrm rot="1364015" flipH="1">
              <a:off x="3127070" y="2898367"/>
              <a:ext cx="7055420" cy="3901102"/>
              <a:chOff x="7432275" y="5642550"/>
              <a:chExt cx="7056275" cy="3901575"/>
            </a:xfrm>
          </p:grpSpPr>
          <p:sp>
            <p:nvSpPr>
              <p:cNvPr id="643" name="Google Shape;643;p20"/>
              <p:cNvSpPr/>
              <p:nvPr/>
            </p:nvSpPr>
            <p:spPr>
              <a:xfrm>
                <a:off x="7432275" y="5642550"/>
                <a:ext cx="7032350" cy="3883225"/>
              </a:xfrm>
              <a:custGeom>
                <a:avLst/>
                <a:gdLst/>
                <a:ahLst/>
                <a:cxnLst/>
                <a:rect l="l" t="t" r="r" b="b"/>
                <a:pathLst>
                  <a:path w="281294" h="155329" fill="none" extrusionOk="0">
                    <a:moveTo>
                      <a:pt x="1" y="1"/>
                    </a:moveTo>
                    <a:lnTo>
                      <a:pt x="44489" y="36511"/>
                    </a:lnTo>
                    <a:lnTo>
                      <a:pt x="86680" y="32394"/>
                    </a:lnTo>
                    <a:lnTo>
                      <a:pt x="98361" y="54064"/>
                    </a:lnTo>
                    <a:lnTo>
                      <a:pt x="134137" y="55500"/>
                    </a:lnTo>
                    <a:lnTo>
                      <a:pt x="107073" y="86329"/>
                    </a:lnTo>
                    <a:lnTo>
                      <a:pt x="139881" y="94435"/>
                    </a:lnTo>
                    <a:lnTo>
                      <a:pt x="173583" y="83202"/>
                    </a:lnTo>
                    <a:lnTo>
                      <a:pt x="200135" y="117861"/>
                    </a:lnTo>
                    <a:lnTo>
                      <a:pt x="264124" y="131265"/>
                    </a:lnTo>
                    <a:lnTo>
                      <a:pt x="281293" y="155328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44" name="Google Shape;644;p20"/>
              <p:cNvSpPr/>
              <p:nvPr/>
            </p:nvSpPr>
            <p:spPr>
              <a:xfrm>
                <a:off x="8544500" y="6555300"/>
                <a:ext cx="596825" cy="495500"/>
              </a:xfrm>
              <a:custGeom>
                <a:avLst/>
                <a:gdLst/>
                <a:ahLst/>
                <a:cxnLst/>
                <a:rect l="l" t="t" r="r" b="b"/>
                <a:pathLst>
                  <a:path w="23873" h="19820" fill="none" extrusionOk="0">
                    <a:moveTo>
                      <a:pt x="23872" y="19820"/>
                    </a:moveTo>
                    <a:lnTo>
                      <a:pt x="0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45" name="Google Shape;645;p20"/>
              <p:cNvSpPr/>
              <p:nvPr/>
            </p:nvSpPr>
            <p:spPr>
              <a:xfrm>
                <a:off x="7778550" y="6452375"/>
                <a:ext cx="2112750" cy="1353200"/>
              </a:xfrm>
              <a:custGeom>
                <a:avLst/>
                <a:gdLst/>
                <a:ahLst/>
                <a:cxnLst/>
                <a:rect l="l" t="t" r="r" b="b"/>
                <a:pathLst>
                  <a:path w="84510" h="54128" fill="none" extrusionOk="0">
                    <a:moveTo>
                      <a:pt x="1" y="53521"/>
                    </a:moveTo>
                    <a:lnTo>
                      <a:pt x="36000" y="27702"/>
                    </a:lnTo>
                    <a:lnTo>
                      <a:pt x="30638" y="4118"/>
                    </a:lnTo>
                    <a:lnTo>
                      <a:pt x="17681" y="19979"/>
                    </a:lnTo>
                    <a:lnTo>
                      <a:pt x="36000" y="27702"/>
                    </a:lnTo>
                    <a:lnTo>
                      <a:pt x="54510" y="23937"/>
                    </a:lnTo>
                    <a:lnTo>
                      <a:pt x="65776" y="54128"/>
                    </a:lnTo>
                    <a:lnTo>
                      <a:pt x="84510" y="21671"/>
                    </a:lnTo>
                    <a:lnTo>
                      <a:pt x="54510" y="23937"/>
                    </a:lnTo>
                    <a:lnTo>
                      <a:pt x="72829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46" name="Google Shape;646;p20"/>
              <p:cNvSpPr/>
              <p:nvPr/>
            </p:nvSpPr>
            <p:spPr>
              <a:xfrm>
                <a:off x="8371350" y="7030025"/>
                <a:ext cx="2414350" cy="775550"/>
              </a:xfrm>
              <a:custGeom>
                <a:avLst/>
                <a:gdLst/>
                <a:ahLst/>
                <a:cxnLst/>
                <a:rect l="l" t="t" r="r" b="b"/>
                <a:pathLst>
                  <a:path w="96574" h="31022" fill="none" extrusionOk="0">
                    <a:moveTo>
                      <a:pt x="1" y="29554"/>
                    </a:moveTo>
                    <a:lnTo>
                      <a:pt x="12288" y="4596"/>
                    </a:lnTo>
                    <a:lnTo>
                      <a:pt x="13756" y="21256"/>
                    </a:lnTo>
                    <a:lnTo>
                      <a:pt x="42064" y="31022"/>
                    </a:lnTo>
                    <a:lnTo>
                      <a:pt x="96574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47" name="Google Shape;647;p20"/>
              <p:cNvSpPr/>
              <p:nvPr/>
            </p:nvSpPr>
            <p:spPr>
              <a:xfrm>
                <a:off x="10432225" y="7722575"/>
                <a:ext cx="1339625" cy="1514375"/>
              </a:xfrm>
              <a:custGeom>
                <a:avLst/>
                <a:gdLst/>
                <a:ahLst/>
                <a:cxnLst/>
                <a:rect l="l" t="t" r="r" b="b"/>
                <a:pathLst>
                  <a:path w="53585" h="60575" fill="none" extrusionOk="0">
                    <a:moveTo>
                      <a:pt x="19883" y="11234"/>
                    </a:moveTo>
                    <a:lnTo>
                      <a:pt x="1" y="46213"/>
                    </a:lnTo>
                    <a:lnTo>
                      <a:pt x="53585" y="1"/>
                    </a:lnTo>
                    <a:lnTo>
                      <a:pt x="40787" y="60574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48" name="Google Shape;648;p20"/>
              <p:cNvSpPr/>
              <p:nvPr/>
            </p:nvSpPr>
            <p:spPr>
              <a:xfrm>
                <a:off x="11771825" y="7722575"/>
                <a:ext cx="2263550" cy="1525525"/>
              </a:xfrm>
              <a:custGeom>
                <a:avLst/>
                <a:gdLst/>
                <a:ahLst/>
                <a:cxnLst/>
                <a:rect l="l" t="t" r="r" b="b"/>
                <a:pathLst>
                  <a:path w="90542" h="61021" fill="none" extrusionOk="0">
                    <a:moveTo>
                      <a:pt x="90542" y="48064"/>
                    </a:moveTo>
                    <a:lnTo>
                      <a:pt x="54957" y="61021"/>
                    </a:lnTo>
                    <a:lnTo>
                      <a:pt x="26553" y="34660"/>
                    </a:lnTo>
                    <a:lnTo>
                      <a:pt x="20107" y="13724"/>
                    </a:lnTo>
                    <a:lnTo>
                      <a:pt x="51223" y="24958"/>
                    </a:lnTo>
                    <a:lnTo>
                      <a:pt x="26553" y="34660"/>
                    </a:lnTo>
                    <a:lnTo>
                      <a:pt x="17585" y="55978"/>
                    </a:lnTo>
                    <a:lnTo>
                      <a:pt x="1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49" name="Google Shape;649;p20"/>
              <p:cNvSpPr/>
              <p:nvPr/>
            </p:nvSpPr>
            <p:spPr>
              <a:xfrm>
                <a:off x="12768350" y="7914850"/>
                <a:ext cx="283275" cy="431675"/>
              </a:xfrm>
              <a:custGeom>
                <a:avLst/>
                <a:gdLst/>
                <a:ahLst/>
                <a:cxnLst/>
                <a:rect l="l" t="t" r="r" b="b"/>
                <a:pathLst>
                  <a:path w="11331" h="17267" fill="none" extrusionOk="0">
                    <a:moveTo>
                      <a:pt x="11330" y="17267"/>
                    </a:moveTo>
                    <a:lnTo>
                      <a:pt x="1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50" name="Google Shape;650;p20"/>
              <p:cNvSpPr/>
              <p:nvPr/>
            </p:nvSpPr>
            <p:spPr>
              <a:xfrm>
                <a:off x="8544500" y="6043875"/>
                <a:ext cx="435650" cy="511450"/>
              </a:xfrm>
              <a:custGeom>
                <a:avLst/>
                <a:gdLst/>
                <a:ahLst/>
                <a:cxnLst/>
                <a:rect l="l" t="t" r="r" b="b"/>
                <a:pathLst>
                  <a:path w="17426" h="20458" fill="none" extrusionOk="0">
                    <a:moveTo>
                      <a:pt x="0" y="20458"/>
                    </a:moveTo>
                    <a:lnTo>
                      <a:pt x="17426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grpSp>
            <p:nvGrpSpPr>
              <p:cNvPr id="651" name="Google Shape;651;p20"/>
              <p:cNvGrpSpPr/>
              <p:nvPr/>
            </p:nvGrpSpPr>
            <p:grpSpPr>
              <a:xfrm>
                <a:off x="7815250" y="6023125"/>
                <a:ext cx="6673300" cy="3521000"/>
                <a:chOff x="7815250" y="6023125"/>
                <a:chExt cx="6673300" cy="3521000"/>
              </a:xfrm>
            </p:grpSpPr>
            <p:sp>
              <p:nvSpPr>
                <p:cNvPr id="652" name="Google Shape;652;p20"/>
                <p:cNvSpPr/>
                <p:nvPr/>
              </p:nvSpPr>
              <p:spPr>
                <a:xfrm>
                  <a:off x="8526150" y="6537750"/>
                  <a:ext cx="367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9" h="1437" extrusionOk="0">
                      <a:moveTo>
                        <a:pt x="1468" y="703"/>
                      </a:moveTo>
                      <a:cubicBezTo>
                        <a:pt x="1468" y="1118"/>
                        <a:pt x="1149" y="1437"/>
                        <a:pt x="734" y="1437"/>
                      </a:cubicBezTo>
                      <a:cubicBezTo>
                        <a:pt x="351" y="1437"/>
                        <a:pt x="0" y="1118"/>
                        <a:pt x="0" y="703"/>
                      </a:cubicBezTo>
                      <a:cubicBezTo>
                        <a:pt x="0" y="320"/>
                        <a:pt x="351" y="1"/>
                        <a:pt x="734" y="1"/>
                      </a:cubicBezTo>
                      <a:cubicBezTo>
                        <a:pt x="1149" y="1"/>
                        <a:pt x="1468" y="320"/>
                        <a:pt x="1468" y="70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53" name="Google Shape;653;p20"/>
                <p:cNvSpPr/>
                <p:nvPr/>
              </p:nvSpPr>
              <p:spPr>
                <a:xfrm>
                  <a:off x="9129325" y="7033225"/>
                  <a:ext cx="359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437" extrusionOk="0">
                      <a:moveTo>
                        <a:pt x="1437" y="703"/>
                      </a:moveTo>
                      <a:cubicBezTo>
                        <a:pt x="1437" y="1117"/>
                        <a:pt x="1117" y="1437"/>
                        <a:pt x="735" y="1437"/>
                      </a:cubicBezTo>
                      <a:cubicBezTo>
                        <a:pt x="320" y="1437"/>
                        <a:pt x="0" y="1117"/>
                        <a:pt x="0" y="703"/>
                      </a:cubicBezTo>
                      <a:cubicBezTo>
                        <a:pt x="0" y="320"/>
                        <a:pt x="320" y="0"/>
                        <a:pt x="735" y="0"/>
                      </a:cubicBezTo>
                      <a:cubicBezTo>
                        <a:pt x="1117" y="0"/>
                        <a:pt x="1437" y="320"/>
                        <a:pt x="1437" y="70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54" name="Google Shape;654;p20"/>
                <p:cNvSpPr/>
                <p:nvPr/>
              </p:nvSpPr>
              <p:spPr>
                <a:xfrm>
                  <a:off x="8699275" y="7540675"/>
                  <a:ext cx="359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437" extrusionOk="0">
                      <a:moveTo>
                        <a:pt x="1437" y="702"/>
                      </a:moveTo>
                      <a:cubicBezTo>
                        <a:pt x="1437" y="1117"/>
                        <a:pt x="1118" y="1436"/>
                        <a:pt x="735" y="1436"/>
                      </a:cubicBezTo>
                      <a:cubicBezTo>
                        <a:pt x="320" y="1436"/>
                        <a:pt x="1" y="1117"/>
                        <a:pt x="1" y="702"/>
                      </a:cubicBezTo>
                      <a:cubicBezTo>
                        <a:pt x="1" y="319"/>
                        <a:pt x="320" y="0"/>
                        <a:pt x="735" y="0"/>
                      </a:cubicBezTo>
                      <a:cubicBezTo>
                        <a:pt x="1118" y="0"/>
                        <a:pt x="1437" y="319"/>
                        <a:pt x="1437" y="70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55" name="Google Shape;655;p20"/>
                <p:cNvSpPr/>
                <p:nvPr/>
              </p:nvSpPr>
              <p:spPr>
                <a:xfrm>
                  <a:off x="13125800" y="9228150"/>
                  <a:ext cx="359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437" extrusionOk="0">
                      <a:moveTo>
                        <a:pt x="1436" y="702"/>
                      </a:moveTo>
                      <a:cubicBezTo>
                        <a:pt x="1436" y="1117"/>
                        <a:pt x="1117" y="1436"/>
                        <a:pt x="702" y="1436"/>
                      </a:cubicBezTo>
                      <a:cubicBezTo>
                        <a:pt x="319" y="1436"/>
                        <a:pt x="0" y="1117"/>
                        <a:pt x="0" y="702"/>
                      </a:cubicBezTo>
                      <a:cubicBezTo>
                        <a:pt x="0" y="319"/>
                        <a:pt x="319" y="0"/>
                        <a:pt x="702" y="0"/>
                      </a:cubicBezTo>
                      <a:cubicBezTo>
                        <a:pt x="1117" y="0"/>
                        <a:pt x="1436" y="319"/>
                        <a:pt x="1436" y="70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56" name="Google Shape;656;p20"/>
                <p:cNvSpPr/>
                <p:nvPr/>
              </p:nvSpPr>
              <p:spPr>
                <a:xfrm>
                  <a:off x="12750000" y="7896500"/>
                  <a:ext cx="36725" cy="3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9" h="1469" extrusionOk="0">
                      <a:moveTo>
                        <a:pt x="1469" y="735"/>
                      </a:moveTo>
                      <a:cubicBezTo>
                        <a:pt x="1469" y="1118"/>
                        <a:pt x="1118" y="1469"/>
                        <a:pt x="735" y="1469"/>
                      </a:cubicBezTo>
                      <a:cubicBezTo>
                        <a:pt x="352" y="1469"/>
                        <a:pt x="1" y="1118"/>
                        <a:pt x="1" y="735"/>
                      </a:cubicBezTo>
                      <a:cubicBezTo>
                        <a:pt x="1" y="352"/>
                        <a:pt x="352" y="1"/>
                        <a:pt x="735" y="1"/>
                      </a:cubicBezTo>
                      <a:cubicBezTo>
                        <a:pt x="1118" y="1"/>
                        <a:pt x="1469" y="352"/>
                        <a:pt x="1469" y="73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57" name="Google Shape;657;p20"/>
                <p:cNvSpPr/>
                <p:nvPr/>
              </p:nvSpPr>
              <p:spPr>
                <a:xfrm>
                  <a:off x="14017000" y="8906600"/>
                  <a:ext cx="367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9" h="1437" extrusionOk="0">
                      <a:moveTo>
                        <a:pt x="1469" y="703"/>
                      </a:moveTo>
                      <a:cubicBezTo>
                        <a:pt x="1469" y="1118"/>
                        <a:pt x="1118" y="1437"/>
                        <a:pt x="735" y="1437"/>
                      </a:cubicBezTo>
                      <a:cubicBezTo>
                        <a:pt x="352" y="1437"/>
                        <a:pt x="1" y="1118"/>
                        <a:pt x="1" y="703"/>
                      </a:cubicBezTo>
                      <a:cubicBezTo>
                        <a:pt x="1" y="320"/>
                        <a:pt x="352" y="1"/>
                        <a:pt x="735" y="1"/>
                      </a:cubicBezTo>
                      <a:cubicBezTo>
                        <a:pt x="1118" y="1"/>
                        <a:pt x="1469" y="320"/>
                        <a:pt x="1469" y="70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58" name="Google Shape;658;p20"/>
                <p:cNvSpPr/>
                <p:nvPr/>
              </p:nvSpPr>
              <p:spPr>
                <a:xfrm>
                  <a:off x="12255325" y="8041725"/>
                  <a:ext cx="359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437" extrusionOk="0">
                      <a:moveTo>
                        <a:pt x="1437" y="734"/>
                      </a:moveTo>
                      <a:cubicBezTo>
                        <a:pt x="1437" y="1117"/>
                        <a:pt x="1118" y="1436"/>
                        <a:pt x="735" y="1436"/>
                      </a:cubicBezTo>
                      <a:cubicBezTo>
                        <a:pt x="320" y="1436"/>
                        <a:pt x="1" y="1117"/>
                        <a:pt x="1" y="734"/>
                      </a:cubicBezTo>
                      <a:cubicBezTo>
                        <a:pt x="1" y="319"/>
                        <a:pt x="320" y="0"/>
                        <a:pt x="735" y="0"/>
                      </a:cubicBezTo>
                      <a:cubicBezTo>
                        <a:pt x="1118" y="0"/>
                        <a:pt x="1437" y="319"/>
                        <a:pt x="1437" y="73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59" name="Google Shape;659;p20"/>
                <p:cNvSpPr/>
                <p:nvPr/>
              </p:nvSpPr>
              <p:spPr>
                <a:xfrm>
                  <a:off x="9586500" y="6439625"/>
                  <a:ext cx="25550" cy="2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2" h="1022" extrusionOk="0">
                      <a:moveTo>
                        <a:pt x="1022" y="511"/>
                      </a:moveTo>
                      <a:cubicBezTo>
                        <a:pt x="1022" y="798"/>
                        <a:pt x="798" y="1021"/>
                        <a:pt x="511" y="1021"/>
                      </a:cubicBezTo>
                      <a:cubicBezTo>
                        <a:pt x="224" y="1021"/>
                        <a:pt x="0" y="798"/>
                        <a:pt x="0" y="511"/>
                      </a:cubicBezTo>
                      <a:cubicBezTo>
                        <a:pt x="0" y="224"/>
                        <a:pt x="224" y="0"/>
                        <a:pt x="511" y="0"/>
                      </a:cubicBezTo>
                      <a:cubicBezTo>
                        <a:pt x="798" y="0"/>
                        <a:pt x="1022" y="224"/>
                        <a:pt x="1022" y="5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60" name="Google Shape;660;p20"/>
                <p:cNvSpPr/>
                <p:nvPr/>
              </p:nvSpPr>
              <p:spPr>
                <a:xfrm>
                  <a:off x="8207800" y="6939075"/>
                  <a:ext cx="25550" cy="2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2" h="1022" extrusionOk="0">
                      <a:moveTo>
                        <a:pt x="1022" y="511"/>
                      </a:moveTo>
                      <a:cubicBezTo>
                        <a:pt x="1022" y="798"/>
                        <a:pt x="798" y="1022"/>
                        <a:pt x="511" y="1022"/>
                      </a:cubicBezTo>
                      <a:cubicBezTo>
                        <a:pt x="224" y="1022"/>
                        <a:pt x="0" y="798"/>
                        <a:pt x="0" y="511"/>
                      </a:cubicBezTo>
                      <a:cubicBezTo>
                        <a:pt x="0" y="256"/>
                        <a:pt x="224" y="1"/>
                        <a:pt x="511" y="1"/>
                      </a:cubicBezTo>
                      <a:cubicBezTo>
                        <a:pt x="798" y="1"/>
                        <a:pt x="1022" y="256"/>
                        <a:pt x="1022" y="5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61" name="Google Shape;661;p20"/>
                <p:cNvSpPr/>
                <p:nvPr/>
              </p:nvSpPr>
              <p:spPr>
                <a:xfrm>
                  <a:off x="8959375" y="602312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31"/>
                      </a:moveTo>
                      <a:cubicBezTo>
                        <a:pt x="1692" y="1309"/>
                        <a:pt x="1309" y="1692"/>
                        <a:pt x="831" y="1692"/>
                      </a:cubicBezTo>
                      <a:cubicBezTo>
                        <a:pt x="384" y="1692"/>
                        <a:pt x="1" y="1309"/>
                        <a:pt x="1" y="831"/>
                      </a:cubicBezTo>
                      <a:cubicBezTo>
                        <a:pt x="1" y="384"/>
                        <a:pt x="384" y="1"/>
                        <a:pt x="831" y="1"/>
                      </a:cubicBezTo>
                      <a:cubicBezTo>
                        <a:pt x="1309" y="1"/>
                        <a:pt x="1692" y="384"/>
                        <a:pt x="1692" y="83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62" name="Google Shape;662;p20"/>
                <p:cNvSpPr/>
                <p:nvPr/>
              </p:nvSpPr>
              <p:spPr>
                <a:xfrm>
                  <a:off x="9869725" y="697257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63"/>
                      </a:moveTo>
                      <a:cubicBezTo>
                        <a:pt x="1692" y="1309"/>
                        <a:pt x="1309" y="1692"/>
                        <a:pt x="831" y="1692"/>
                      </a:cubicBezTo>
                      <a:cubicBezTo>
                        <a:pt x="384" y="1692"/>
                        <a:pt x="1" y="1309"/>
                        <a:pt x="1" y="863"/>
                      </a:cubicBezTo>
                      <a:cubicBezTo>
                        <a:pt x="1" y="384"/>
                        <a:pt x="384" y="1"/>
                        <a:pt x="831" y="1"/>
                      </a:cubicBezTo>
                      <a:cubicBezTo>
                        <a:pt x="1309" y="1"/>
                        <a:pt x="1692" y="384"/>
                        <a:pt x="1692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63" name="Google Shape;663;p20"/>
                <p:cNvSpPr/>
                <p:nvPr/>
              </p:nvSpPr>
              <p:spPr>
                <a:xfrm>
                  <a:off x="10771354" y="7008959"/>
                  <a:ext cx="42300" cy="43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724" extrusionOk="0">
                      <a:moveTo>
                        <a:pt x="1692" y="862"/>
                      </a:moveTo>
                      <a:cubicBezTo>
                        <a:pt x="1692" y="1340"/>
                        <a:pt x="1309" y="1723"/>
                        <a:pt x="830" y="1723"/>
                      </a:cubicBezTo>
                      <a:cubicBezTo>
                        <a:pt x="351" y="1723"/>
                        <a:pt x="0" y="1340"/>
                        <a:pt x="0" y="862"/>
                      </a:cubicBezTo>
                      <a:cubicBezTo>
                        <a:pt x="0" y="383"/>
                        <a:pt x="351" y="0"/>
                        <a:pt x="830" y="0"/>
                      </a:cubicBezTo>
                      <a:cubicBezTo>
                        <a:pt x="1309" y="0"/>
                        <a:pt x="1692" y="383"/>
                        <a:pt x="1692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64" name="Google Shape;664;p20"/>
                <p:cNvSpPr/>
                <p:nvPr/>
              </p:nvSpPr>
              <p:spPr>
                <a:xfrm>
                  <a:off x="11751075" y="770102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63"/>
                      </a:moveTo>
                      <a:cubicBezTo>
                        <a:pt x="1692" y="1341"/>
                        <a:pt x="1309" y="1692"/>
                        <a:pt x="831" y="1692"/>
                      </a:cubicBezTo>
                      <a:cubicBezTo>
                        <a:pt x="352" y="1692"/>
                        <a:pt x="1" y="1341"/>
                        <a:pt x="1" y="863"/>
                      </a:cubicBezTo>
                      <a:cubicBezTo>
                        <a:pt x="1" y="384"/>
                        <a:pt x="352" y="1"/>
                        <a:pt x="831" y="1"/>
                      </a:cubicBezTo>
                      <a:cubicBezTo>
                        <a:pt x="1309" y="1"/>
                        <a:pt x="1692" y="384"/>
                        <a:pt x="1692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65" name="Google Shape;665;p20"/>
                <p:cNvSpPr/>
                <p:nvPr/>
              </p:nvSpPr>
              <p:spPr>
                <a:xfrm>
                  <a:off x="13032450" y="8323375"/>
                  <a:ext cx="43100" cy="42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" h="1692" extrusionOk="0">
                      <a:moveTo>
                        <a:pt x="1724" y="862"/>
                      </a:moveTo>
                      <a:cubicBezTo>
                        <a:pt x="1724" y="1340"/>
                        <a:pt x="1341" y="1692"/>
                        <a:pt x="862" y="1692"/>
                      </a:cubicBezTo>
                      <a:cubicBezTo>
                        <a:pt x="383" y="1692"/>
                        <a:pt x="0" y="1340"/>
                        <a:pt x="0" y="862"/>
                      </a:cubicBezTo>
                      <a:cubicBezTo>
                        <a:pt x="0" y="383"/>
                        <a:pt x="383" y="0"/>
                        <a:pt x="862" y="0"/>
                      </a:cubicBezTo>
                      <a:cubicBezTo>
                        <a:pt x="1341" y="0"/>
                        <a:pt x="1724" y="383"/>
                        <a:pt x="1724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66" name="Google Shape;666;p20"/>
                <p:cNvSpPr/>
                <p:nvPr/>
              </p:nvSpPr>
              <p:spPr>
                <a:xfrm>
                  <a:off x="14446250" y="9501800"/>
                  <a:ext cx="42300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693" extrusionOk="0">
                      <a:moveTo>
                        <a:pt x="1692" y="830"/>
                      </a:moveTo>
                      <a:cubicBezTo>
                        <a:pt x="1692" y="1309"/>
                        <a:pt x="1341" y="1692"/>
                        <a:pt x="862" y="1692"/>
                      </a:cubicBezTo>
                      <a:cubicBezTo>
                        <a:pt x="383" y="1692"/>
                        <a:pt x="0" y="1309"/>
                        <a:pt x="0" y="830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41" y="1"/>
                        <a:pt x="1692" y="384"/>
                        <a:pt x="1692" y="83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67" name="Google Shape;667;p20"/>
                <p:cNvSpPr/>
                <p:nvPr/>
              </p:nvSpPr>
              <p:spPr>
                <a:xfrm>
                  <a:off x="11427150" y="921297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62"/>
                      </a:moveTo>
                      <a:cubicBezTo>
                        <a:pt x="1692" y="1341"/>
                        <a:pt x="1309" y="1692"/>
                        <a:pt x="830" y="1692"/>
                      </a:cubicBezTo>
                      <a:cubicBezTo>
                        <a:pt x="352" y="1692"/>
                        <a:pt x="1" y="1341"/>
                        <a:pt x="1" y="862"/>
                      </a:cubicBezTo>
                      <a:cubicBezTo>
                        <a:pt x="1" y="384"/>
                        <a:pt x="352" y="1"/>
                        <a:pt x="830" y="1"/>
                      </a:cubicBezTo>
                      <a:cubicBezTo>
                        <a:pt x="1309" y="1"/>
                        <a:pt x="1692" y="384"/>
                        <a:pt x="1692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68" name="Google Shape;668;p20"/>
                <p:cNvSpPr/>
                <p:nvPr/>
              </p:nvSpPr>
              <p:spPr>
                <a:xfrm>
                  <a:off x="12190700" y="9100475"/>
                  <a:ext cx="42325" cy="4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725" extrusionOk="0">
                      <a:moveTo>
                        <a:pt x="1692" y="862"/>
                      </a:moveTo>
                      <a:cubicBezTo>
                        <a:pt x="1692" y="1341"/>
                        <a:pt x="1309" y="1724"/>
                        <a:pt x="830" y="1724"/>
                      </a:cubicBezTo>
                      <a:cubicBezTo>
                        <a:pt x="384" y="1724"/>
                        <a:pt x="1" y="1341"/>
                        <a:pt x="1" y="862"/>
                      </a:cubicBezTo>
                      <a:cubicBezTo>
                        <a:pt x="1" y="384"/>
                        <a:pt x="384" y="1"/>
                        <a:pt x="830" y="1"/>
                      </a:cubicBezTo>
                      <a:cubicBezTo>
                        <a:pt x="1309" y="1"/>
                        <a:pt x="1692" y="384"/>
                        <a:pt x="1692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69" name="Google Shape;669;p20"/>
                <p:cNvSpPr/>
                <p:nvPr/>
              </p:nvSpPr>
              <p:spPr>
                <a:xfrm>
                  <a:off x="12419700" y="8567500"/>
                  <a:ext cx="43100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" h="1693" extrusionOk="0">
                      <a:moveTo>
                        <a:pt x="1723" y="863"/>
                      </a:moveTo>
                      <a:cubicBezTo>
                        <a:pt x="1723" y="1309"/>
                        <a:pt x="1341" y="1692"/>
                        <a:pt x="862" y="1692"/>
                      </a:cubicBezTo>
                      <a:cubicBezTo>
                        <a:pt x="383" y="1692"/>
                        <a:pt x="0" y="1309"/>
                        <a:pt x="0" y="863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41" y="1"/>
                        <a:pt x="1723" y="384"/>
                        <a:pt x="1723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70" name="Google Shape;670;p20"/>
                <p:cNvSpPr/>
                <p:nvPr/>
              </p:nvSpPr>
              <p:spPr>
                <a:xfrm>
                  <a:off x="9401400" y="7784000"/>
                  <a:ext cx="42300" cy="4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725" extrusionOk="0">
                      <a:moveTo>
                        <a:pt x="1692" y="863"/>
                      </a:moveTo>
                      <a:cubicBezTo>
                        <a:pt x="1692" y="1341"/>
                        <a:pt x="1309" y="1724"/>
                        <a:pt x="862" y="1724"/>
                      </a:cubicBezTo>
                      <a:cubicBezTo>
                        <a:pt x="383" y="1724"/>
                        <a:pt x="0" y="1341"/>
                        <a:pt x="0" y="863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09" y="1"/>
                        <a:pt x="1692" y="384"/>
                        <a:pt x="1692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71" name="Google Shape;671;p20"/>
                <p:cNvSpPr/>
                <p:nvPr/>
              </p:nvSpPr>
              <p:spPr>
                <a:xfrm>
                  <a:off x="10410675" y="885632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63"/>
                      </a:moveTo>
                      <a:cubicBezTo>
                        <a:pt x="1692" y="1309"/>
                        <a:pt x="1341" y="1692"/>
                        <a:pt x="863" y="1692"/>
                      </a:cubicBezTo>
                      <a:cubicBezTo>
                        <a:pt x="384" y="1692"/>
                        <a:pt x="1" y="1309"/>
                        <a:pt x="1" y="863"/>
                      </a:cubicBezTo>
                      <a:cubicBezTo>
                        <a:pt x="1" y="384"/>
                        <a:pt x="384" y="1"/>
                        <a:pt x="863" y="1"/>
                      </a:cubicBezTo>
                      <a:cubicBezTo>
                        <a:pt x="1341" y="1"/>
                        <a:pt x="1692" y="384"/>
                        <a:pt x="1692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72" name="Google Shape;672;p20"/>
                <p:cNvSpPr/>
                <p:nvPr/>
              </p:nvSpPr>
              <p:spPr>
                <a:xfrm>
                  <a:off x="10907750" y="7981875"/>
                  <a:ext cx="42300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693" extrusionOk="0">
                      <a:moveTo>
                        <a:pt x="1692" y="862"/>
                      </a:moveTo>
                      <a:cubicBezTo>
                        <a:pt x="1692" y="1341"/>
                        <a:pt x="1309" y="1692"/>
                        <a:pt x="862" y="1692"/>
                      </a:cubicBezTo>
                      <a:cubicBezTo>
                        <a:pt x="383" y="1692"/>
                        <a:pt x="0" y="1341"/>
                        <a:pt x="0" y="862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09" y="1"/>
                        <a:pt x="1692" y="384"/>
                        <a:pt x="1692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73" name="Google Shape;673;p20"/>
                <p:cNvSpPr/>
                <p:nvPr/>
              </p:nvSpPr>
              <p:spPr>
                <a:xfrm>
                  <a:off x="10089150" y="7779225"/>
                  <a:ext cx="43100" cy="42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" h="1692" extrusionOk="0">
                      <a:moveTo>
                        <a:pt x="1724" y="862"/>
                      </a:moveTo>
                      <a:cubicBezTo>
                        <a:pt x="1724" y="1309"/>
                        <a:pt x="1341" y="1692"/>
                        <a:pt x="862" y="1692"/>
                      </a:cubicBezTo>
                      <a:cubicBezTo>
                        <a:pt x="383" y="1692"/>
                        <a:pt x="0" y="1309"/>
                        <a:pt x="0" y="862"/>
                      </a:cubicBezTo>
                      <a:cubicBezTo>
                        <a:pt x="0" y="383"/>
                        <a:pt x="383" y="0"/>
                        <a:pt x="862" y="0"/>
                      </a:cubicBezTo>
                      <a:cubicBezTo>
                        <a:pt x="1341" y="0"/>
                        <a:pt x="1724" y="383"/>
                        <a:pt x="1724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74" name="Google Shape;674;p20"/>
                <p:cNvSpPr/>
                <p:nvPr/>
              </p:nvSpPr>
              <p:spPr>
                <a:xfrm>
                  <a:off x="8353800" y="7746500"/>
                  <a:ext cx="431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5" h="1693" extrusionOk="0">
                      <a:moveTo>
                        <a:pt x="1724" y="863"/>
                      </a:moveTo>
                      <a:cubicBezTo>
                        <a:pt x="1724" y="1341"/>
                        <a:pt x="1341" y="1692"/>
                        <a:pt x="862" y="1692"/>
                      </a:cubicBezTo>
                      <a:cubicBezTo>
                        <a:pt x="384" y="1692"/>
                        <a:pt x="1" y="1341"/>
                        <a:pt x="1" y="863"/>
                      </a:cubicBezTo>
                      <a:cubicBezTo>
                        <a:pt x="1" y="384"/>
                        <a:pt x="384" y="1"/>
                        <a:pt x="862" y="1"/>
                      </a:cubicBezTo>
                      <a:cubicBezTo>
                        <a:pt x="1341" y="1"/>
                        <a:pt x="1724" y="384"/>
                        <a:pt x="1724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75" name="Google Shape;675;p20"/>
                <p:cNvSpPr/>
                <p:nvPr/>
              </p:nvSpPr>
              <p:spPr>
                <a:xfrm>
                  <a:off x="8654600" y="7123375"/>
                  <a:ext cx="42300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693" extrusionOk="0">
                      <a:moveTo>
                        <a:pt x="1692" y="831"/>
                      </a:moveTo>
                      <a:cubicBezTo>
                        <a:pt x="1692" y="1309"/>
                        <a:pt x="1309" y="1692"/>
                        <a:pt x="862" y="1692"/>
                      </a:cubicBezTo>
                      <a:cubicBezTo>
                        <a:pt x="383" y="1692"/>
                        <a:pt x="0" y="1309"/>
                        <a:pt x="0" y="831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09" y="1"/>
                        <a:pt x="1692" y="384"/>
                        <a:pt x="1692" y="83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76" name="Google Shape;676;p20"/>
                <p:cNvSpPr/>
                <p:nvPr/>
              </p:nvSpPr>
              <p:spPr>
                <a:xfrm>
                  <a:off x="7815250" y="7722575"/>
                  <a:ext cx="43100" cy="43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" h="1724" extrusionOk="0">
                      <a:moveTo>
                        <a:pt x="1724" y="862"/>
                      </a:moveTo>
                      <a:cubicBezTo>
                        <a:pt x="1724" y="1341"/>
                        <a:pt x="1341" y="1724"/>
                        <a:pt x="862" y="1724"/>
                      </a:cubicBezTo>
                      <a:cubicBezTo>
                        <a:pt x="384" y="1724"/>
                        <a:pt x="1" y="1341"/>
                        <a:pt x="1" y="862"/>
                      </a:cubicBezTo>
                      <a:cubicBezTo>
                        <a:pt x="1" y="383"/>
                        <a:pt x="384" y="1"/>
                        <a:pt x="862" y="1"/>
                      </a:cubicBezTo>
                      <a:cubicBezTo>
                        <a:pt x="1341" y="1"/>
                        <a:pt x="1724" y="383"/>
                        <a:pt x="1724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cxnSp>
          <p:nvCxnSpPr>
            <p:cNvPr id="677" name="Google Shape;677;p20"/>
            <p:cNvCxnSpPr/>
            <p:nvPr/>
          </p:nvCxnSpPr>
          <p:spPr>
            <a:xfrm rot="10800000" flipH="1">
              <a:off x="5937425" y="4829875"/>
              <a:ext cx="716100" cy="7011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78" name="Google Shape;678;p20"/>
            <p:cNvSpPr/>
            <p:nvPr/>
          </p:nvSpPr>
          <p:spPr>
            <a:xfrm rot="1364015" flipH="1">
              <a:off x="4874441" y="4583177"/>
              <a:ext cx="36721" cy="36721"/>
            </a:xfrm>
            <a:custGeom>
              <a:avLst/>
              <a:gdLst/>
              <a:ahLst/>
              <a:cxnLst/>
              <a:rect l="l" t="t" r="r" b="b"/>
              <a:pathLst>
                <a:path w="1469" h="1469" extrusionOk="0">
                  <a:moveTo>
                    <a:pt x="1469" y="735"/>
                  </a:moveTo>
                  <a:cubicBezTo>
                    <a:pt x="1469" y="1118"/>
                    <a:pt x="1118" y="1469"/>
                    <a:pt x="735" y="1469"/>
                  </a:cubicBezTo>
                  <a:cubicBezTo>
                    <a:pt x="352" y="1469"/>
                    <a:pt x="1" y="1118"/>
                    <a:pt x="1" y="735"/>
                  </a:cubicBezTo>
                  <a:cubicBezTo>
                    <a:pt x="1" y="352"/>
                    <a:pt x="352" y="1"/>
                    <a:pt x="735" y="1"/>
                  </a:cubicBezTo>
                  <a:cubicBezTo>
                    <a:pt x="1118" y="1"/>
                    <a:pt x="1469" y="352"/>
                    <a:pt x="1469" y="735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679" name="Google Shape;679;p20"/>
            <p:cNvCxnSpPr/>
            <p:nvPr/>
          </p:nvCxnSpPr>
          <p:spPr>
            <a:xfrm>
              <a:off x="4894600" y="4600350"/>
              <a:ext cx="377700" cy="6558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80" name="Google Shape;680;p20"/>
          <p:cNvSpPr/>
          <p:nvPr/>
        </p:nvSpPr>
        <p:spPr>
          <a:xfrm>
            <a:off x="9746967" y="4042133"/>
            <a:ext cx="5832800" cy="5832800"/>
          </a:xfrm>
          <a:prstGeom prst="ellipse">
            <a:avLst/>
          </a:prstGeom>
          <a:gradFill>
            <a:gsLst>
              <a:gs pos="0">
                <a:schemeClr val="dk2"/>
              </a:gs>
              <a:gs pos="50000">
                <a:srgbClr val="942290">
                  <a:alpha val="0"/>
                </a:srgbClr>
              </a:gs>
              <a:gs pos="100000">
                <a:srgbClr val="94229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81" name="Google Shape;681;p20"/>
          <p:cNvSpPr/>
          <p:nvPr/>
        </p:nvSpPr>
        <p:spPr>
          <a:xfrm>
            <a:off x="263200" y="-3917533"/>
            <a:ext cx="5832800" cy="58328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7A0B3">
                  <a:alpha val="0"/>
                </a:srgbClr>
              </a:gs>
              <a:gs pos="100000">
                <a:srgbClr val="07A0B3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5851268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21"/>
          <p:cNvSpPr txBox="1">
            <a:spLocks noGrp="1"/>
          </p:cNvSpPr>
          <p:nvPr>
            <p:ph type="title"/>
          </p:nvPr>
        </p:nvSpPr>
        <p:spPr>
          <a:xfrm>
            <a:off x="6930233" y="2247251"/>
            <a:ext cx="4310800" cy="13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684" name="Google Shape;684;p21"/>
          <p:cNvSpPr txBox="1">
            <a:spLocks noGrp="1"/>
          </p:cNvSpPr>
          <p:nvPr>
            <p:ph type="subTitle" idx="1"/>
          </p:nvPr>
        </p:nvSpPr>
        <p:spPr>
          <a:xfrm>
            <a:off x="6930233" y="3537151"/>
            <a:ext cx="4310800" cy="10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grpSp>
        <p:nvGrpSpPr>
          <p:cNvPr id="685" name="Google Shape;685;p21"/>
          <p:cNvGrpSpPr/>
          <p:nvPr/>
        </p:nvGrpSpPr>
        <p:grpSpPr>
          <a:xfrm>
            <a:off x="4110400" y="-291367"/>
            <a:ext cx="3391133" cy="1540245"/>
            <a:chOff x="5197675" y="-178300"/>
            <a:chExt cx="2543350" cy="1155184"/>
          </a:xfrm>
        </p:grpSpPr>
        <p:grpSp>
          <p:nvGrpSpPr>
            <p:cNvPr id="686" name="Google Shape;686;p21"/>
            <p:cNvGrpSpPr/>
            <p:nvPr/>
          </p:nvGrpSpPr>
          <p:grpSpPr>
            <a:xfrm>
              <a:off x="5197675" y="-178300"/>
              <a:ext cx="1775800" cy="1155184"/>
              <a:chOff x="7551625" y="-57625"/>
              <a:chExt cx="1775800" cy="1155184"/>
            </a:xfrm>
          </p:grpSpPr>
          <p:grpSp>
            <p:nvGrpSpPr>
              <p:cNvPr id="687" name="Google Shape;687;p21"/>
              <p:cNvGrpSpPr/>
              <p:nvPr/>
            </p:nvGrpSpPr>
            <p:grpSpPr>
              <a:xfrm rot="1177749" flipH="1">
                <a:off x="7746391" y="208125"/>
                <a:ext cx="1128144" cy="720892"/>
                <a:chOff x="7705429" y="2073044"/>
                <a:chExt cx="1128248" cy="720958"/>
              </a:xfrm>
            </p:grpSpPr>
            <p:sp>
              <p:nvSpPr>
                <p:cNvPr id="688" name="Google Shape;688;p21"/>
                <p:cNvSpPr/>
                <p:nvPr/>
              </p:nvSpPr>
              <p:spPr>
                <a:xfrm>
                  <a:off x="7740398" y="2102385"/>
                  <a:ext cx="1083165" cy="6622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39" h="18734" fill="none" extrusionOk="0">
                      <a:moveTo>
                        <a:pt x="1" y="2266"/>
                      </a:moveTo>
                      <a:lnTo>
                        <a:pt x="12320" y="0"/>
                      </a:lnTo>
                      <a:lnTo>
                        <a:pt x="18703" y="957"/>
                      </a:lnTo>
                      <a:lnTo>
                        <a:pt x="18703" y="5394"/>
                      </a:lnTo>
                      <a:cubicBezTo>
                        <a:pt x="18703" y="5394"/>
                        <a:pt x="30639" y="7947"/>
                        <a:pt x="30479" y="8330"/>
                      </a:cubicBezTo>
                      <a:cubicBezTo>
                        <a:pt x="30319" y="8713"/>
                        <a:pt x="25022" y="18319"/>
                        <a:pt x="25022" y="18319"/>
                      </a:cubicBezTo>
                      <a:lnTo>
                        <a:pt x="12607" y="18734"/>
                      </a:lnTo>
                      <a:lnTo>
                        <a:pt x="18703" y="5394"/>
                      </a:lnTo>
                      <a:lnTo>
                        <a:pt x="25022" y="18319"/>
                      </a:lnTo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3191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689" name="Google Shape;689;p21"/>
                <p:cNvSpPr/>
                <p:nvPr/>
              </p:nvSpPr>
              <p:spPr>
                <a:xfrm>
                  <a:off x="8175892" y="2102385"/>
                  <a:ext cx="225690" cy="1906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4" h="5394" fill="none" extrusionOk="0">
                      <a:moveTo>
                        <a:pt x="1" y="0"/>
                      </a:moveTo>
                      <a:lnTo>
                        <a:pt x="6384" y="5394"/>
                      </a:lnTo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3191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grpSp>
              <p:nvGrpSpPr>
                <p:cNvPr id="690" name="Google Shape;690;p21"/>
                <p:cNvGrpSpPr/>
                <p:nvPr/>
              </p:nvGrpSpPr>
              <p:grpSpPr>
                <a:xfrm>
                  <a:off x="7705429" y="2073044"/>
                  <a:ext cx="1128248" cy="720958"/>
                  <a:chOff x="7705429" y="2073044"/>
                  <a:chExt cx="1128248" cy="720958"/>
                </a:xfrm>
              </p:grpSpPr>
              <p:sp>
                <p:nvSpPr>
                  <p:cNvPr id="691" name="Google Shape;691;p21"/>
                  <p:cNvSpPr/>
                  <p:nvPr/>
                </p:nvSpPr>
                <p:spPr>
                  <a:xfrm>
                    <a:off x="8603502" y="2726267"/>
                    <a:ext cx="41787" cy="417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82" h="1182" extrusionOk="0">
                        <a:moveTo>
                          <a:pt x="351" y="160"/>
                        </a:moveTo>
                        <a:cubicBezTo>
                          <a:pt x="607" y="1"/>
                          <a:pt x="894" y="96"/>
                          <a:pt x="1053" y="352"/>
                        </a:cubicBezTo>
                        <a:cubicBezTo>
                          <a:pt x="1181" y="575"/>
                          <a:pt x="1085" y="894"/>
                          <a:pt x="862" y="1022"/>
                        </a:cubicBezTo>
                        <a:cubicBezTo>
                          <a:pt x="607" y="1182"/>
                          <a:pt x="287" y="1086"/>
                          <a:pt x="160" y="830"/>
                        </a:cubicBezTo>
                        <a:cubicBezTo>
                          <a:pt x="0" y="607"/>
                          <a:pt x="96" y="288"/>
                          <a:pt x="351" y="128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692" name="Google Shape;692;p21"/>
                  <p:cNvSpPr/>
                  <p:nvPr/>
                </p:nvSpPr>
                <p:spPr>
                  <a:xfrm>
                    <a:off x="8793021" y="2376535"/>
                    <a:ext cx="40655" cy="417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50" h="1182" extrusionOk="0">
                        <a:moveTo>
                          <a:pt x="320" y="160"/>
                        </a:moveTo>
                        <a:cubicBezTo>
                          <a:pt x="575" y="0"/>
                          <a:pt x="894" y="96"/>
                          <a:pt x="1022" y="351"/>
                        </a:cubicBezTo>
                        <a:cubicBezTo>
                          <a:pt x="1150" y="575"/>
                          <a:pt x="1086" y="894"/>
                          <a:pt x="831" y="1021"/>
                        </a:cubicBezTo>
                        <a:cubicBezTo>
                          <a:pt x="575" y="1181"/>
                          <a:pt x="288" y="1085"/>
                          <a:pt x="128" y="830"/>
                        </a:cubicBezTo>
                        <a:cubicBezTo>
                          <a:pt x="1" y="607"/>
                          <a:pt x="97" y="287"/>
                          <a:pt x="320" y="16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693" name="Google Shape;693;p21"/>
                  <p:cNvSpPr/>
                  <p:nvPr/>
                </p:nvSpPr>
                <p:spPr>
                  <a:xfrm>
                    <a:off x="8380117" y="2271613"/>
                    <a:ext cx="40655" cy="417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50" h="1182" extrusionOk="0">
                        <a:moveTo>
                          <a:pt x="319" y="128"/>
                        </a:moveTo>
                        <a:cubicBezTo>
                          <a:pt x="575" y="0"/>
                          <a:pt x="894" y="96"/>
                          <a:pt x="1021" y="319"/>
                        </a:cubicBezTo>
                        <a:cubicBezTo>
                          <a:pt x="1149" y="575"/>
                          <a:pt x="1053" y="894"/>
                          <a:pt x="830" y="1021"/>
                        </a:cubicBezTo>
                        <a:cubicBezTo>
                          <a:pt x="575" y="1181"/>
                          <a:pt x="255" y="1085"/>
                          <a:pt x="128" y="830"/>
                        </a:cubicBezTo>
                        <a:cubicBezTo>
                          <a:pt x="0" y="575"/>
                          <a:pt x="64" y="287"/>
                          <a:pt x="319" y="128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694" name="Google Shape;694;p21"/>
                  <p:cNvSpPr/>
                  <p:nvPr/>
                </p:nvSpPr>
                <p:spPr>
                  <a:xfrm>
                    <a:off x="7705429" y="2156021"/>
                    <a:ext cx="40655" cy="417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50" h="1182" extrusionOk="0">
                        <a:moveTo>
                          <a:pt x="320" y="160"/>
                        </a:moveTo>
                        <a:cubicBezTo>
                          <a:pt x="575" y="1"/>
                          <a:pt x="894" y="96"/>
                          <a:pt x="1022" y="352"/>
                        </a:cubicBezTo>
                        <a:cubicBezTo>
                          <a:pt x="1150" y="607"/>
                          <a:pt x="1054" y="894"/>
                          <a:pt x="831" y="1054"/>
                        </a:cubicBezTo>
                        <a:cubicBezTo>
                          <a:pt x="575" y="1182"/>
                          <a:pt x="256" y="1086"/>
                          <a:pt x="128" y="862"/>
                        </a:cubicBezTo>
                        <a:cubicBezTo>
                          <a:pt x="1" y="607"/>
                          <a:pt x="65" y="288"/>
                          <a:pt x="320" y="16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695" name="Google Shape;695;p21"/>
                  <p:cNvSpPr/>
                  <p:nvPr/>
                </p:nvSpPr>
                <p:spPr>
                  <a:xfrm>
                    <a:off x="8381248" y="2115925"/>
                    <a:ext cx="40655" cy="406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50" h="1149" extrusionOk="0">
                        <a:moveTo>
                          <a:pt x="319" y="128"/>
                        </a:moveTo>
                        <a:cubicBezTo>
                          <a:pt x="575" y="0"/>
                          <a:pt x="894" y="96"/>
                          <a:pt x="1021" y="319"/>
                        </a:cubicBezTo>
                        <a:cubicBezTo>
                          <a:pt x="1149" y="574"/>
                          <a:pt x="1085" y="894"/>
                          <a:pt x="830" y="1021"/>
                        </a:cubicBezTo>
                        <a:cubicBezTo>
                          <a:pt x="575" y="1149"/>
                          <a:pt x="287" y="1085"/>
                          <a:pt x="128" y="830"/>
                        </a:cubicBezTo>
                        <a:cubicBezTo>
                          <a:pt x="0" y="574"/>
                          <a:pt x="96" y="255"/>
                          <a:pt x="319" y="128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696" name="Google Shape;696;p21"/>
                  <p:cNvSpPr/>
                  <p:nvPr/>
                </p:nvSpPr>
                <p:spPr>
                  <a:xfrm>
                    <a:off x="8155600" y="2725135"/>
                    <a:ext cx="67735" cy="688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6" h="1948" extrusionOk="0">
                        <a:moveTo>
                          <a:pt x="543" y="224"/>
                        </a:moveTo>
                        <a:cubicBezTo>
                          <a:pt x="958" y="1"/>
                          <a:pt x="1468" y="160"/>
                          <a:pt x="1692" y="543"/>
                        </a:cubicBezTo>
                        <a:cubicBezTo>
                          <a:pt x="1915" y="958"/>
                          <a:pt x="1787" y="1469"/>
                          <a:pt x="1373" y="1724"/>
                        </a:cubicBezTo>
                        <a:cubicBezTo>
                          <a:pt x="958" y="1948"/>
                          <a:pt x="447" y="1788"/>
                          <a:pt x="224" y="1405"/>
                        </a:cubicBezTo>
                        <a:cubicBezTo>
                          <a:pt x="0" y="990"/>
                          <a:pt x="128" y="480"/>
                          <a:pt x="543" y="224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697" name="Google Shape;697;p21"/>
                  <p:cNvSpPr/>
                  <p:nvPr/>
                </p:nvSpPr>
                <p:spPr>
                  <a:xfrm>
                    <a:off x="8133010" y="2073044"/>
                    <a:ext cx="68867" cy="688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48" h="1948" extrusionOk="0">
                        <a:moveTo>
                          <a:pt x="575" y="256"/>
                        </a:moveTo>
                        <a:cubicBezTo>
                          <a:pt x="958" y="0"/>
                          <a:pt x="1501" y="160"/>
                          <a:pt x="1724" y="575"/>
                        </a:cubicBezTo>
                        <a:cubicBezTo>
                          <a:pt x="1948" y="958"/>
                          <a:pt x="1820" y="1500"/>
                          <a:pt x="1405" y="1724"/>
                        </a:cubicBezTo>
                        <a:cubicBezTo>
                          <a:pt x="990" y="1947"/>
                          <a:pt x="480" y="1819"/>
                          <a:pt x="256" y="1404"/>
                        </a:cubicBezTo>
                        <a:cubicBezTo>
                          <a:pt x="1" y="990"/>
                          <a:pt x="161" y="479"/>
                          <a:pt x="575" y="256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</p:grpSp>
          </p:grpSp>
          <p:cxnSp>
            <p:nvCxnSpPr>
              <p:cNvPr id="698" name="Google Shape;698;p21"/>
              <p:cNvCxnSpPr/>
              <p:nvPr/>
            </p:nvCxnSpPr>
            <p:spPr>
              <a:xfrm rot="10800000" flipH="1">
                <a:off x="8275575" y="511425"/>
                <a:ext cx="632100" cy="39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9" name="Google Shape;699;p21"/>
              <p:cNvCxnSpPr/>
              <p:nvPr/>
            </p:nvCxnSpPr>
            <p:spPr>
              <a:xfrm rot="10800000" flipH="1">
                <a:off x="8516950" y="-40150"/>
                <a:ext cx="270000" cy="33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0" name="Google Shape;700;p21"/>
              <p:cNvCxnSpPr/>
              <p:nvPr/>
            </p:nvCxnSpPr>
            <p:spPr>
              <a:xfrm rot="10800000" flipH="1">
                <a:off x="8907725" y="-57625"/>
                <a:ext cx="92100" cy="56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1" name="Google Shape;701;p21"/>
              <p:cNvCxnSpPr/>
              <p:nvPr/>
            </p:nvCxnSpPr>
            <p:spPr>
              <a:xfrm>
                <a:off x="8907725" y="505725"/>
                <a:ext cx="419700" cy="465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2" name="Google Shape;702;p21"/>
              <p:cNvCxnSpPr/>
              <p:nvPr/>
            </p:nvCxnSpPr>
            <p:spPr>
              <a:xfrm rot="10800000" flipH="1">
                <a:off x="7815825" y="235675"/>
                <a:ext cx="471300" cy="114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3" name="Google Shape;703;p21"/>
              <p:cNvCxnSpPr/>
              <p:nvPr/>
            </p:nvCxnSpPr>
            <p:spPr>
              <a:xfrm rot="10800000">
                <a:off x="7551625" y="-28600"/>
                <a:ext cx="275700" cy="384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4" name="Google Shape;704;p21"/>
              <p:cNvCxnSpPr/>
              <p:nvPr/>
            </p:nvCxnSpPr>
            <p:spPr>
              <a:xfrm>
                <a:off x="8287075" y="913750"/>
                <a:ext cx="344700" cy="16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705" name="Google Shape;705;p21"/>
            <p:cNvSpPr/>
            <p:nvPr/>
          </p:nvSpPr>
          <p:spPr>
            <a:xfrm rot="1177758" flipH="1">
              <a:off x="6943229" y="813636"/>
              <a:ext cx="67729" cy="68860"/>
            </a:xfrm>
            <a:custGeom>
              <a:avLst/>
              <a:gdLst/>
              <a:ahLst/>
              <a:cxnLst/>
              <a:rect l="l" t="t" r="r" b="b"/>
              <a:pathLst>
                <a:path w="1916" h="1948" extrusionOk="0">
                  <a:moveTo>
                    <a:pt x="543" y="224"/>
                  </a:moveTo>
                  <a:cubicBezTo>
                    <a:pt x="958" y="1"/>
                    <a:pt x="1468" y="160"/>
                    <a:pt x="1692" y="543"/>
                  </a:cubicBezTo>
                  <a:cubicBezTo>
                    <a:pt x="1915" y="958"/>
                    <a:pt x="1787" y="1469"/>
                    <a:pt x="1373" y="1724"/>
                  </a:cubicBezTo>
                  <a:cubicBezTo>
                    <a:pt x="958" y="1948"/>
                    <a:pt x="447" y="1788"/>
                    <a:pt x="224" y="1405"/>
                  </a:cubicBezTo>
                  <a:cubicBezTo>
                    <a:pt x="0" y="990"/>
                    <a:pt x="128" y="480"/>
                    <a:pt x="543" y="224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706" name="Google Shape;706;p21"/>
            <p:cNvCxnSpPr/>
            <p:nvPr/>
          </p:nvCxnSpPr>
          <p:spPr>
            <a:xfrm rot="10800000" flipH="1">
              <a:off x="6988275" y="304550"/>
              <a:ext cx="327600" cy="5460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07" name="Google Shape;707;p21"/>
            <p:cNvSpPr/>
            <p:nvPr/>
          </p:nvSpPr>
          <p:spPr>
            <a:xfrm rot="1177758" flipH="1">
              <a:off x="7288029" y="267686"/>
              <a:ext cx="67729" cy="68860"/>
            </a:xfrm>
            <a:custGeom>
              <a:avLst/>
              <a:gdLst/>
              <a:ahLst/>
              <a:cxnLst/>
              <a:rect l="l" t="t" r="r" b="b"/>
              <a:pathLst>
                <a:path w="1916" h="1948" extrusionOk="0">
                  <a:moveTo>
                    <a:pt x="543" y="224"/>
                  </a:moveTo>
                  <a:cubicBezTo>
                    <a:pt x="958" y="1"/>
                    <a:pt x="1468" y="160"/>
                    <a:pt x="1692" y="543"/>
                  </a:cubicBezTo>
                  <a:cubicBezTo>
                    <a:pt x="1915" y="958"/>
                    <a:pt x="1787" y="1469"/>
                    <a:pt x="1373" y="1724"/>
                  </a:cubicBezTo>
                  <a:cubicBezTo>
                    <a:pt x="958" y="1948"/>
                    <a:pt x="447" y="1788"/>
                    <a:pt x="224" y="1405"/>
                  </a:cubicBezTo>
                  <a:cubicBezTo>
                    <a:pt x="0" y="990"/>
                    <a:pt x="128" y="480"/>
                    <a:pt x="543" y="224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708" name="Google Shape;708;p21"/>
            <p:cNvCxnSpPr/>
            <p:nvPr/>
          </p:nvCxnSpPr>
          <p:spPr>
            <a:xfrm flipH="1">
              <a:off x="6534275" y="310350"/>
              <a:ext cx="810300" cy="804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9" name="Google Shape;709;p21"/>
            <p:cNvCxnSpPr/>
            <p:nvPr/>
          </p:nvCxnSpPr>
          <p:spPr>
            <a:xfrm rot="10800000" flipH="1">
              <a:off x="7327325" y="-166500"/>
              <a:ext cx="413700" cy="4596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10" name="Google Shape;710;p21"/>
            <p:cNvSpPr/>
            <p:nvPr/>
          </p:nvSpPr>
          <p:spPr>
            <a:xfrm rot="1177758" flipH="1">
              <a:off x="6250179" y="929467"/>
              <a:ext cx="40652" cy="41783"/>
            </a:xfrm>
            <a:custGeom>
              <a:avLst/>
              <a:gdLst/>
              <a:ahLst/>
              <a:cxnLst/>
              <a:rect l="l" t="t" r="r" b="b"/>
              <a:pathLst>
                <a:path w="1150" h="1182" extrusionOk="0">
                  <a:moveTo>
                    <a:pt x="320" y="160"/>
                  </a:moveTo>
                  <a:cubicBezTo>
                    <a:pt x="575" y="1"/>
                    <a:pt x="894" y="96"/>
                    <a:pt x="1022" y="352"/>
                  </a:cubicBezTo>
                  <a:cubicBezTo>
                    <a:pt x="1150" y="607"/>
                    <a:pt x="1054" y="894"/>
                    <a:pt x="831" y="1054"/>
                  </a:cubicBezTo>
                  <a:cubicBezTo>
                    <a:pt x="575" y="1182"/>
                    <a:pt x="256" y="1086"/>
                    <a:pt x="128" y="862"/>
                  </a:cubicBezTo>
                  <a:cubicBezTo>
                    <a:pt x="1" y="607"/>
                    <a:pt x="65" y="288"/>
                    <a:pt x="320" y="16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711" name="Google Shape;711;p21"/>
          <p:cNvSpPr/>
          <p:nvPr/>
        </p:nvSpPr>
        <p:spPr>
          <a:xfrm>
            <a:off x="7425533" y="-3724767"/>
            <a:ext cx="5832800" cy="5832800"/>
          </a:xfrm>
          <a:prstGeom prst="ellipse">
            <a:avLst/>
          </a:prstGeom>
          <a:gradFill>
            <a:gsLst>
              <a:gs pos="0">
                <a:schemeClr val="dk2"/>
              </a:gs>
              <a:gs pos="50000">
                <a:srgbClr val="942290">
                  <a:alpha val="0"/>
                </a:srgbClr>
              </a:gs>
              <a:gs pos="100000">
                <a:srgbClr val="94229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2" name="Google Shape;712;p21"/>
          <p:cNvSpPr/>
          <p:nvPr/>
        </p:nvSpPr>
        <p:spPr>
          <a:xfrm>
            <a:off x="-2208067" y="4610767"/>
            <a:ext cx="5832800" cy="58328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7A0B3">
                  <a:alpha val="0"/>
                </a:srgbClr>
              </a:gs>
              <a:gs pos="100000">
                <a:srgbClr val="07A0B3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3462989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22"/>
          <p:cNvSpPr txBox="1">
            <a:spLocks noGrp="1"/>
          </p:cNvSpPr>
          <p:nvPr>
            <p:ph type="subTitle" idx="1"/>
          </p:nvPr>
        </p:nvSpPr>
        <p:spPr>
          <a:xfrm>
            <a:off x="6330099" y="3772929"/>
            <a:ext cx="3340800" cy="13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715" name="Google Shape;715;p22"/>
          <p:cNvSpPr txBox="1">
            <a:spLocks noGrp="1"/>
          </p:cNvSpPr>
          <p:nvPr>
            <p:ph type="subTitle" idx="2"/>
          </p:nvPr>
        </p:nvSpPr>
        <p:spPr>
          <a:xfrm>
            <a:off x="2521117" y="3772929"/>
            <a:ext cx="3340800" cy="13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716" name="Google Shape;716;p22"/>
          <p:cNvSpPr txBox="1">
            <a:spLocks noGrp="1"/>
          </p:cNvSpPr>
          <p:nvPr>
            <p:ph type="subTitle" idx="3"/>
          </p:nvPr>
        </p:nvSpPr>
        <p:spPr>
          <a:xfrm>
            <a:off x="2521117" y="3149793"/>
            <a:ext cx="33408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717" name="Google Shape;717;p22"/>
          <p:cNvSpPr txBox="1">
            <a:spLocks noGrp="1"/>
          </p:cNvSpPr>
          <p:nvPr>
            <p:ph type="subTitle" idx="4"/>
          </p:nvPr>
        </p:nvSpPr>
        <p:spPr>
          <a:xfrm>
            <a:off x="6330099" y="3149793"/>
            <a:ext cx="33408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718" name="Google Shape;718;p22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719" name="Google Shape;719;p22"/>
          <p:cNvSpPr/>
          <p:nvPr/>
        </p:nvSpPr>
        <p:spPr>
          <a:xfrm>
            <a:off x="9905117" y="-894300"/>
            <a:ext cx="5832800" cy="58328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7A0B3">
                  <a:alpha val="0"/>
                </a:srgbClr>
              </a:gs>
              <a:gs pos="100000">
                <a:srgbClr val="07A0B3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20" name="Google Shape;720;p22"/>
          <p:cNvSpPr/>
          <p:nvPr/>
        </p:nvSpPr>
        <p:spPr>
          <a:xfrm>
            <a:off x="-3359867" y="2051733"/>
            <a:ext cx="5832800" cy="5832800"/>
          </a:xfrm>
          <a:prstGeom prst="ellipse">
            <a:avLst/>
          </a:prstGeom>
          <a:gradFill>
            <a:gsLst>
              <a:gs pos="0">
                <a:schemeClr val="dk2"/>
              </a:gs>
              <a:gs pos="50000">
                <a:srgbClr val="942290">
                  <a:alpha val="0"/>
                </a:srgbClr>
              </a:gs>
              <a:gs pos="100000">
                <a:srgbClr val="94229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21" name="Google Shape;721;p22"/>
          <p:cNvGrpSpPr/>
          <p:nvPr/>
        </p:nvGrpSpPr>
        <p:grpSpPr>
          <a:xfrm rot="6820715">
            <a:off x="7812795" y="2536344"/>
            <a:ext cx="8663979" cy="6849597"/>
            <a:chOff x="4180821" y="-1846178"/>
            <a:chExt cx="6498075" cy="5137269"/>
          </a:xfrm>
        </p:grpSpPr>
        <p:grpSp>
          <p:nvGrpSpPr>
            <p:cNvPr id="722" name="Google Shape;722;p22"/>
            <p:cNvGrpSpPr/>
            <p:nvPr/>
          </p:nvGrpSpPr>
          <p:grpSpPr>
            <a:xfrm rot="-9436343">
              <a:off x="4572469" y="-865527"/>
              <a:ext cx="5714779" cy="3175968"/>
              <a:chOff x="7432275" y="5642550"/>
              <a:chExt cx="7056275" cy="3921500"/>
            </a:xfrm>
          </p:grpSpPr>
          <p:sp>
            <p:nvSpPr>
              <p:cNvPr id="723" name="Google Shape;723;p22"/>
              <p:cNvSpPr/>
              <p:nvPr/>
            </p:nvSpPr>
            <p:spPr>
              <a:xfrm>
                <a:off x="7432275" y="5642550"/>
                <a:ext cx="7032350" cy="3883225"/>
              </a:xfrm>
              <a:custGeom>
                <a:avLst/>
                <a:gdLst/>
                <a:ahLst/>
                <a:cxnLst/>
                <a:rect l="l" t="t" r="r" b="b"/>
                <a:pathLst>
                  <a:path w="281294" h="155329" fill="none" extrusionOk="0">
                    <a:moveTo>
                      <a:pt x="1" y="1"/>
                    </a:moveTo>
                    <a:lnTo>
                      <a:pt x="44489" y="36511"/>
                    </a:lnTo>
                    <a:lnTo>
                      <a:pt x="86680" y="32394"/>
                    </a:lnTo>
                    <a:lnTo>
                      <a:pt x="98361" y="54064"/>
                    </a:lnTo>
                    <a:lnTo>
                      <a:pt x="134137" y="55500"/>
                    </a:lnTo>
                    <a:lnTo>
                      <a:pt x="107073" y="86329"/>
                    </a:lnTo>
                    <a:lnTo>
                      <a:pt x="139881" y="94435"/>
                    </a:lnTo>
                    <a:lnTo>
                      <a:pt x="173583" y="83202"/>
                    </a:lnTo>
                    <a:lnTo>
                      <a:pt x="200135" y="117861"/>
                    </a:lnTo>
                    <a:lnTo>
                      <a:pt x="264124" y="131265"/>
                    </a:lnTo>
                    <a:lnTo>
                      <a:pt x="281293" y="155328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4" name="Google Shape;724;p22"/>
              <p:cNvSpPr/>
              <p:nvPr/>
            </p:nvSpPr>
            <p:spPr>
              <a:xfrm>
                <a:off x="8544500" y="6555300"/>
                <a:ext cx="596825" cy="495500"/>
              </a:xfrm>
              <a:custGeom>
                <a:avLst/>
                <a:gdLst/>
                <a:ahLst/>
                <a:cxnLst/>
                <a:rect l="l" t="t" r="r" b="b"/>
                <a:pathLst>
                  <a:path w="23873" h="19820" fill="none" extrusionOk="0">
                    <a:moveTo>
                      <a:pt x="23872" y="19820"/>
                    </a:moveTo>
                    <a:lnTo>
                      <a:pt x="0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5" name="Google Shape;725;p22"/>
              <p:cNvSpPr/>
              <p:nvPr/>
            </p:nvSpPr>
            <p:spPr>
              <a:xfrm>
                <a:off x="7653300" y="5734300"/>
                <a:ext cx="567300" cy="2388825"/>
              </a:xfrm>
              <a:custGeom>
                <a:avLst/>
                <a:gdLst/>
                <a:ahLst/>
                <a:cxnLst/>
                <a:rect l="l" t="t" r="r" b="b"/>
                <a:pathLst>
                  <a:path w="22692" h="95553" fill="none" extrusionOk="0">
                    <a:moveTo>
                      <a:pt x="2936" y="1"/>
                    </a:moveTo>
                    <a:lnTo>
                      <a:pt x="22691" y="48702"/>
                    </a:lnTo>
                    <a:lnTo>
                      <a:pt x="0" y="95553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6" name="Google Shape;726;p22"/>
              <p:cNvSpPr/>
              <p:nvPr/>
            </p:nvSpPr>
            <p:spPr>
              <a:xfrm>
                <a:off x="7778550" y="6452375"/>
                <a:ext cx="2112750" cy="1353200"/>
              </a:xfrm>
              <a:custGeom>
                <a:avLst/>
                <a:gdLst/>
                <a:ahLst/>
                <a:cxnLst/>
                <a:rect l="l" t="t" r="r" b="b"/>
                <a:pathLst>
                  <a:path w="84510" h="54128" fill="none" extrusionOk="0">
                    <a:moveTo>
                      <a:pt x="1" y="53521"/>
                    </a:moveTo>
                    <a:lnTo>
                      <a:pt x="36000" y="27702"/>
                    </a:lnTo>
                    <a:lnTo>
                      <a:pt x="30638" y="4118"/>
                    </a:lnTo>
                    <a:lnTo>
                      <a:pt x="17681" y="19979"/>
                    </a:lnTo>
                    <a:lnTo>
                      <a:pt x="36000" y="27702"/>
                    </a:lnTo>
                    <a:lnTo>
                      <a:pt x="54510" y="23937"/>
                    </a:lnTo>
                    <a:lnTo>
                      <a:pt x="65776" y="54128"/>
                    </a:lnTo>
                    <a:lnTo>
                      <a:pt x="84510" y="21671"/>
                    </a:lnTo>
                    <a:lnTo>
                      <a:pt x="54510" y="23937"/>
                    </a:lnTo>
                    <a:lnTo>
                      <a:pt x="72829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7" name="Google Shape;727;p22"/>
              <p:cNvSpPr/>
              <p:nvPr/>
            </p:nvSpPr>
            <p:spPr>
              <a:xfrm>
                <a:off x="8371350" y="7561400"/>
                <a:ext cx="1072350" cy="1300550"/>
              </a:xfrm>
              <a:custGeom>
                <a:avLst/>
                <a:gdLst/>
                <a:ahLst/>
                <a:cxnLst/>
                <a:rect l="l" t="t" r="r" b="b"/>
                <a:pathLst>
                  <a:path w="42894" h="52022" fill="none" extrusionOk="0">
                    <a:moveTo>
                      <a:pt x="32490" y="52021"/>
                    </a:moveTo>
                    <a:lnTo>
                      <a:pt x="42894" y="36415"/>
                    </a:lnTo>
                    <a:lnTo>
                      <a:pt x="13756" y="1"/>
                    </a:lnTo>
                    <a:lnTo>
                      <a:pt x="1" y="8299"/>
                    </a:lnTo>
                    <a:lnTo>
                      <a:pt x="42894" y="36415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8" name="Google Shape;728;p22"/>
              <p:cNvSpPr/>
              <p:nvPr/>
            </p:nvSpPr>
            <p:spPr>
              <a:xfrm>
                <a:off x="8371350" y="7030025"/>
                <a:ext cx="2414350" cy="775550"/>
              </a:xfrm>
              <a:custGeom>
                <a:avLst/>
                <a:gdLst/>
                <a:ahLst/>
                <a:cxnLst/>
                <a:rect l="l" t="t" r="r" b="b"/>
                <a:pathLst>
                  <a:path w="96574" h="31022" fill="none" extrusionOk="0">
                    <a:moveTo>
                      <a:pt x="1" y="29554"/>
                    </a:moveTo>
                    <a:lnTo>
                      <a:pt x="12288" y="4596"/>
                    </a:lnTo>
                    <a:lnTo>
                      <a:pt x="13756" y="21256"/>
                    </a:lnTo>
                    <a:lnTo>
                      <a:pt x="42064" y="31022"/>
                    </a:lnTo>
                    <a:lnTo>
                      <a:pt x="96574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9" name="Google Shape;729;p22"/>
              <p:cNvSpPr/>
              <p:nvPr/>
            </p:nvSpPr>
            <p:spPr>
              <a:xfrm>
                <a:off x="9422925" y="7800775"/>
                <a:ext cx="3101300" cy="1763275"/>
              </a:xfrm>
              <a:custGeom>
                <a:avLst/>
                <a:gdLst/>
                <a:ahLst/>
                <a:cxnLst/>
                <a:rect l="l" t="t" r="r" b="b"/>
                <a:pathLst>
                  <a:path w="124052" h="70531" fill="none" extrusionOk="0">
                    <a:moveTo>
                      <a:pt x="1" y="192"/>
                    </a:moveTo>
                    <a:lnTo>
                      <a:pt x="40373" y="43085"/>
                    </a:lnTo>
                    <a:lnTo>
                      <a:pt x="27447" y="0"/>
                    </a:lnTo>
                    <a:lnTo>
                      <a:pt x="1" y="192"/>
                    </a:lnTo>
                    <a:lnTo>
                      <a:pt x="831" y="26840"/>
                    </a:lnTo>
                    <a:lnTo>
                      <a:pt x="40373" y="43085"/>
                    </a:lnTo>
                    <a:lnTo>
                      <a:pt x="42862" y="54318"/>
                    </a:lnTo>
                    <a:lnTo>
                      <a:pt x="81159" y="57446"/>
                    </a:lnTo>
                    <a:lnTo>
                      <a:pt x="111541" y="52850"/>
                    </a:lnTo>
                    <a:lnTo>
                      <a:pt x="124052" y="7053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0" name="Google Shape;730;p22"/>
              <p:cNvSpPr/>
              <p:nvPr/>
            </p:nvSpPr>
            <p:spPr>
              <a:xfrm>
                <a:off x="10432225" y="7722575"/>
                <a:ext cx="1339625" cy="1514375"/>
              </a:xfrm>
              <a:custGeom>
                <a:avLst/>
                <a:gdLst/>
                <a:ahLst/>
                <a:cxnLst/>
                <a:rect l="l" t="t" r="r" b="b"/>
                <a:pathLst>
                  <a:path w="53585" h="60575" fill="none" extrusionOk="0">
                    <a:moveTo>
                      <a:pt x="19883" y="11234"/>
                    </a:moveTo>
                    <a:lnTo>
                      <a:pt x="1" y="46213"/>
                    </a:lnTo>
                    <a:lnTo>
                      <a:pt x="53585" y="1"/>
                    </a:lnTo>
                    <a:lnTo>
                      <a:pt x="40787" y="60574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1" name="Google Shape;731;p22"/>
              <p:cNvSpPr/>
              <p:nvPr/>
            </p:nvSpPr>
            <p:spPr>
              <a:xfrm>
                <a:off x="11771825" y="7722575"/>
                <a:ext cx="2263550" cy="1525525"/>
              </a:xfrm>
              <a:custGeom>
                <a:avLst/>
                <a:gdLst/>
                <a:ahLst/>
                <a:cxnLst/>
                <a:rect l="l" t="t" r="r" b="b"/>
                <a:pathLst>
                  <a:path w="90542" h="61021" fill="none" extrusionOk="0">
                    <a:moveTo>
                      <a:pt x="90542" y="48064"/>
                    </a:moveTo>
                    <a:lnTo>
                      <a:pt x="54957" y="61021"/>
                    </a:lnTo>
                    <a:lnTo>
                      <a:pt x="26553" y="34660"/>
                    </a:lnTo>
                    <a:lnTo>
                      <a:pt x="20107" y="13724"/>
                    </a:lnTo>
                    <a:lnTo>
                      <a:pt x="51223" y="24958"/>
                    </a:lnTo>
                    <a:lnTo>
                      <a:pt x="26553" y="34660"/>
                    </a:lnTo>
                    <a:lnTo>
                      <a:pt x="17585" y="55978"/>
                    </a:lnTo>
                    <a:lnTo>
                      <a:pt x="1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2" name="Google Shape;732;p22"/>
              <p:cNvSpPr/>
              <p:nvPr/>
            </p:nvSpPr>
            <p:spPr>
              <a:xfrm>
                <a:off x="12211450" y="9122025"/>
                <a:ext cx="934325" cy="126075"/>
              </a:xfrm>
              <a:custGeom>
                <a:avLst/>
                <a:gdLst/>
                <a:ahLst/>
                <a:cxnLst/>
                <a:rect l="l" t="t" r="r" b="b"/>
                <a:pathLst>
                  <a:path w="37373" h="5043" fill="none" extrusionOk="0">
                    <a:moveTo>
                      <a:pt x="37372" y="5043"/>
                    </a:moveTo>
                    <a:lnTo>
                      <a:pt x="0" y="0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3" name="Google Shape;733;p22"/>
              <p:cNvSpPr/>
              <p:nvPr/>
            </p:nvSpPr>
            <p:spPr>
              <a:xfrm>
                <a:off x="12768350" y="7914850"/>
                <a:ext cx="283275" cy="431675"/>
              </a:xfrm>
              <a:custGeom>
                <a:avLst/>
                <a:gdLst/>
                <a:ahLst/>
                <a:cxnLst/>
                <a:rect l="l" t="t" r="r" b="b"/>
                <a:pathLst>
                  <a:path w="11331" h="17267" fill="none" extrusionOk="0">
                    <a:moveTo>
                      <a:pt x="11330" y="17267"/>
                    </a:moveTo>
                    <a:lnTo>
                      <a:pt x="1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4" name="Google Shape;734;p22"/>
              <p:cNvSpPr/>
              <p:nvPr/>
            </p:nvSpPr>
            <p:spPr>
              <a:xfrm>
                <a:off x="8544500" y="6043875"/>
                <a:ext cx="435650" cy="511450"/>
              </a:xfrm>
              <a:custGeom>
                <a:avLst/>
                <a:gdLst/>
                <a:ahLst/>
                <a:cxnLst/>
                <a:rect l="l" t="t" r="r" b="b"/>
                <a:pathLst>
                  <a:path w="17426" h="20458" fill="none" extrusionOk="0">
                    <a:moveTo>
                      <a:pt x="0" y="20458"/>
                    </a:moveTo>
                    <a:lnTo>
                      <a:pt x="17426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grpSp>
            <p:nvGrpSpPr>
              <p:cNvPr id="735" name="Google Shape;735;p22"/>
              <p:cNvGrpSpPr/>
              <p:nvPr/>
            </p:nvGrpSpPr>
            <p:grpSpPr>
              <a:xfrm>
                <a:off x="7815250" y="6023125"/>
                <a:ext cx="6673300" cy="3521000"/>
                <a:chOff x="7815250" y="6023125"/>
                <a:chExt cx="6673300" cy="3521000"/>
              </a:xfrm>
            </p:grpSpPr>
            <p:sp>
              <p:nvSpPr>
                <p:cNvPr id="736" name="Google Shape;736;p22"/>
                <p:cNvSpPr/>
                <p:nvPr/>
              </p:nvSpPr>
              <p:spPr>
                <a:xfrm>
                  <a:off x="8526150" y="6537750"/>
                  <a:ext cx="367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9" h="1437" extrusionOk="0">
                      <a:moveTo>
                        <a:pt x="1468" y="703"/>
                      </a:moveTo>
                      <a:cubicBezTo>
                        <a:pt x="1468" y="1118"/>
                        <a:pt x="1149" y="1437"/>
                        <a:pt x="734" y="1437"/>
                      </a:cubicBezTo>
                      <a:cubicBezTo>
                        <a:pt x="351" y="1437"/>
                        <a:pt x="0" y="1118"/>
                        <a:pt x="0" y="703"/>
                      </a:cubicBezTo>
                      <a:cubicBezTo>
                        <a:pt x="0" y="320"/>
                        <a:pt x="351" y="1"/>
                        <a:pt x="734" y="1"/>
                      </a:cubicBezTo>
                      <a:cubicBezTo>
                        <a:pt x="1149" y="1"/>
                        <a:pt x="1468" y="320"/>
                        <a:pt x="1468" y="70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37" name="Google Shape;737;p22"/>
                <p:cNvSpPr/>
                <p:nvPr/>
              </p:nvSpPr>
              <p:spPr>
                <a:xfrm>
                  <a:off x="9129325" y="7033225"/>
                  <a:ext cx="359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437" extrusionOk="0">
                      <a:moveTo>
                        <a:pt x="1437" y="703"/>
                      </a:moveTo>
                      <a:cubicBezTo>
                        <a:pt x="1437" y="1117"/>
                        <a:pt x="1117" y="1437"/>
                        <a:pt x="735" y="1437"/>
                      </a:cubicBezTo>
                      <a:cubicBezTo>
                        <a:pt x="320" y="1437"/>
                        <a:pt x="0" y="1117"/>
                        <a:pt x="0" y="703"/>
                      </a:cubicBezTo>
                      <a:cubicBezTo>
                        <a:pt x="0" y="320"/>
                        <a:pt x="320" y="0"/>
                        <a:pt x="735" y="0"/>
                      </a:cubicBezTo>
                      <a:cubicBezTo>
                        <a:pt x="1117" y="0"/>
                        <a:pt x="1437" y="320"/>
                        <a:pt x="1437" y="70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38" name="Google Shape;738;p22"/>
                <p:cNvSpPr/>
                <p:nvPr/>
              </p:nvSpPr>
              <p:spPr>
                <a:xfrm>
                  <a:off x="8699275" y="7540675"/>
                  <a:ext cx="359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437" extrusionOk="0">
                      <a:moveTo>
                        <a:pt x="1437" y="702"/>
                      </a:moveTo>
                      <a:cubicBezTo>
                        <a:pt x="1437" y="1117"/>
                        <a:pt x="1118" y="1436"/>
                        <a:pt x="735" y="1436"/>
                      </a:cubicBezTo>
                      <a:cubicBezTo>
                        <a:pt x="320" y="1436"/>
                        <a:pt x="1" y="1117"/>
                        <a:pt x="1" y="702"/>
                      </a:cubicBezTo>
                      <a:cubicBezTo>
                        <a:pt x="1" y="319"/>
                        <a:pt x="320" y="0"/>
                        <a:pt x="735" y="0"/>
                      </a:cubicBezTo>
                      <a:cubicBezTo>
                        <a:pt x="1118" y="0"/>
                        <a:pt x="1437" y="319"/>
                        <a:pt x="1437" y="70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39" name="Google Shape;739;p22"/>
                <p:cNvSpPr/>
                <p:nvPr/>
              </p:nvSpPr>
              <p:spPr>
                <a:xfrm>
                  <a:off x="9165225" y="8843575"/>
                  <a:ext cx="35925" cy="3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469" extrusionOk="0">
                      <a:moveTo>
                        <a:pt x="1437" y="734"/>
                      </a:moveTo>
                      <a:cubicBezTo>
                        <a:pt x="1437" y="1149"/>
                        <a:pt x="1118" y="1468"/>
                        <a:pt x="735" y="1468"/>
                      </a:cubicBezTo>
                      <a:cubicBezTo>
                        <a:pt x="320" y="1468"/>
                        <a:pt x="1" y="1149"/>
                        <a:pt x="1" y="734"/>
                      </a:cubicBezTo>
                      <a:cubicBezTo>
                        <a:pt x="1" y="351"/>
                        <a:pt x="320" y="0"/>
                        <a:pt x="735" y="0"/>
                      </a:cubicBezTo>
                      <a:cubicBezTo>
                        <a:pt x="1118" y="0"/>
                        <a:pt x="1437" y="351"/>
                        <a:pt x="1437" y="73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40" name="Google Shape;740;p22"/>
                <p:cNvSpPr/>
                <p:nvPr/>
              </p:nvSpPr>
              <p:spPr>
                <a:xfrm>
                  <a:off x="13125800" y="9228150"/>
                  <a:ext cx="359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437" extrusionOk="0">
                      <a:moveTo>
                        <a:pt x="1436" y="702"/>
                      </a:moveTo>
                      <a:cubicBezTo>
                        <a:pt x="1436" y="1117"/>
                        <a:pt x="1117" y="1436"/>
                        <a:pt x="702" y="1436"/>
                      </a:cubicBezTo>
                      <a:cubicBezTo>
                        <a:pt x="319" y="1436"/>
                        <a:pt x="0" y="1117"/>
                        <a:pt x="0" y="702"/>
                      </a:cubicBezTo>
                      <a:cubicBezTo>
                        <a:pt x="0" y="319"/>
                        <a:pt x="319" y="0"/>
                        <a:pt x="702" y="0"/>
                      </a:cubicBezTo>
                      <a:cubicBezTo>
                        <a:pt x="1117" y="0"/>
                        <a:pt x="1436" y="319"/>
                        <a:pt x="1436" y="70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41" name="Google Shape;741;p22"/>
                <p:cNvSpPr/>
                <p:nvPr/>
              </p:nvSpPr>
              <p:spPr>
                <a:xfrm>
                  <a:off x="12750000" y="7896500"/>
                  <a:ext cx="36725" cy="3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9" h="1469" extrusionOk="0">
                      <a:moveTo>
                        <a:pt x="1469" y="735"/>
                      </a:moveTo>
                      <a:cubicBezTo>
                        <a:pt x="1469" y="1118"/>
                        <a:pt x="1118" y="1469"/>
                        <a:pt x="735" y="1469"/>
                      </a:cubicBezTo>
                      <a:cubicBezTo>
                        <a:pt x="352" y="1469"/>
                        <a:pt x="1" y="1118"/>
                        <a:pt x="1" y="735"/>
                      </a:cubicBezTo>
                      <a:cubicBezTo>
                        <a:pt x="1" y="352"/>
                        <a:pt x="352" y="1"/>
                        <a:pt x="735" y="1"/>
                      </a:cubicBezTo>
                      <a:cubicBezTo>
                        <a:pt x="1118" y="1"/>
                        <a:pt x="1469" y="352"/>
                        <a:pt x="1469" y="73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42" name="Google Shape;742;p22"/>
                <p:cNvSpPr/>
                <p:nvPr/>
              </p:nvSpPr>
              <p:spPr>
                <a:xfrm>
                  <a:off x="14017000" y="8906600"/>
                  <a:ext cx="367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9" h="1437" extrusionOk="0">
                      <a:moveTo>
                        <a:pt x="1469" y="703"/>
                      </a:moveTo>
                      <a:cubicBezTo>
                        <a:pt x="1469" y="1118"/>
                        <a:pt x="1118" y="1437"/>
                        <a:pt x="735" y="1437"/>
                      </a:cubicBezTo>
                      <a:cubicBezTo>
                        <a:pt x="352" y="1437"/>
                        <a:pt x="1" y="1118"/>
                        <a:pt x="1" y="703"/>
                      </a:cubicBezTo>
                      <a:cubicBezTo>
                        <a:pt x="1" y="320"/>
                        <a:pt x="352" y="1"/>
                        <a:pt x="735" y="1"/>
                      </a:cubicBezTo>
                      <a:cubicBezTo>
                        <a:pt x="1118" y="1"/>
                        <a:pt x="1469" y="320"/>
                        <a:pt x="1469" y="70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43" name="Google Shape;743;p22"/>
                <p:cNvSpPr/>
                <p:nvPr/>
              </p:nvSpPr>
              <p:spPr>
                <a:xfrm>
                  <a:off x="12255325" y="8041725"/>
                  <a:ext cx="359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437" extrusionOk="0">
                      <a:moveTo>
                        <a:pt x="1437" y="734"/>
                      </a:moveTo>
                      <a:cubicBezTo>
                        <a:pt x="1437" y="1117"/>
                        <a:pt x="1118" y="1436"/>
                        <a:pt x="735" y="1436"/>
                      </a:cubicBezTo>
                      <a:cubicBezTo>
                        <a:pt x="320" y="1436"/>
                        <a:pt x="1" y="1117"/>
                        <a:pt x="1" y="734"/>
                      </a:cubicBezTo>
                      <a:cubicBezTo>
                        <a:pt x="1" y="319"/>
                        <a:pt x="320" y="0"/>
                        <a:pt x="735" y="0"/>
                      </a:cubicBezTo>
                      <a:cubicBezTo>
                        <a:pt x="1118" y="0"/>
                        <a:pt x="1437" y="319"/>
                        <a:pt x="1437" y="73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44" name="Google Shape;744;p22"/>
                <p:cNvSpPr/>
                <p:nvPr/>
              </p:nvSpPr>
              <p:spPr>
                <a:xfrm>
                  <a:off x="9586500" y="6439625"/>
                  <a:ext cx="25550" cy="2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2" h="1022" extrusionOk="0">
                      <a:moveTo>
                        <a:pt x="1022" y="511"/>
                      </a:moveTo>
                      <a:cubicBezTo>
                        <a:pt x="1022" y="798"/>
                        <a:pt x="798" y="1021"/>
                        <a:pt x="511" y="1021"/>
                      </a:cubicBezTo>
                      <a:cubicBezTo>
                        <a:pt x="224" y="1021"/>
                        <a:pt x="0" y="798"/>
                        <a:pt x="0" y="511"/>
                      </a:cubicBezTo>
                      <a:cubicBezTo>
                        <a:pt x="0" y="224"/>
                        <a:pt x="224" y="0"/>
                        <a:pt x="511" y="0"/>
                      </a:cubicBezTo>
                      <a:cubicBezTo>
                        <a:pt x="798" y="0"/>
                        <a:pt x="1022" y="224"/>
                        <a:pt x="1022" y="5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45" name="Google Shape;745;p22"/>
                <p:cNvSpPr/>
                <p:nvPr/>
              </p:nvSpPr>
              <p:spPr>
                <a:xfrm>
                  <a:off x="8207800" y="6939075"/>
                  <a:ext cx="25550" cy="2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2" h="1022" extrusionOk="0">
                      <a:moveTo>
                        <a:pt x="1022" y="511"/>
                      </a:moveTo>
                      <a:cubicBezTo>
                        <a:pt x="1022" y="798"/>
                        <a:pt x="798" y="1022"/>
                        <a:pt x="511" y="1022"/>
                      </a:cubicBezTo>
                      <a:cubicBezTo>
                        <a:pt x="224" y="1022"/>
                        <a:pt x="0" y="798"/>
                        <a:pt x="0" y="511"/>
                      </a:cubicBezTo>
                      <a:cubicBezTo>
                        <a:pt x="0" y="256"/>
                        <a:pt x="224" y="1"/>
                        <a:pt x="511" y="1"/>
                      </a:cubicBezTo>
                      <a:cubicBezTo>
                        <a:pt x="798" y="1"/>
                        <a:pt x="1022" y="256"/>
                        <a:pt x="1022" y="5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46" name="Google Shape;746;p22"/>
                <p:cNvSpPr/>
                <p:nvPr/>
              </p:nvSpPr>
              <p:spPr>
                <a:xfrm>
                  <a:off x="8959375" y="602312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31"/>
                      </a:moveTo>
                      <a:cubicBezTo>
                        <a:pt x="1692" y="1309"/>
                        <a:pt x="1309" y="1692"/>
                        <a:pt x="831" y="1692"/>
                      </a:cubicBezTo>
                      <a:cubicBezTo>
                        <a:pt x="384" y="1692"/>
                        <a:pt x="1" y="1309"/>
                        <a:pt x="1" y="831"/>
                      </a:cubicBezTo>
                      <a:cubicBezTo>
                        <a:pt x="1" y="384"/>
                        <a:pt x="384" y="1"/>
                        <a:pt x="831" y="1"/>
                      </a:cubicBezTo>
                      <a:cubicBezTo>
                        <a:pt x="1309" y="1"/>
                        <a:pt x="1692" y="384"/>
                        <a:pt x="1692" y="83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47" name="Google Shape;747;p22"/>
                <p:cNvSpPr/>
                <p:nvPr/>
              </p:nvSpPr>
              <p:spPr>
                <a:xfrm>
                  <a:off x="9869725" y="697257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63"/>
                      </a:moveTo>
                      <a:cubicBezTo>
                        <a:pt x="1692" y="1309"/>
                        <a:pt x="1309" y="1692"/>
                        <a:pt x="831" y="1692"/>
                      </a:cubicBezTo>
                      <a:cubicBezTo>
                        <a:pt x="384" y="1692"/>
                        <a:pt x="1" y="1309"/>
                        <a:pt x="1" y="863"/>
                      </a:cubicBezTo>
                      <a:cubicBezTo>
                        <a:pt x="1" y="384"/>
                        <a:pt x="384" y="1"/>
                        <a:pt x="831" y="1"/>
                      </a:cubicBezTo>
                      <a:cubicBezTo>
                        <a:pt x="1309" y="1"/>
                        <a:pt x="1692" y="384"/>
                        <a:pt x="1692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48" name="Google Shape;748;p22"/>
                <p:cNvSpPr/>
                <p:nvPr/>
              </p:nvSpPr>
              <p:spPr>
                <a:xfrm>
                  <a:off x="10761750" y="7009300"/>
                  <a:ext cx="42300" cy="43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724" extrusionOk="0">
                      <a:moveTo>
                        <a:pt x="1692" y="862"/>
                      </a:moveTo>
                      <a:cubicBezTo>
                        <a:pt x="1692" y="1340"/>
                        <a:pt x="1309" y="1723"/>
                        <a:pt x="830" y="1723"/>
                      </a:cubicBezTo>
                      <a:cubicBezTo>
                        <a:pt x="351" y="1723"/>
                        <a:pt x="0" y="1340"/>
                        <a:pt x="0" y="862"/>
                      </a:cubicBezTo>
                      <a:cubicBezTo>
                        <a:pt x="0" y="383"/>
                        <a:pt x="351" y="0"/>
                        <a:pt x="830" y="0"/>
                      </a:cubicBezTo>
                      <a:cubicBezTo>
                        <a:pt x="1309" y="0"/>
                        <a:pt x="1692" y="383"/>
                        <a:pt x="1692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49" name="Google Shape;749;p22"/>
                <p:cNvSpPr/>
                <p:nvPr/>
              </p:nvSpPr>
              <p:spPr>
                <a:xfrm>
                  <a:off x="11751075" y="770102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63"/>
                      </a:moveTo>
                      <a:cubicBezTo>
                        <a:pt x="1692" y="1341"/>
                        <a:pt x="1309" y="1692"/>
                        <a:pt x="831" y="1692"/>
                      </a:cubicBezTo>
                      <a:cubicBezTo>
                        <a:pt x="352" y="1692"/>
                        <a:pt x="1" y="1341"/>
                        <a:pt x="1" y="863"/>
                      </a:cubicBezTo>
                      <a:cubicBezTo>
                        <a:pt x="1" y="384"/>
                        <a:pt x="352" y="1"/>
                        <a:pt x="831" y="1"/>
                      </a:cubicBezTo>
                      <a:cubicBezTo>
                        <a:pt x="1309" y="1"/>
                        <a:pt x="1692" y="384"/>
                        <a:pt x="1692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50" name="Google Shape;750;p22"/>
                <p:cNvSpPr/>
                <p:nvPr/>
              </p:nvSpPr>
              <p:spPr>
                <a:xfrm>
                  <a:off x="13032450" y="8323375"/>
                  <a:ext cx="43100" cy="42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" h="1692" extrusionOk="0">
                      <a:moveTo>
                        <a:pt x="1724" y="862"/>
                      </a:moveTo>
                      <a:cubicBezTo>
                        <a:pt x="1724" y="1340"/>
                        <a:pt x="1341" y="1692"/>
                        <a:pt x="862" y="1692"/>
                      </a:cubicBezTo>
                      <a:cubicBezTo>
                        <a:pt x="383" y="1692"/>
                        <a:pt x="0" y="1340"/>
                        <a:pt x="0" y="862"/>
                      </a:cubicBezTo>
                      <a:cubicBezTo>
                        <a:pt x="0" y="383"/>
                        <a:pt x="383" y="0"/>
                        <a:pt x="862" y="0"/>
                      </a:cubicBezTo>
                      <a:cubicBezTo>
                        <a:pt x="1341" y="0"/>
                        <a:pt x="1724" y="383"/>
                        <a:pt x="1724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51" name="Google Shape;751;p22"/>
                <p:cNvSpPr/>
                <p:nvPr/>
              </p:nvSpPr>
              <p:spPr>
                <a:xfrm>
                  <a:off x="14446250" y="9501800"/>
                  <a:ext cx="42300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693" extrusionOk="0">
                      <a:moveTo>
                        <a:pt x="1692" y="830"/>
                      </a:moveTo>
                      <a:cubicBezTo>
                        <a:pt x="1692" y="1309"/>
                        <a:pt x="1341" y="1692"/>
                        <a:pt x="862" y="1692"/>
                      </a:cubicBezTo>
                      <a:cubicBezTo>
                        <a:pt x="383" y="1692"/>
                        <a:pt x="0" y="1309"/>
                        <a:pt x="0" y="830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41" y="1"/>
                        <a:pt x="1692" y="384"/>
                        <a:pt x="1692" y="83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52" name="Google Shape;752;p22"/>
                <p:cNvSpPr/>
                <p:nvPr/>
              </p:nvSpPr>
              <p:spPr>
                <a:xfrm>
                  <a:off x="11427150" y="921297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62"/>
                      </a:moveTo>
                      <a:cubicBezTo>
                        <a:pt x="1692" y="1341"/>
                        <a:pt x="1309" y="1692"/>
                        <a:pt x="830" y="1692"/>
                      </a:cubicBezTo>
                      <a:cubicBezTo>
                        <a:pt x="352" y="1692"/>
                        <a:pt x="1" y="1341"/>
                        <a:pt x="1" y="862"/>
                      </a:cubicBezTo>
                      <a:cubicBezTo>
                        <a:pt x="1" y="384"/>
                        <a:pt x="352" y="1"/>
                        <a:pt x="830" y="1"/>
                      </a:cubicBezTo>
                      <a:cubicBezTo>
                        <a:pt x="1309" y="1"/>
                        <a:pt x="1692" y="384"/>
                        <a:pt x="1692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53" name="Google Shape;753;p22"/>
                <p:cNvSpPr/>
                <p:nvPr/>
              </p:nvSpPr>
              <p:spPr>
                <a:xfrm>
                  <a:off x="12190700" y="9100475"/>
                  <a:ext cx="42325" cy="4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725" extrusionOk="0">
                      <a:moveTo>
                        <a:pt x="1692" y="862"/>
                      </a:moveTo>
                      <a:cubicBezTo>
                        <a:pt x="1692" y="1341"/>
                        <a:pt x="1309" y="1724"/>
                        <a:pt x="830" y="1724"/>
                      </a:cubicBezTo>
                      <a:cubicBezTo>
                        <a:pt x="384" y="1724"/>
                        <a:pt x="1" y="1341"/>
                        <a:pt x="1" y="862"/>
                      </a:cubicBezTo>
                      <a:cubicBezTo>
                        <a:pt x="1" y="384"/>
                        <a:pt x="384" y="1"/>
                        <a:pt x="830" y="1"/>
                      </a:cubicBezTo>
                      <a:cubicBezTo>
                        <a:pt x="1309" y="1"/>
                        <a:pt x="1692" y="384"/>
                        <a:pt x="1692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54" name="Google Shape;754;p22"/>
                <p:cNvSpPr/>
                <p:nvPr/>
              </p:nvSpPr>
              <p:spPr>
                <a:xfrm>
                  <a:off x="12419700" y="8567500"/>
                  <a:ext cx="43100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" h="1693" extrusionOk="0">
                      <a:moveTo>
                        <a:pt x="1723" y="863"/>
                      </a:moveTo>
                      <a:cubicBezTo>
                        <a:pt x="1723" y="1309"/>
                        <a:pt x="1341" y="1692"/>
                        <a:pt x="862" y="1692"/>
                      </a:cubicBezTo>
                      <a:cubicBezTo>
                        <a:pt x="383" y="1692"/>
                        <a:pt x="0" y="1309"/>
                        <a:pt x="0" y="863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41" y="1"/>
                        <a:pt x="1723" y="384"/>
                        <a:pt x="1723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55" name="Google Shape;755;p22"/>
                <p:cNvSpPr/>
                <p:nvPr/>
              </p:nvSpPr>
              <p:spPr>
                <a:xfrm>
                  <a:off x="9401400" y="7784000"/>
                  <a:ext cx="42300" cy="4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725" extrusionOk="0">
                      <a:moveTo>
                        <a:pt x="1692" y="863"/>
                      </a:moveTo>
                      <a:cubicBezTo>
                        <a:pt x="1692" y="1341"/>
                        <a:pt x="1309" y="1724"/>
                        <a:pt x="862" y="1724"/>
                      </a:cubicBezTo>
                      <a:cubicBezTo>
                        <a:pt x="383" y="1724"/>
                        <a:pt x="0" y="1341"/>
                        <a:pt x="0" y="863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09" y="1"/>
                        <a:pt x="1692" y="384"/>
                        <a:pt x="1692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56" name="Google Shape;756;p22"/>
                <p:cNvSpPr/>
                <p:nvPr/>
              </p:nvSpPr>
              <p:spPr>
                <a:xfrm>
                  <a:off x="9415750" y="844542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31"/>
                      </a:moveTo>
                      <a:cubicBezTo>
                        <a:pt x="1692" y="1309"/>
                        <a:pt x="1309" y="1692"/>
                        <a:pt x="862" y="1692"/>
                      </a:cubicBezTo>
                      <a:cubicBezTo>
                        <a:pt x="384" y="1692"/>
                        <a:pt x="1" y="1309"/>
                        <a:pt x="1" y="831"/>
                      </a:cubicBezTo>
                      <a:cubicBezTo>
                        <a:pt x="1" y="352"/>
                        <a:pt x="384" y="1"/>
                        <a:pt x="862" y="1"/>
                      </a:cubicBezTo>
                      <a:cubicBezTo>
                        <a:pt x="1309" y="1"/>
                        <a:pt x="1692" y="352"/>
                        <a:pt x="1692" y="83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57" name="Google Shape;757;p22"/>
                <p:cNvSpPr/>
                <p:nvPr/>
              </p:nvSpPr>
              <p:spPr>
                <a:xfrm>
                  <a:off x="10410675" y="885632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63"/>
                      </a:moveTo>
                      <a:cubicBezTo>
                        <a:pt x="1692" y="1309"/>
                        <a:pt x="1341" y="1692"/>
                        <a:pt x="863" y="1692"/>
                      </a:cubicBezTo>
                      <a:cubicBezTo>
                        <a:pt x="384" y="1692"/>
                        <a:pt x="1" y="1309"/>
                        <a:pt x="1" y="863"/>
                      </a:cubicBezTo>
                      <a:cubicBezTo>
                        <a:pt x="1" y="384"/>
                        <a:pt x="384" y="1"/>
                        <a:pt x="863" y="1"/>
                      </a:cubicBezTo>
                      <a:cubicBezTo>
                        <a:pt x="1341" y="1"/>
                        <a:pt x="1692" y="384"/>
                        <a:pt x="1692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58" name="Google Shape;758;p22"/>
                <p:cNvSpPr/>
                <p:nvPr/>
              </p:nvSpPr>
              <p:spPr>
                <a:xfrm>
                  <a:off x="10907750" y="7981875"/>
                  <a:ext cx="42300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693" extrusionOk="0">
                      <a:moveTo>
                        <a:pt x="1692" y="862"/>
                      </a:moveTo>
                      <a:cubicBezTo>
                        <a:pt x="1692" y="1341"/>
                        <a:pt x="1309" y="1692"/>
                        <a:pt x="862" y="1692"/>
                      </a:cubicBezTo>
                      <a:cubicBezTo>
                        <a:pt x="383" y="1692"/>
                        <a:pt x="0" y="1341"/>
                        <a:pt x="0" y="862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09" y="1"/>
                        <a:pt x="1692" y="384"/>
                        <a:pt x="1692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59" name="Google Shape;759;p22"/>
                <p:cNvSpPr/>
                <p:nvPr/>
              </p:nvSpPr>
              <p:spPr>
                <a:xfrm>
                  <a:off x="10089150" y="7779225"/>
                  <a:ext cx="43100" cy="42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" h="1692" extrusionOk="0">
                      <a:moveTo>
                        <a:pt x="1724" y="862"/>
                      </a:moveTo>
                      <a:cubicBezTo>
                        <a:pt x="1724" y="1309"/>
                        <a:pt x="1341" y="1692"/>
                        <a:pt x="862" y="1692"/>
                      </a:cubicBezTo>
                      <a:cubicBezTo>
                        <a:pt x="383" y="1692"/>
                        <a:pt x="0" y="1309"/>
                        <a:pt x="0" y="862"/>
                      </a:cubicBezTo>
                      <a:cubicBezTo>
                        <a:pt x="0" y="383"/>
                        <a:pt x="383" y="0"/>
                        <a:pt x="862" y="0"/>
                      </a:cubicBezTo>
                      <a:cubicBezTo>
                        <a:pt x="1341" y="0"/>
                        <a:pt x="1724" y="383"/>
                        <a:pt x="1724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60" name="Google Shape;760;p22"/>
                <p:cNvSpPr/>
                <p:nvPr/>
              </p:nvSpPr>
              <p:spPr>
                <a:xfrm>
                  <a:off x="8353800" y="7746500"/>
                  <a:ext cx="431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5" h="1693" extrusionOk="0">
                      <a:moveTo>
                        <a:pt x="1724" y="863"/>
                      </a:moveTo>
                      <a:cubicBezTo>
                        <a:pt x="1724" y="1341"/>
                        <a:pt x="1341" y="1692"/>
                        <a:pt x="862" y="1692"/>
                      </a:cubicBezTo>
                      <a:cubicBezTo>
                        <a:pt x="384" y="1692"/>
                        <a:pt x="1" y="1341"/>
                        <a:pt x="1" y="863"/>
                      </a:cubicBezTo>
                      <a:cubicBezTo>
                        <a:pt x="1" y="384"/>
                        <a:pt x="384" y="1"/>
                        <a:pt x="862" y="1"/>
                      </a:cubicBezTo>
                      <a:cubicBezTo>
                        <a:pt x="1341" y="1"/>
                        <a:pt x="1724" y="384"/>
                        <a:pt x="1724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61" name="Google Shape;761;p22"/>
                <p:cNvSpPr/>
                <p:nvPr/>
              </p:nvSpPr>
              <p:spPr>
                <a:xfrm>
                  <a:off x="8654600" y="7123375"/>
                  <a:ext cx="42300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693" extrusionOk="0">
                      <a:moveTo>
                        <a:pt x="1692" y="831"/>
                      </a:moveTo>
                      <a:cubicBezTo>
                        <a:pt x="1692" y="1309"/>
                        <a:pt x="1309" y="1692"/>
                        <a:pt x="862" y="1692"/>
                      </a:cubicBezTo>
                      <a:cubicBezTo>
                        <a:pt x="383" y="1692"/>
                        <a:pt x="0" y="1309"/>
                        <a:pt x="0" y="831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09" y="1"/>
                        <a:pt x="1692" y="384"/>
                        <a:pt x="1692" y="83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62" name="Google Shape;762;p22"/>
                <p:cNvSpPr/>
                <p:nvPr/>
              </p:nvSpPr>
              <p:spPr>
                <a:xfrm>
                  <a:off x="7815250" y="7722575"/>
                  <a:ext cx="43100" cy="43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" h="1724" extrusionOk="0">
                      <a:moveTo>
                        <a:pt x="1724" y="862"/>
                      </a:moveTo>
                      <a:cubicBezTo>
                        <a:pt x="1724" y="1341"/>
                        <a:pt x="1341" y="1724"/>
                        <a:pt x="862" y="1724"/>
                      </a:cubicBezTo>
                      <a:cubicBezTo>
                        <a:pt x="384" y="1724"/>
                        <a:pt x="1" y="1341"/>
                        <a:pt x="1" y="862"/>
                      </a:cubicBezTo>
                      <a:cubicBezTo>
                        <a:pt x="1" y="383"/>
                        <a:pt x="384" y="1"/>
                        <a:pt x="862" y="1"/>
                      </a:cubicBezTo>
                      <a:cubicBezTo>
                        <a:pt x="1341" y="1"/>
                        <a:pt x="1724" y="383"/>
                        <a:pt x="1724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grpSp>
          <p:nvGrpSpPr>
            <p:cNvPr id="763" name="Google Shape;763;p22"/>
            <p:cNvGrpSpPr/>
            <p:nvPr/>
          </p:nvGrpSpPr>
          <p:grpSpPr>
            <a:xfrm>
              <a:off x="6226025" y="539494"/>
              <a:ext cx="1119226" cy="720958"/>
              <a:chOff x="7714450" y="2073044"/>
              <a:chExt cx="1119226" cy="720958"/>
            </a:xfrm>
          </p:grpSpPr>
          <p:sp>
            <p:nvSpPr>
              <p:cNvPr id="764" name="Google Shape;764;p22"/>
              <p:cNvSpPr/>
              <p:nvPr/>
            </p:nvSpPr>
            <p:spPr>
              <a:xfrm>
                <a:off x="7740398" y="2102385"/>
                <a:ext cx="1083165" cy="662294"/>
              </a:xfrm>
              <a:custGeom>
                <a:avLst/>
                <a:gdLst/>
                <a:ahLst/>
                <a:cxnLst/>
                <a:rect l="l" t="t" r="r" b="b"/>
                <a:pathLst>
                  <a:path w="30639" h="18734" fill="none" extrusionOk="0">
                    <a:moveTo>
                      <a:pt x="1" y="2266"/>
                    </a:moveTo>
                    <a:lnTo>
                      <a:pt x="12320" y="0"/>
                    </a:lnTo>
                    <a:lnTo>
                      <a:pt x="18703" y="957"/>
                    </a:lnTo>
                    <a:lnTo>
                      <a:pt x="18703" y="5394"/>
                    </a:lnTo>
                    <a:cubicBezTo>
                      <a:pt x="18703" y="5394"/>
                      <a:pt x="30639" y="7947"/>
                      <a:pt x="30479" y="8330"/>
                    </a:cubicBezTo>
                    <a:cubicBezTo>
                      <a:pt x="30319" y="8713"/>
                      <a:pt x="25022" y="18319"/>
                      <a:pt x="25022" y="18319"/>
                    </a:cubicBezTo>
                    <a:lnTo>
                      <a:pt x="12607" y="18734"/>
                    </a:lnTo>
                    <a:lnTo>
                      <a:pt x="18703" y="5394"/>
                    </a:lnTo>
                    <a:lnTo>
                      <a:pt x="25022" y="18319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5" name="Google Shape;765;p22"/>
              <p:cNvSpPr/>
              <p:nvPr/>
            </p:nvSpPr>
            <p:spPr>
              <a:xfrm>
                <a:off x="8175892" y="2102385"/>
                <a:ext cx="225690" cy="190691"/>
              </a:xfrm>
              <a:custGeom>
                <a:avLst/>
                <a:gdLst/>
                <a:ahLst/>
                <a:cxnLst/>
                <a:rect l="l" t="t" r="r" b="b"/>
                <a:pathLst>
                  <a:path w="6384" h="5394" fill="none" extrusionOk="0">
                    <a:moveTo>
                      <a:pt x="1" y="0"/>
                    </a:moveTo>
                    <a:lnTo>
                      <a:pt x="6384" y="5394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grpSp>
            <p:nvGrpSpPr>
              <p:cNvPr id="766" name="Google Shape;766;p22"/>
              <p:cNvGrpSpPr/>
              <p:nvPr/>
            </p:nvGrpSpPr>
            <p:grpSpPr>
              <a:xfrm>
                <a:off x="7714450" y="2073044"/>
                <a:ext cx="1119226" cy="720958"/>
                <a:chOff x="7714450" y="2073044"/>
                <a:chExt cx="1119226" cy="720958"/>
              </a:xfrm>
            </p:grpSpPr>
            <p:sp>
              <p:nvSpPr>
                <p:cNvPr id="767" name="Google Shape;767;p22"/>
                <p:cNvSpPr/>
                <p:nvPr/>
              </p:nvSpPr>
              <p:spPr>
                <a:xfrm>
                  <a:off x="8603502" y="2726267"/>
                  <a:ext cx="41787" cy="41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2" h="1182" extrusionOk="0">
                      <a:moveTo>
                        <a:pt x="351" y="160"/>
                      </a:moveTo>
                      <a:cubicBezTo>
                        <a:pt x="607" y="1"/>
                        <a:pt x="894" y="96"/>
                        <a:pt x="1053" y="352"/>
                      </a:cubicBezTo>
                      <a:cubicBezTo>
                        <a:pt x="1181" y="575"/>
                        <a:pt x="1085" y="894"/>
                        <a:pt x="862" y="1022"/>
                      </a:cubicBezTo>
                      <a:cubicBezTo>
                        <a:pt x="607" y="1182"/>
                        <a:pt x="287" y="1086"/>
                        <a:pt x="160" y="830"/>
                      </a:cubicBezTo>
                      <a:cubicBezTo>
                        <a:pt x="0" y="607"/>
                        <a:pt x="96" y="288"/>
                        <a:pt x="351" y="12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68" name="Google Shape;768;p22"/>
                <p:cNvSpPr/>
                <p:nvPr/>
              </p:nvSpPr>
              <p:spPr>
                <a:xfrm>
                  <a:off x="8793021" y="2376535"/>
                  <a:ext cx="40655" cy="41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0" h="1182" extrusionOk="0">
                      <a:moveTo>
                        <a:pt x="320" y="160"/>
                      </a:moveTo>
                      <a:cubicBezTo>
                        <a:pt x="575" y="0"/>
                        <a:pt x="894" y="96"/>
                        <a:pt x="1022" y="351"/>
                      </a:cubicBezTo>
                      <a:cubicBezTo>
                        <a:pt x="1150" y="575"/>
                        <a:pt x="1086" y="894"/>
                        <a:pt x="831" y="1021"/>
                      </a:cubicBezTo>
                      <a:cubicBezTo>
                        <a:pt x="575" y="1181"/>
                        <a:pt x="288" y="1085"/>
                        <a:pt x="128" y="830"/>
                      </a:cubicBezTo>
                      <a:cubicBezTo>
                        <a:pt x="1" y="607"/>
                        <a:pt x="97" y="287"/>
                        <a:pt x="320" y="16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69" name="Google Shape;769;p22"/>
                <p:cNvSpPr/>
                <p:nvPr/>
              </p:nvSpPr>
              <p:spPr>
                <a:xfrm>
                  <a:off x="8380117" y="2271613"/>
                  <a:ext cx="40655" cy="41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0" h="1182" extrusionOk="0">
                      <a:moveTo>
                        <a:pt x="319" y="128"/>
                      </a:moveTo>
                      <a:cubicBezTo>
                        <a:pt x="575" y="0"/>
                        <a:pt x="894" y="96"/>
                        <a:pt x="1021" y="319"/>
                      </a:cubicBezTo>
                      <a:cubicBezTo>
                        <a:pt x="1149" y="575"/>
                        <a:pt x="1053" y="894"/>
                        <a:pt x="830" y="1021"/>
                      </a:cubicBezTo>
                      <a:cubicBezTo>
                        <a:pt x="575" y="1181"/>
                        <a:pt x="255" y="1085"/>
                        <a:pt x="128" y="830"/>
                      </a:cubicBezTo>
                      <a:cubicBezTo>
                        <a:pt x="0" y="575"/>
                        <a:pt x="64" y="287"/>
                        <a:pt x="319" y="12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70" name="Google Shape;770;p22"/>
                <p:cNvSpPr/>
                <p:nvPr/>
              </p:nvSpPr>
              <p:spPr>
                <a:xfrm>
                  <a:off x="7714450" y="2159902"/>
                  <a:ext cx="40655" cy="41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0" h="1182" extrusionOk="0">
                      <a:moveTo>
                        <a:pt x="320" y="160"/>
                      </a:moveTo>
                      <a:cubicBezTo>
                        <a:pt x="575" y="1"/>
                        <a:pt x="894" y="96"/>
                        <a:pt x="1022" y="352"/>
                      </a:cubicBezTo>
                      <a:cubicBezTo>
                        <a:pt x="1150" y="607"/>
                        <a:pt x="1054" y="894"/>
                        <a:pt x="831" y="1054"/>
                      </a:cubicBezTo>
                      <a:cubicBezTo>
                        <a:pt x="575" y="1182"/>
                        <a:pt x="256" y="1086"/>
                        <a:pt x="128" y="862"/>
                      </a:cubicBezTo>
                      <a:cubicBezTo>
                        <a:pt x="1" y="607"/>
                        <a:pt x="65" y="288"/>
                        <a:pt x="320" y="16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71" name="Google Shape;771;p22"/>
                <p:cNvSpPr/>
                <p:nvPr/>
              </p:nvSpPr>
              <p:spPr>
                <a:xfrm>
                  <a:off x="8381248" y="2115925"/>
                  <a:ext cx="40655" cy="406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0" h="1149" extrusionOk="0">
                      <a:moveTo>
                        <a:pt x="319" y="128"/>
                      </a:moveTo>
                      <a:cubicBezTo>
                        <a:pt x="575" y="0"/>
                        <a:pt x="894" y="96"/>
                        <a:pt x="1021" y="319"/>
                      </a:cubicBezTo>
                      <a:cubicBezTo>
                        <a:pt x="1149" y="574"/>
                        <a:pt x="1085" y="894"/>
                        <a:pt x="830" y="1021"/>
                      </a:cubicBezTo>
                      <a:cubicBezTo>
                        <a:pt x="575" y="1149"/>
                        <a:pt x="287" y="1085"/>
                        <a:pt x="128" y="830"/>
                      </a:cubicBezTo>
                      <a:cubicBezTo>
                        <a:pt x="0" y="574"/>
                        <a:pt x="96" y="255"/>
                        <a:pt x="319" y="12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72" name="Google Shape;772;p22"/>
                <p:cNvSpPr/>
                <p:nvPr/>
              </p:nvSpPr>
              <p:spPr>
                <a:xfrm>
                  <a:off x="8155600" y="2725135"/>
                  <a:ext cx="67735" cy="688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6" h="1948" extrusionOk="0">
                      <a:moveTo>
                        <a:pt x="543" y="224"/>
                      </a:moveTo>
                      <a:cubicBezTo>
                        <a:pt x="958" y="1"/>
                        <a:pt x="1468" y="160"/>
                        <a:pt x="1692" y="543"/>
                      </a:cubicBezTo>
                      <a:cubicBezTo>
                        <a:pt x="1915" y="958"/>
                        <a:pt x="1787" y="1469"/>
                        <a:pt x="1373" y="1724"/>
                      </a:cubicBezTo>
                      <a:cubicBezTo>
                        <a:pt x="958" y="1948"/>
                        <a:pt x="447" y="1788"/>
                        <a:pt x="224" y="1405"/>
                      </a:cubicBezTo>
                      <a:cubicBezTo>
                        <a:pt x="0" y="990"/>
                        <a:pt x="128" y="480"/>
                        <a:pt x="543" y="22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73" name="Google Shape;773;p22"/>
                <p:cNvSpPr/>
                <p:nvPr/>
              </p:nvSpPr>
              <p:spPr>
                <a:xfrm>
                  <a:off x="8133010" y="2073044"/>
                  <a:ext cx="68867" cy="688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8" h="1948" extrusionOk="0">
                      <a:moveTo>
                        <a:pt x="575" y="256"/>
                      </a:moveTo>
                      <a:cubicBezTo>
                        <a:pt x="958" y="0"/>
                        <a:pt x="1501" y="160"/>
                        <a:pt x="1724" y="575"/>
                      </a:cubicBezTo>
                      <a:cubicBezTo>
                        <a:pt x="1948" y="958"/>
                        <a:pt x="1820" y="1500"/>
                        <a:pt x="1405" y="1724"/>
                      </a:cubicBezTo>
                      <a:cubicBezTo>
                        <a:pt x="990" y="1947"/>
                        <a:pt x="480" y="1819"/>
                        <a:pt x="256" y="1404"/>
                      </a:cubicBezTo>
                      <a:cubicBezTo>
                        <a:pt x="1" y="990"/>
                        <a:pt x="161" y="479"/>
                        <a:pt x="575" y="25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cxnSp>
          <p:nvCxnSpPr>
            <p:cNvPr id="774" name="Google Shape;774;p22"/>
            <p:cNvCxnSpPr/>
            <p:nvPr/>
          </p:nvCxnSpPr>
          <p:spPr>
            <a:xfrm rot="10800000" flipH="1">
              <a:off x="7329050" y="840175"/>
              <a:ext cx="802200" cy="2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5" name="Google Shape;775;p22"/>
            <p:cNvCxnSpPr/>
            <p:nvPr/>
          </p:nvCxnSpPr>
          <p:spPr>
            <a:xfrm flipH="1">
              <a:off x="7326275" y="442125"/>
              <a:ext cx="250500" cy="4218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6" name="Google Shape;776;p22"/>
            <p:cNvCxnSpPr/>
            <p:nvPr/>
          </p:nvCxnSpPr>
          <p:spPr>
            <a:xfrm>
              <a:off x="6863125" y="374300"/>
              <a:ext cx="47100" cy="2331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7" name="Google Shape;777;p22"/>
            <p:cNvCxnSpPr/>
            <p:nvPr/>
          </p:nvCxnSpPr>
          <p:spPr>
            <a:xfrm>
              <a:off x="6913525" y="606175"/>
              <a:ext cx="418500" cy="2526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78" name="Google Shape;778;p22"/>
          <p:cNvGrpSpPr/>
          <p:nvPr/>
        </p:nvGrpSpPr>
        <p:grpSpPr>
          <a:xfrm>
            <a:off x="-534933" y="4625187"/>
            <a:ext cx="4221772" cy="3885255"/>
            <a:chOff x="-344050" y="3449840"/>
            <a:chExt cx="3166329" cy="2913941"/>
          </a:xfrm>
        </p:grpSpPr>
        <p:sp>
          <p:nvSpPr>
            <p:cNvPr id="779" name="Google Shape;779;p22"/>
            <p:cNvSpPr/>
            <p:nvPr/>
          </p:nvSpPr>
          <p:spPr>
            <a:xfrm rot="-2514592" flipH="1">
              <a:off x="-39972" y="4714918"/>
              <a:ext cx="34477" cy="34498"/>
            </a:xfrm>
            <a:custGeom>
              <a:avLst/>
              <a:gdLst/>
              <a:ahLst/>
              <a:cxnLst/>
              <a:rect l="l" t="t" r="r" b="b"/>
              <a:pathLst>
                <a:path w="1704" h="1705" extrusionOk="0">
                  <a:moveTo>
                    <a:pt x="868" y="1"/>
                  </a:moveTo>
                  <a:cubicBezTo>
                    <a:pt x="386" y="1"/>
                    <a:pt x="0" y="387"/>
                    <a:pt x="0" y="869"/>
                  </a:cubicBezTo>
                  <a:cubicBezTo>
                    <a:pt x="0" y="1319"/>
                    <a:pt x="386" y="1705"/>
                    <a:pt x="868" y="1705"/>
                  </a:cubicBezTo>
                  <a:cubicBezTo>
                    <a:pt x="1318" y="1705"/>
                    <a:pt x="1704" y="1319"/>
                    <a:pt x="1704" y="869"/>
                  </a:cubicBezTo>
                  <a:cubicBezTo>
                    <a:pt x="1704" y="387"/>
                    <a:pt x="1318" y="1"/>
                    <a:pt x="8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0" name="Google Shape;780;p22"/>
            <p:cNvSpPr/>
            <p:nvPr/>
          </p:nvSpPr>
          <p:spPr>
            <a:xfrm rot="-2514592" flipH="1">
              <a:off x="1157106" y="5359716"/>
              <a:ext cx="33830" cy="33830"/>
            </a:xfrm>
            <a:custGeom>
              <a:avLst/>
              <a:gdLst/>
              <a:ahLst/>
              <a:cxnLst/>
              <a:rect l="l" t="t" r="r" b="b"/>
              <a:pathLst>
                <a:path w="1672" h="1672" extrusionOk="0">
                  <a:moveTo>
                    <a:pt x="836" y="0"/>
                  </a:moveTo>
                  <a:cubicBezTo>
                    <a:pt x="386" y="0"/>
                    <a:pt x="0" y="354"/>
                    <a:pt x="0" y="836"/>
                  </a:cubicBezTo>
                  <a:cubicBezTo>
                    <a:pt x="0" y="1286"/>
                    <a:pt x="386" y="1672"/>
                    <a:pt x="836" y="1672"/>
                  </a:cubicBezTo>
                  <a:cubicBezTo>
                    <a:pt x="1318" y="1672"/>
                    <a:pt x="1672" y="1286"/>
                    <a:pt x="1672" y="836"/>
                  </a:cubicBezTo>
                  <a:cubicBezTo>
                    <a:pt x="1672" y="354"/>
                    <a:pt x="1318" y="0"/>
                    <a:pt x="8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1" name="Google Shape;781;p22"/>
            <p:cNvSpPr/>
            <p:nvPr/>
          </p:nvSpPr>
          <p:spPr>
            <a:xfrm rot="-2514592" flipH="1">
              <a:off x="2342326" y="5460687"/>
              <a:ext cx="34477" cy="34498"/>
            </a:xfrm>
            <a:custGeom>
              <a:avLst/>
              <a:gdLst/>
              <a:ahLst/>
              <a:cxnLst/>
              <a:rect l="l" t="t" r="r" b="b"/>
              <a:pathLst>
                <a:path w="1704" h="1705" extrusionOk="0">
                  <a:moveTo>
                    <a:pt x="868" y="1"/>
                  </a:moveTo>
                  <a:cubicBezTo>
                    <a:pt x="386" y="1"/>
                    <a:pt x="0" y="386"/>
                    <a:pt x="0" y="869"/>
                  </a:cubicBezTo>
                  <a:cubicBezTo>
                    <a:pt x="0" y="1319"/>
                    <a:pt x="386" y="1704"/>
                    <a:pt x="868" y="1704"/>
                  </a:cubicBezTo>
                  <a:cubicBezTo>
                    <a:pt x="1318" y="1704"/>
                    <a:pt x="1704" y="1319"/>
                    <a:pt x="1704" y="869"/>
                  </a:cubicBezTo>
                  <a:cubicBezTo>
                    <a:pt x="1704" y="386"/>
                    <a:pt x="1318" y="1"/>
                    <a:pt x="8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2" name="Google Shape;782;p22"/>
            <p:cNvSpPr/>
            <p:nvPr/>
          </p:nvSpPr>
          <p:spPr>
            <a:xfrm rot="-2514592" flipH="1">
              <a:off x="962018" y="4539199"/>
              <a:ext cx="34498" cy="34498"/>
            </a:xfrm>
            <a:custGeom>
              <a:avLst/>
              <a:gdLst/>
              <a:ahLst/>
              <a:cxnLst/>
              <a:rect l="l" t="t" r="r" b="b"/>
              <a:pathLst>
                <a:path w="1705" h="1705" extrusionOk="0">
                  <a:moveTo>
                    <a:pt x="868" y="1"/>
                  </a:moveTo>
                  <a:cubicBezTo>
                    <a:pt x="386" y="1"/>
                    <a:pt x="0" y="386"/>
                    <a:pt x="0" y="868"/>
                  </a:cubicBezTo>
                  <a:cubicBezTo>
                    <a:pt x="0" y="1318"/>
                    <a:pt x="386" y="1704"/>
                    <a:pt x="868" y="1704"/>
                  </a:cubicBezTo>
                  <a:cubicBezTo>
                    <a:pt x="1318" y="1704"/>
                    <a:pt x="1704" y="1318"/>
                    <a:pt x="1704" y="868"/>
                  </a:cubicBezTo>
                  <a:cubicBezTo>
                    <a:pt x="1704" y="386"/>
                    <a:pt x="1318" y="1"/>
                    <a:pt x="8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3" name="Google Shape;783;p22"/>
            <p:cNvSpPr/>
            <p:nvPr/>
          </p:nvSpPr>
          <p:spPr>
            <a:xfrm rot="-2514592" flipH="1">
              <a:off x="1283854" y="5675742"/>
              <a:ext cx="34498" cy="34477"/>
            </a:xfrm>
            <a:custGeom>
              <a:avLst/>
              <a:gdLst/>
              <a:ahLst/>
              <a:cxnLst/>
              <a:rect l="l" t="t" r="r" b="b"/>
              <a:pathLst>
                <a:path w="1705" h="1704" extrusionOk="0">
                  <a:moveTo>
                    <a:pt x="837" y="0"/>
                  </a:moveTo>
                  <a:cubicBezTo>
                    <a:pt x="387" y="0"/>
                    <a:pt x="1" y="386"/>
                    <a:pt x="1" y="836"/>
                  </a:cubicBezTo>
                  <a:cubicBezTo>
                    <a:pt x="1" y="1318"/>
                    <a:pt x="387" y="1704"/>
                    <a:pt x="837" y="1704"/>
                  </a:cubicBezTo>
                  <a:cubicBezTo>
                    <a:pt x="1319" y="1704"/>
                    <a:pt x="1705" y="1318"/>
                    <a:pt x="1705" y="836"/>
                  </a:cubicBezTo>
                  <a:cubicBezTo>
                    <a:pt x="1705" y="386"/>
                    <a:pt x="1319" y="0"/>
                    <a:pt x="8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4" name="Google Shape;784;p22"/>
            <p:cNvSpPr/>
            <p:nvPr/>
          </p:nvSpPr>
          <p:spPr>
            <a:xfrm rot="-2514592" flipH="1">
              <a:off x="400982" y="4271230"/>
              <a:ext cx="55965" cy="55965"/>
            </a:xfrm>
            <a:custGeom>
              <a:avLst/>
              <a:gdLst/>
              <a:ahLst/>
              <a:cxnLst/>
              <a:rect l="l" t="t" r="r" b="b"/>
              <a:pathLst>
                <a:path w="2766" h="2766" extrusionOk="0">
                  <a:moveTo>
                    <a:pt x="1383" y="1"/>
                  </a:moveTo>
                  <a:cubicBezTo>
                    <a:pt x="644" y="1"/>
                    <a:pt x="1" y="644"/>
                    <a:pt x="1" y="1383"/>
                  </a:cubicBezTo>
                  <a:cubicBezTo>
                    <a:pt x="1" y="2155"/>
                    <a:pt x="644" y="2765"/>
                    <a:pt x="1383" y="2765"/>
                  </a:cubicBezTo>
                  <a:cubicBezTo>
                    <a:pt x="2155" y="2765"/>
                    <a:pt x="2765" y="2155"/>
                    <a:pt x="2765" y="1383"/>
                  </a:cubicBezTo>
                  <a:cubicBezTo>
                    <a:pt x="2765" y="644"/>
                    <a:pt x="2155" y="1"/>
                    <a:pt x="13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5" name="Google Shape;785;p22"/>
            <p:cNvSpPr/>
            <p:nvPr/>
          </p:nvSpPr>
          <p:spPr>
            <a:xfrm rot="-2514592" flipH="1">
              <a:off x="1855218" y="5491574"/>
              <a:ext cx="55945" cy="55297"/>
            </a:xfrm>
            <a:custGeom>
              <a:avLst/>
              <a:gdLst/>
              <a:ahLst/>
              <a:cxnLst/>
              <a:rect l="l" t="t" r="r" b="b"/>
              <a:pathLst>
                <a:path w="2765" h="2733" extrusionOk="0">
                  <a:moveTo>
                    <a:pt x="1383" y="1"/>
                  </a:moveTo>
                  <a:cubicBezTo>
                    <a:pt x="611" y="1"/>
                    <a:pt x="1" y="611"/>
                    <a:pt x="1" y="1383"/>
                  </a:cubicBezTo>
                  <a:cubicBezTo>
                    <a:pt x="1" y="2122"/>
                    <a:pt x="611" y="2733"/>
                    <a:pt x="1383" y="2733"/>
                  </a:cubicBezTo>
                  <a:cubicBezTo>
                    <a:pt x="2122" y="2733"/>
                    <a:pt x="2765" y="2122"/>
                    <a:pt x="2765" y="1383"/>
                  </a:cubicBezTo>
                  <a:cubicBezTo>
                    <a:pt x="2765" y="611"/>
                    <a:pt x="2122" y="1"/>
                    <a:pt x="13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6" name="Google Shape;786;p22"/>
            <p:cNvSpPr/>
            <p:nvPr/>
          </p:nvSpPr>
          <p:spPr>
            <a:xfrm rot="-2514592" flipH="1">
              <a:off x="1086589" y="6057480"/>
              <a:ext cx="55965" cy="55945"/>
            </a:xfrm>
            <a:custGeom>
              <a:avLst/>
              <a:gdLst/>
              <a:ahLst/>
              <a:cxnLst/>
              <a:rect l="l" t="t" r="r" b="b"/>
              <a:pathLst>
                <a:path w="2766" h="2765" extrusionOk="0">
                  <a:moveTo>
                    <a:pt x="1383" y="0"/>
                  </a:moveTo>
                  <a:cubicBezTo>
                    <a:pt x="611" y="0"/>
                    <a:pt x="1" y="611"/>
                    <a:pt x="1" y="1382"/>
                  </a:cubicBezTo>
                  <a:cubicBezTo>
                    <a:pt x="1" y="2154"/>
                    <a:pt x="611" y="2764"/>
                    <a:pt x="1383" y="2764"/>
                  </a:cubicBezTo>
                  <a:cubicBezTo>
                    <a:pt x="2122" y="2764"/>
                    <a:pt x="2765" y="2154"/>
                    <a:pt x="2765" y="1382"/>
                  </a:cubicBezTo>
                  <a:cubicBezTo>
                    <a:pt x="2765" y="611"/>
                    <a:pt x="2122" y="0"/>
                    <a:pt x="13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7" name="Google Shape;787;p22"/>
            <p:cNvSpPr/>
            <p:nvPr/>
          </p:nvSpPr>
          <p:spPr>
            <a:xfrm rot="-2514592" flipH="1">
              <a:off x="843732" y="4914914"/>
              <a:ext cx="55297" cy="55297"/>
            </a:xfrm>
            <a:custGeom>
              <a:avLst/>
              <a:gdLst/>
              <a:ahLst/>
              <a:cxnLst/>
              <a:rect l="l" t="t" r="r" b="b"/>
              <a:pathLst>
                <a:path w="2733" h="2733" extrusionOk="0">
                  <a:moveTo>
                    <a:pt x="1383" y="0"/>
                  </a:moveTo>
                  <a:cubicBezTo>
                    <a:pt x="611" y="0"/>
                    <a:pt x="0" y="611"/>
                    <a:pt x="0" y="1382"/>
                  </a:cubicBezTo>
                  <a:cubicBezTo>
                    <a:pt x="0" y="2122"/>
                    <a:pt x="611" y="2732"/>
                    <a:pt x="1383" y="2732"/>
                  </a:cubicBezTo>
                  <a:cubicBezTo>
                    <a:pt x="2122" y="2732"/>
                    <a:pt x="2733" y="2122"/>
                    <a:pt x="2733" y="1382"/>
                  </a:cubicBezTo>
                  <a:cubicBezTo>
                    <a:pt x="2733" y="611"/>
                    <a:pt x="2122" y="0"/>
                    <a:pt x="13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8" name="Google Shape;788;p22"/>
            <p:cNvSpPr/>
            <p:nvPr/>
          </p:nvSpPr>
          <p:spPr>
            <a:xfrm rot="-2514592" flipH="1">
              <a:off x="489140" y="5937082"/>
              <a:ext cx="72860" cy="72860"/>
            </a:xfrm>
            <a:custGeom>
              <a:avLst/>
              <a:gdLst/>
              <a:ahLst/>
              <a:cxnLst/>
              <a:rect l="l" t="t" r="r" b="b"/>
              <a:pathLst>
                <a:path w="3601" h="3601" extrusionOk="0">
                  <a:moveTo>
                    <a:pt x="1801" y="0"/>
                  </a:moveTo>
                  <a:cubicBezTo>
                    <a:pt x="804" y="0"/>
                    <a:pt x="1" y="804"/>
                    <a:pt x="1" y="1800"/>
                  </a:cubicBezTo>
                  <a:cubicBezTo>
                    <a:pt x="1" y="2797"/>
                    <a:pt x="804" y="3600"/>
                    <a:pt x="1801" y="3600"/>
                  </a:cubicBezTo>
                  <a:cubicBezTo>
                    <a:pt x="2797" y="3600"/>
                    <a:pt x="3601" y="2797"/>
                    <a:pt x="3601" y="1800"/>
                  </a:cubicBezTo>
                  <a:cubicBezTo>
                    <a:pt x="3601" y="804"/>
                    <a:pt x="2797" y="0"/>
                    <a:pt x="18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9" name="Google Shape;789;p22"/>
            <p:cNvSpPr/>
            <p:nvPr/>
          </p:nvSpPr>
          <p:spPr>
            <a:xfrm rot="-2514592" flipH="1">
              <a:off x="1609414" y="4993322"/>
              <a:ext cx="73507" cy="72860"/>
            </a:xfrm>
            <a:custGeom>
              <a:avLst/>
              <a:gdLst/>
              <a:ahLst/>
              <a:cxnLst/>
              <a:rect l="l" t="t" r="r" b="b"/>
              <a:pathLst>
                <a:path w="3633" h="3601" extrusionOk="0">
                  <a:moveTo>
                    <a:pt x="1800" y="0"/>
                  </a:moveTo>
                  <a:cubicBezTo>
                    <a:pt x="804" y="0"/>
                    <a:pt x="0" y="804"/>
                    <a:pt x="0" y="1801"/>
                  </a:cubicBezTo>
                  <a:cubicBezTo>
                    <a:pt x="0" y="2797"/>
                    <a:pt x="804" y="3601"/>
                    <a:pt x="1800" y="3601"/>
                  </a:cubicBezTo>
                  <a:cubicBezTo>
                    <a:pt x="2797" y="3601"/>
                    <a:pt x="3632" y="2797"/>
                    <a:pt x="3632" y="1801"/>
                  </a:cubicBezTo>
                  <a:cubicBezTo>
                    <a:pt x="3632" y="804"/>
                    <a:pt x="2797" y="0"/>
                    <a:pt x="18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0" name="Google Shape;790;p22"/>
            <p:cNvSpPr/>
            <p:nvPr/>
          </p:nvSpPr>
          <p:spPr>
            <a:xfrm rot="-2514592" flipH="1">
              <a:off x="375921" y="5355269"/>
              <a:ext cx="72880" cy="72860"/>
            </a:xfrm>
            <a:custGeom>
              <a:avLst/>
              <a:gdLst/>
              <a:ahLst/>
              <a:cxnLst/>
              <a:rect l="l" t="t" r="r" b="b"/>
              <a:pathLst>
                <a:path w="3602" h="3601" extrusionOk="0">
                  <a:moveTo>
                    <a:pt x="1801" y="0"/>
                  </a:moveTo>
                  <a:cubicBezTo>
                    <a:pt x="805" y="0"/>
                    <a:pt x="1" y="804"/>
                    <a:pt x="1" y="1800"/>
                  </a:cubicBezTo>
                  <a:cubicBezTo>
                    <a:pt x="1" y="2797"/>
                    <a:pt x="805" y="3600"/>
                    <a:pt x="1801" y="3600"/>
                  </a:cubicBezTo>
                  <a:cubicBezTo>
                    <a:pt x="2797" y="3600"/>
                    <a:pt x="3601" y="2797"/>
                    <a:pt x="3601" y="1800"/>
                  </a:cubicBezTo>
                  <a:cubicBezTo>
                    <a:pt x="3601" y="804"/>
                    <a:pt x="2797" y="0"/>
                    <a:pt x="18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1" name="Google Shape;791;p22"/>
            <p:cNvSpPr/>
            <p:nvPr/>
          </p:nvSpPr>
          <p:spPr>
            <a:xfrm rot="-2514592" flipH="1">
              <a:off x="-328813" y="4080966"/>
              <a:ext cx="72860" cy="73528"/>
            </a:xfrm>
            <a:custGeom>
              <a:avLst/>
              <a:gdLst/>
              <a:ahLst/>
              <a:cxnLst/>
              <a:rect l="l" t="t" r="r" b="b"/>
              <a:pathLst>
                <a:path w="3601" h="3634" extrusionOk="0">
                  <a:moveTo>
                    <a:pt x="1800" y="1"/>
                  </a:moveTo>
                  <a:cubicBezTo>
                    <a:pt x="804" y="1"/>
                    <a:pt x="0" y="837"/>
                    <a:pt x="0" y="1833"/>
                  </a:cubicBezTo>
                  <a:cubicBezTo>
                    <a:pt x="0" y="2830"/>
                    <a:pt x="804" y="3633"/>
                    <a:pt x="1800" y="3633"/>
                  </a:cubicBezTo>
                  <a:cubicBezTo>
                    <a:pt x="2797" y="3633"/>
                    <a:pt x="3601" y="2830"/>
                    <a:pt x="3601" y="1833"/>
                  </a:cubicBezTo>
                  <a:cubicBezTo>
                    <a:pt x="3601" y="837"/>
                    <a:pt x="2797" y="1"/>
                    <a:pt x="18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792" name="Google Shape;792;p22"/>
            <p:cNvCxnSpPr/>
            <p:nvPr/>
          </p:nvCxnSpPr>
          <p:spPr>
            <a:xfrm>
              <a:off x="-299000" y="4104775"/>
              <a:ext cx="276600" cy="629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3" name="Google Shape;793;p22"/>
            <p:cNvCxnSpPr/>
            <p:nvPr/>
          </p:nvCxnSpPr>
          <p:spPr>
            <a:xfrm>
              <a:off x="-25075" y="4732475"/>
              <a:ext cx="905100" cy="2136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4" name="Google Shape;794;p22"/>
            <p:cNvCxnSpPr/>
            <p:nvPr/>
          </p:nvCxnSpPr>
          <p:spPr>
            <a:xfrm flipH="1">
              <a:off x="409900" y="4941575"/>
              <a:ext cx="461400" cy="4425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5" name="Google Shape;795;p22"/>
            <p:cNvCxnSpPr/>
            <p:nvPr/>
          </p:nvCxnSpPr>
          <p:spPr>
            <a:xfrm>
              <a:off x="405025" y="5396875"/>
              <a:ext cx="720600" cy="7041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96" name="Google Shape;796;p22"/>
            <p:cNvGrpSpPr/>
            <p:nvPr/>
          </p:nvGrpSpPr>
          <p:grpSpPr>
            <a:xfrm rot="-2514592" flipH="1">
              <a:off x="400069" y="3822937"/>
              <a:ext cx="1947286" cy="2167748"/>
              <a:chOff x="9369050" y="2959875"/>
              <a:chExt cx="2406050" cy="2678450"/>
            </a:xfrm>
          </p:grpSpPr>
          <p:sp>
            <p:nvSpPr>
              <p:cNvPr id="797" name="Google Shape;797;p22"/>
              <p:cNvSpPr/>
              <p:nvPr/>
            </p:nvSpPr>
            <p:spPr>
              <a:xfrm>
                <a:off x="10940125" y="2959875"/>
                <a:ext cx="776300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31052" h="1061" fill="none" extrusionOk="0">
                    <a:moveTo>
                      <a:pt x="0" y="0"/>
                    </a:moveTo>
                    <a:lnTo>
                      <a:pt x="31052" y="1061"/>
                    </a:lnTo>
                  </a:path>
                </a:pathLst>
              </a:custGeom>
              <a:noFill/>
              <a:ln w="12050" cap="flat" cmpd="sng">
                <a:solidFill>
                  <a:schemeClr val="accent2"/>
                </a:solidFill>
                <a:prstDash val="solid"/>
                <a:miter lim="3214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8" name="Google Shape;798;p22"/>
              <p:cNvSpPr/>
              <p:nvPr/>
            </p:nvSpPr>
            <p:spPr>
              <a:xfrm>
                <a:off x="10137300" y="5289525"/>
                <a:ext cx="474175" cy="348800"/>
              </a:xfrm>
              <a:custGeom>
                <a:avLst/>
                <a:gdLst/>
                <a:ahLst/>
                <a:cxnLst/>
                <a:rect l="l" t="t" r="r" b="b"/>
                <a:pathLst>
                  <a:path w="18967" h="13952" fill="none" extrusionOk="0">
                    <a:moveTo>
                      <a:pt x="18966" y="1"/>
                    </a:moveTo>
                    <a:lnTo>
                      <a:pt x="1" y="13952"/>
                    </a:lnTo>
                  </a:path>
                </a:pathLst>
              </a:custGeom>
              <a:noFill/>
              <a:ln w="12050" cap="flat" cmpd="sng">
                <a:solidFill>
                  <a:schemeClr val="accent2"/>
                </a:solidFill>
                <a:prstDash val="solid"/>
                <a:miter lim="3214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9" name="Google Shape;799;p22"/>
              <p:cNvSpPr/>
              <p:nvPr/>
            </p:nvSpPr>
            <p:spPr>
              <a:xfrm>
                <a:off x="10646000" y="3651775"/>
                <a:ext cx="421925" cy="277275"/>
              </a:xfrm>
              <a:custGeom>
                <a:avLst/>
                <a:gdLst/>
                <a:ahLst/>
                <a:cxnLst/>
                <a:rect l="l" t="t" r="r" b="b"/>
                <a:pathLst>
                  <a:path w="16877" h="11091" fill="none" extrusionOk="0">
                    <a:moveTo>
                      <a:pt x="16876" y="11090"/>
                    </a:moveTo>
                    <a:lnTo>
                      <a:pt x="0" y="0"/>
                    </a:lnTo>
                  </a:path>
                </a:pathLst>
              </a:custGeom>
              <a:noFill/>
              <a:ln w="12050" cap="flat" cmpd="sng">
                <a:solidFill>
                  <a:schemeClr val="accent2"/>
                </a:solidFill>
                <a:prstDash val="solid"/>
                <a:miter lim="3214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0" name="Google Shape;800;p22"/>
              <p:cNvSpPr/>
              <p:nvPr/>
            </p:nvSpPr>
            <p:spPr>
              <a:xfrm>
                <a:off x="9369050" y="4637000"/>
                <a:ext cx="2406050" cy="998125"/>
              </a:xfrm>
              <a:custGeom>
                <a:avLst/>
                <a:gdLst/>
                <a:ahLst/>
                <a:cxnLst/>
                <a:rect l="l" t="t" r="r" b="b"/>
                <a:pathLst>
                  <a:path w="96242" h="39925" fill="none" extrusionOk="0">
                    <a:moveTo>
                      <a:pt x="76633" y="12987"/>
                    </a:moveTo>
                    <a:lnTo>
                      <a:pt x="42142" y="1"/>
                    </a:lnTo>
                    <a:lnTo>
                      <a:pt x="79880" y="39924"/>
                    </a:lnTo>
                    <a:lnTo>
                      <a:pt x="76633" y="12987"/>
                    </a:lnTo>
                    <a:lnTo>
                      <a:pt x="96241" y="21698"/>
                    </a:lnTo>
                    <a:lnTo>
                      <a:pt x="79880" y="39924"/>
                    </a:lnTo>
                    <a:lnTo>
                      <a:pt x="49696" y="26102"/>
                    </a:lnTo>
                    <a:lnTo>
                      <a:pt x="42142" y="1"/>
                    </a:lnTo>
                    <a:lnTo>
                      <a:pt x="1" y="22630"/>
                    </a:lnTo>
                    <a:lnTo>
                      <a:pt x="49696" y="26102"/>
                    </a:lnTo>
                  </a:path>
                </a:pathLst>
              </a:custGeom>
              <a:noFill/>
              <a:ln w="12050" cap="flat" cmpd="sng">
                <a:solidFill>
                  <a:schemeClr val="accent2"/>
                </a:solidFill>
                <a:prstDash val="solid"/>
                <a:miter lim="3214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1" name="Google Shape;801;p22"/>
              <p:cNvSpPr/>
              <p:nvPr/>
            </p:nvSpPr>
            <p:spPr>
              <a:xfrm>
                <a:off x="10422600" y="4566275"/>
                <a:ext cx="712025" cy="70750"/>
              </a:xfrm>
              <a:custGeom>
                <a:avLst/>
                <a:gdLst/>
                <a:ahLst/>
                <a:cxnLst/>
                <a:rect l="l" t="t" r="r" b="b"/>
                <a:pathLst>
                  <a:path w="28481" h="2830" fill="none" extrusionOk="0">
                    <a:moveTo>
                      <a:pt x="0" y="2830"/>
                    </a:moveTo>
                    <a:lnTo>
                      <a:pt x="28480" y="1"/>
                    </a:lnTo>
                  </a:path>
                </a:pathLst>
              </a:custGeom>
              <a:noFill/>
              <a:ln w="12050" cap="flat" cmpd="sng">
                <a:solidFill>
                  <a:schemeClr val="accent2"/>
                </a:solidFill>
                <a:prstDash val="solid"/>
                <a:miter lim="3214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cxnSp>
          <p:nvCxnSpPr>
            <p:cNvPr id="802" name="Google Shape;802;p22"/>
            <p:cNvCxnSpPr/>
            <p:nvPr/>
          </p:nvCxnSpPr>
          <p:spPr>
            <a:xfrm>
              <a:off x="529250" y="5984925"/>
              <a:ext cx="579900" cy="107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3" name="Google Shape;803;p22"/>
            <p:cNvCxnSpPr/>
            <p:nvPr/>
          </p:nvCxnSpPr>
          <p:spPr>
            <a:xfrm>
              <a:off x="-19150" y="4731100"/>
              <a:ext cx="429000" cy="66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4" name="Google Shape;804;p22"/>
            <p:cNvCxnSpPr/>
            <p:nvPr/>
          </p:nvCxnSpPr>
          <p:spPr>
            <a:xfrm flipH="1">
              <a:off x="-19175" y="4558425"/>
              <a:ext cx="998400" cy="1674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5" name="Google Shape;805;p22"/>
            <p:cNvCxnSpPr/>
            <p:nvPr/>
          </p:nvCxnSpPr>
          <p:spPr>
            <a:xfrm>
              <a:off x="987325" y="4555725"/>
              <a:ext cx="191700" cy="8229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6" name="Google Shape;806;p22"/>
            <p:cNvCxnSpPr/>
            <p:nvPr/>
          </p:nvCxnSpPr>
          <p:spPr>
            <a:xfrm>
              <a:off x="990025" y="4553025"/>
              <a:ext cx="666600" cy="4803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7" name="Google Shape;807;p22"/>
            <p:cNvCxnSpPr/>
            <p:nvPr/>
          </p:nvCxnSpPr>
          <p:spPr>
            <a:xfrm>
              <a:off x="203925" y="3808400"/>
              <a:ext cx="225900" cy="5004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9859856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23"/>
          <p:cNvSpPr txBox="1">
            <a:spLocks noGrp="1"/>
          </p:cNvSpPr>
          <p:nvPr>
            <p:ph type="subTitle" idx="1"/>
          </p:nvPr>
        </p:nvSpPr>
        <p:spPr>
          <a:xfrm>
            <a:off x="5978367" y="2120400"/>
            <a:ext cx="4504400" cy="27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810" name="Google Shape;810;p23"/>
          <p:cNvSpPr txBox="1">
            <a:spLocks noGrp="1"/>
          </p:cNvSpPr>
          <p:nvPr>
            <p:ph type="subTitle" idx="2"/>
          </p:nvPr>
        </p:nvSpPr>
        <p:spPr>
          <a:xfrm>
            <a:off x="950967" y="2120400"/>
            <a:ext cx="4504400" cy="27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811" name="Google Shape;811;p23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grpSp>
        <p:nvGrpSpPr>
          <p:cNvPr id="812" name="Google Shape;812;p23"/>
          <p:cNvGrpSpPr/>
          <p:nvPr/>
        </p:nvGrpSpPr>
        <p:grpSpPr>
          <a:xfrm>
            <a:off x="3529797" y="2248841"/>
            <a:ext cx="10686487" cy="8432769"/>
            <a:chOff x="2647347" y="1686630"/>
            <a:chExt cx="8014865" cy="6324577"/>
          </a:xfrm>
        </p:grpSpPr>
        <p:cxnSp>
          <p:nvCxnSpPr>
            <p:cNvPr id="813" name="Google Shape;813;p23"/>
            <p:cNvCxnSpPr/>
            <p:nvPr/>
          </p:nvCxnSpPr>
          <p:spPr>
            <a:xfrm rot="10800000">
              <a:off x="4892300" y="4605100"/>
              <a:ext cx="370800" cy="173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4" name="Google Shape;814;p23"/>
            <p:cNvCxnSpPr/>
            <p:nvPr/>
          </p:nvCxnSpPr>
          <p:spPr>
            <a:xfrm rot="10800000">
              <a:off x="5262950" y="4778550"/>
              <a:ext cx="673500" cy="7578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815" name="Google Shape;815;p23"/>
            <p:cNvGrpSpPr/>
            <p:nvPr/>
          </p:nvGrpSpPr>
          <p:grpSpPr>
            <a:xfrm rot="1223304">
              <a:off x="5150566" y="4924955"/>
              <a:ext cx="906421" cy="482749"/>
              <a:chOff x="3198538" y="6072725"/>
              <a:chExt cx="906375" cy="482725"/>
            </a:xfrm>
          </p:grpSpPr>
          <p:sp>
            <p:nvSpPr>
              <p:cNvPr id="816" name="Google Shape;816;p23"/>
              <p:cNvSpPr/>
              <p:nvPr/>
            </p:nvSpPr>
            <p:spPr>
              <a:xfrm>
                <a:off x="3198538" y="6072725"/>
                <a:ext cx="893625" cy="472350"/>
              </a:xfrm>
              <a:custGeom>
                <a:avLst/>
                <a:gdLst/>
                <a:ahLst/>
                <a:cxnLst/>
                <a:rect l="l" t="t" r="r" b="b"/>
                <a:pathLst>
                  <a:path w="35745" h="18894" fill="none" extrusionOk="0">
                    <a:moveTo>
                      <a:pt x="0" y="1"/>
                    </a:moveTo>
                    <a:lnTo>
                      <a:pt x="6862" y="17809"/>
                    </a:lnTo>
                    <a:lnTo>
                      <a:pt x="35744" y="18894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7" name="Google Shape;817;p23"/>
              <p:cNvSpPr/>
              <p:nvPr/>
            </p:nvSpPr>
            <p:spPr>
              <a:xfrm>
                <a:off x="4079363" y="6529900"/>
                <a:ext cx="25550" cy="25550"/>
              </a:xfrm>
              <a:custGeom>
                <a:avLst/>
                <a:gdLst/>
                <a:ahLst/>
                <a:cxnLst/>
                <a:rect l="l" t="t" r="r" b="b"/>
                <a:pathLst>
                  <a:path w="1022" h="1022" extrusionOk="0">
                    <a:moveTo>
                      <a:pt x="1022" y="511"/>
                    </a:moveTo>
                    <a:cubicBezTo>
                      <a:pt x="1022" y="798"/>
                      <a:pt x="798" y="1022"/>
                      <a:pt x="511" y="1022"/>
                    </a:cubicBezTo>
                    <a:cubicBezTo>
                      <a:pt x="224" y="1022"/>
                      <a:pt x="0" y="798"/>
                      <a:pt x="0" y="511"/>
                    </a:cubicBezTo>
                    <a:cubicBezTo>
                      <a:pt x="0" y="224"/>
                      <a:pt x="224" y="1"/>
                      <a:pt x="511" y="1"/>
                    </a:cubicBezTo>
                    <a:cubicBezTo>
                      <a:pt x="798" y="1"/>
                      <a:pt x="1022" y="224"/>
                      <a:pt x="1022" y="51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8" name="Google Shape;818;p23"/>
              <p:cNvSpPr/>
              <p:nvPr/>
            </p:nvSpPr>
            <p:spPr>
              <a:xfrm>
                <a:off x="3354113" y="6491600"/>
                <a:ext cx="42300" cy="42325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1693" extrusionOk="0">
                    <a:moveTo>
                      <a:pt x="1692" y="830"/>
                    </a:moveTo>
                    <a:cubicBezTo>
                      <a:pt x="1692" y="1309"/>
                      <a:pt x="1309" y="1692"/>
                      <a:pt x="862" y="1692"/>
                    </a:cubicBezTo>
                    <a:cubicBezTo>
                      <a:pt x="383" y="1692"/>
                      <a:pt x="0" y="1309"/>
                      <a:pt x="0" y="830"/>
                    </a:cubicBezTo>
                    <a:cubicBezTo>
                      <a:pt x="0" y="384"/>
                      <a:pt x="383" y="1"/>
                      <a:pt x="862" y="1"/>
                    </a:cubicBezTo>
                    <a:cubicBezTo>
                      <a:pt x="1309" y="1"/>
                      <a:pt x="1692" y="384"/>
                      <a:pt x="1692" y="83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819" name="Google Shape;819;p23"/>
            <p:cNvGrpSpPr/>
            <p:nvPr/>
          </p:nvGrpSpPr>
          <p:grpSpPr>
            <a:xfrm>
              <a:off x="6623250" y="4391575"/>
              <a:ext cx="584850" cy="594450"/>
              <a:chOff x="2214950" y="5878400"/>
              <a:chExt cx="584850" cy="594450"/>
            </a:xfrm>
          </p:grpSpPr>
          <p:sp>
            <p:nvSpPr>
              <p:cNvPr id="820" name="Google Shape;820;p23"/>
              <p:cNvSpPr/>
              <p:nvPr/>
            </p:nvSpPr>
            <p:spPr>
              <a:xfrm>
                <a:off x="2228500" y="5891175"/>
                <a:ext cx="546575" cy="562525"/>
              </a:xfrm>
              <a:custGeom>
                <a:avLst/>
                <a:gdLst/>
                <a:ahLst/>
                <a:cxnLst/>
                <a:rect l="l" t="t" r="r" b="b"/>
                <a:pathLst>
                  <a:path w="21863" h="22501" fill="none" extrusionOk="0">
                    <a:moveTo>
                      <a:pt x="14969" y="1"/>
                    </a:moveTo>
                    <a:lnTo>
                      <a:pt x="1" y="17202"/>
                    </a:lnTo>
                    <a:lnTo>
                      <a:pt x="21862" y="22500"/>
                    </a:lnTo>
                    <a:lnTo>
                      <a:pt x="16213" y="12192"/>
                    </a:lnTo>
                    <a:lnTo>
                      <a:pt x="1" y="17202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1" name="Google Shape;821;p23"/>
              <p:cNvSpPr/>
              <p:nvPr/>
            </p:nvSpPr>
            <p:spPr>
              <a:xfrm>
                <a:off x="2589950" y="5878400"/>
                <a:ext cx="25550" cy="25575"/>
              </a:xfrm>
              <a:custGeom>
                <a:avLst/>
                <a:gdLst/>
                <a:ahLst/>
                <a:cxnLst/>
                <a:rect l="l" t="t" r="r" b="b"/>
                <a:pathLst>
                  <a:path w="1022" h="1023" extrusionOk="0">
                    <a:moveTo>
                      <a:pt x="1021" y="512"/>
                    </a:moveTo>
                    <a:cubicBezTo>
                      <a:pt x="1021" y="799"/>
                      <a:pt x="798" y="1022"/>
                      <a:pt x="511" y="1022"/>
                    </a:cubicBezTo>
                    <a:cubicBezTo>
                      <a:pt x="224" y="1022"/>
                      <a:pt x="0" y="799"/>
                      <a:pt x="0" y="512"/>
                    </a:cubicBezTo>
                    <a:cubicBezTo>
                      <a:pt x="0" y="256"/>
                      <a:pt x="224" y="1"/>
                      <a:pt x="511" y="1"/>
                    </a:cubicBezTo>
                    <a:cubicBezTo>
                      <a:pt x="798" y="1"/>
                      <a:pt x="1021" y="256"/>
                      <a:pt x="1021" y="512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2" name="Google Shape;822;p23"/>
              <p:cNvSpPr/>
              <p:nvPr/>
            </p:nvSpPr>
            <p:spPr>
              <a:xfrm>
                <a:off x="2621050" y="6183200"/>
                <a:ext cx="25575" cy="25550"/>
              </a:xfrm>
              <a:custGeom>
                <a:avLst/>
                <a:gdLst/>
                <a:ahLst/>
                <a:cxnLst/>
                <a:rect l="l" t="t" r="r" b="b"/>
                <a:pathLst>
                  <a:path w="1023" h="1022" extrusionOk="0">
                    <a:moveTo>
                      <a:pt x="1022" y="511"/>
                    </a:moveTo>
                    <a:cubicBezTo>
                      <a:pt x="1022" y="798"/>
                      <a:pt x="799" y="1021"/>
                      <a:pt x="511" y="1021"/>
                    </a:cubicBezTo>
                    <a:cubicBezTo>
                      <a:pt x="224" y="1021"/>
                      <a:pt x="1" y="798"/>
                      <a:pt x="1" y="511"/>
                    </a:cubicBezTo>
                    <a:cubicBezTo>
                      <a:pt x="1" y="224"/>
                      <a:pt x="224" y="0"/>
                      <a:pt x="511" y="0"/>
                    </a:cubicBezTo>
                    <a:cubicBezTo>
                      <a:pt x="799" y="0"/>
                      <a:pt x="1022" y="224"/>
                      <a:pt x="1022" y="5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3" name="Google Shape;823;p23"/>
              <p:cNvSpPr/>
              <p:nvPr/>
            </p:nvSpPr>
            <p:spPr>
              <a:xfrm>
                <a:off x="2214950" y="6294100"/>
                <a:ext cx="42300" cy="42300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1692" extrusionOk="0">
                    <a:moveTo>
                      <a:pt x="1692" y="830"/>
                    </a:moveTo>
                    <a:cubicBezTo>
                      <a:pt x="1692" y="1309"/>
                      <a:pt x="1309" y="1692"/>
                      <a:pt x="830" y="1692"/>
                    </a:cubicBezTo>
                    <a:cubicBezTo>
                      <a:pt x="383" y="1692"/>
                      <a:pt x="0" y="1309"/>
                      <a:pt x="0" y="830"/>
                    </a:cubicBezTo>
                    <a:cubicBezTo>
                      <a:pt x="0" y="351"/>
                      <a:pt x="383" y="0"/>
                      <a:pt x="830" y="0"/>
                    </a:cubicBezTo>
                    <a:cubicBezTo>
                      <a:pt x="1309" y="0"/>
                      <a:pt x="1692" y="351"/>
                      <a:pt x="1692" y="83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4" name="Google Shape;824;p23"/>
              <p:cNvSpPr/>
              <p:nvPr/>
            </p:nvSpPr>
            <p:spPr>
              <a:xfrm>
                <a:off x="2757500" y="6430525"/>
                <a:ext cx="42300" cy="42325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1693" extrusionOk="0">
                    <a:moveTo>
                      <a:pt x="1692" y="830"/>
                    </a:moveTo>
                    <a:cubicBezTo>
                      <a:pt x="1692" y="1309"/>
                      <a:pt x="1309" y="1692"/>
                      <a:pt x="830" y="1692"/>
                    </a:cubicBezTo>
                    <a:cubicBezTo>
                      <a:pt x="383" y="1692"/>
                      <a:pt x="0" y="1309"/>
                      <a:pt x="0" y="830"/>
                    </a:cubicBezTo>
                    <a:cubicBezTo>
                      <a:pt x="0" y="384"/>
                      <a:pt x="383" y="1"/>
                      <a:pt x="830" y="1"/>
                    </a:cubicBezTo>
                    <a:cubicBezTo>
                      <a:pt x="1309" y="1"/>
                      <a:pt x="1692" y="384"/>
                      <a:pt x="1692" y="83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825" name="Google Shape;825;p23"/>
            <p:cNvGrpSpPr/>
            <p:nvPr/>
          </p:nvGrpSpPr>
          <p:grpSpPr>
            <a:xfrm rot="1364015" flipH="1">
              <a:off x="3127070" y="2898367"/>
              <a:ext cx="7055420" cy="3901102"/>
              <a:chOff x="7432275" y="5642550"/>
              <a:chExt cx="7056275" cy="3901575"/>
            </a:xfrm>
          </p:grpSpPr>
          <p:sp>
            <p:nvSpPr>
              <p:cNvPr id="826" name="Google Shape;826;p23"/>
              <p:cNvSpPr/>
              <p:nvPr/>
            </p:nvSpPr>
            <p:spPr>
              <a:xfrm>
                <a:off x="7432275" y="5642550"/>
                <a:ext cx="7032350" cy="3883225"/>
              </a:xfrm>
              <a:custGeom>
                <a:avLst/>
                <a:gdLst/>
                <a:ahLst/>
                <a:cxnLst/>
                <a:rect l="l" t="t" r="r" b="b"/>
                <a:pathLst>
                  <a:path w="281294" h="155329" fill="none" extrusionOk="0">
                    <a:moveTo>
                      <a:pt x="1" y="1"/>
                    </a:moveTo>
                    <a:lnTo>
                      <a:pt x="44489" y="36511"/>
                    </a:lnTo>
                    <a:lnTo>
                      <a:pt x="86680" y="32394"/>
                    </a:lnTo>
                    <a:lnTo>
                      <a:pt x="98361" y="54064"/>
                    </a:lnTo>
                    <a:lnTo>
                      <a:pt x="134137" y="55500"/>
                    </a:lnTo>
                    <a:lnTo>
                      <a:pt x="107073" y="86329"/>
                    </a:lnTo>
                    <a:lnTo>
                      <a:pt x="139881" y="94435"/>
                    </a:lnTo>
                    <a:lnTo>
                      <a:pt x="173583" y="83202"/>
                    </a:lnTo>
                    <a:lnTo>
                      <a:pt x="200135" y="117861"/>
                    </a:lnTo>
                    <a:lnTo>
                      <a:pt x="264124" y="131265"/>
                    </a:lnTo>
                    <a:lnTo>
                      <a:pt x="281293" y="155328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7" name="Google Shape;827;p23"/>
              <p:cNvSpPr/>
              <p:nvPr/>
            </p:nvSpPr>
            <p:spPr>
              <a:xfrm>
                <a:off x="8544500" y="6555300"/>
                <a:ext cx="596825" cy="495500"/>
              </a:xfrm>
              <a:custGeom>
                <a:avLst/>
                <a:gdLst/>
                <a:ahLst/>
                <a:cxnLst/>
                <a:rect l="l" t="t" r="r" b="b"/>
                <a:pathLst>
                  <a:path w="23873" h="19820" fill="none" extrusionOk="0">
                    <a:moveTo>
                      <a:pt x="23872" y="19820"/>
                    </a:moveTo>
                    <a:lnTo>
                      <a:pt x="0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8" name="Google Shape;828;p23"/>
              <p:cNvSpPr/>
              <p:nvPr/>
            </p:nvSpPr>
            <p:spPr>
              <a:xfrm>
                <a:off x="7778550" y="6452375"/>
                <a:ext cx="2112750" cy="1353200"/>
              </a:xfrm>
              <a:custGeom>
                <a:avLst/>
                <a:gdLst/>
                <a:ahLst/>
                <a:cxnLst/>
                <a:rect l="l" t="t" r="r" b="b"/>
                <a:pathLst>
                  <a:path w="84510" h="54128" fill="none" extrusionOk="0">
                    <a:moveTo>
                      <a:pt x="1" y="53521"/>
                    </a:moveTo>
                    <a:lnTo>
                      <a:pt x="36000" y="27702"/>
                    </a:lnTo>
                    <a:lnTo>
                      <a:pt x="30638" y="4118"/>
                    </a:lnTo>
                    <a:lnTo>
                      <a:pt x="17681" y="19979"/>
                    </a:lnTo>
                    <a:lnTo>
                      <a:pt x="36000" y="27702"/>
                    </a:lnTo>
                    <a:lnTo>
                      <a:pt x="54510" y="23937"/>
                    </a:lnTo>
                    <a:lnTo>
                      <a:pt x="65776" y="54128"/>
                    </a:lnTo>
                    <a:lnTo>
                      <a:pt x="84510" y="21671"/>
                    </a:lnTo>
                    <a:lnTo>
                      <a:pt x="54510" y="23937"/>
                    </a:lnTo>
                    <a:lnTo>
                      <a:pt x="72829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9" name="Google Shape;829;p23"/>
              <p:cNvSpPr/>
              <p:nvPr/>
            </p:nvSpPr>
            <p:spPr>
              <a:xfrm>
                <a:off x="8371350" y="7030025"/>
                <a:ext cx="2414350" cy="775550"/>
              </a:xfrm>
              <a:custGeom>
                <a:avLst/>
                <a:gdLst/>
                <a:ahLst/>
                <a:cxnLst/>
                <a:rect l="l" t="t" r="r" b="b"/>
                <a:pathLst>
                  <a:path w="96574" h="31022" fill="none" extrusionOk="0">
                    <a:moveTo>
                      <a:pt x="1" y="29554"/>
                    </a:moveTo>
                    <a:lnTo>
                      <a:pt x="12288" y="4596"/>
                    </a:lnTo>
                    <a:lnTo>
                      <a:pt x="13756" y="21256"/>
                    </a:lnTo>
                    <a:lnTo>
                      <a:pt x="42064" y="31022"/>
                    </a:lnTo>
                    <a:lnTo>
                      <a:pt x="96574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30" name="Google Shape;830;p23"/>
              <p:cNvSpPr/>
              <p:nvPr/>
            </p:nvSpPr>
            <p:spPr>
              <a:xfrm>
                <a:off x="10432225" y="7722575"/>
                <a:ext cx="1339625" cy="1514375"/>
              </a:xfrm>
              <a:custGeom>
                <a:avLst/>
                <a:gdLst/>
                <a:ahLst/>
                <a:cxnLst/>
                <a:rect l="l" t="t" r="r" b="b"/>
                <a:pathLst>
                  <a:path w="53585" h="60575" fill="none" extrusionOk="0">
                    <a:moveTo>
                      <a:pt x="19883" y="11234"/>
                    </a:moveTo>
                    <a:lnTo>
                      <a:pt x="1" y="46213"/>
                    </a:lnTo>
                    <a:lnTo>
                      <a:pt x="53585" y="1"/>
                    </a:lnTo>
                    <a:lnTo>
                      <a:pt x="40787" y="60574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31" name="Google Shape;831;p23"/>
              <p:cNvSpPr/>
              <p:nvPr/>
            </p:nvSpPr>
            <p:spPr>
              <a:xfrm>
                <a:off x="11771825" y="7722575"/>
                <a:ext cx="2263550" cy="1525525"/>
              </a:xfrm>
              <a:custGeom>
                <a:avLst/>
                <a:gdLst/>
                <a:ahLst/>
                <a:cxnLst/>
                <a:rect l="l" t="t" r="r" b="b"/>
                <a:pathLst>
                  <a:path w="90542" h="61021" fill="none" extrusionOk="0">
                    <a:moveTo>
                      <a:pt x="90542" y="48064"/>
                    </a:moveTo>
                    <a:lnTo>
                      <a:pt x="54957" y="61021"/>
                    </a:lnTo>
                    <a:lnTo>
                      <a:pt x="26553" y="34660"/>
                    </a:lnTo>
                    <a:lnTo>
                      <a:pt x="20107" y="13724"/>
                    </a:lnTo>
                    <a:lnTo>
                      <a:pt x="51223" y="24958"/>
                    </a:lnTo>
                    <a:lnTo>
                      <a:pt x="26553" y="34660"/>
                    </a:lnTo>
                    <a:lnTo>
                      <a:pt x="17585" y="55978"/>
                    </a:lnTo>
                    <a:lnTo>
                      <a:pt x="1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32" name="Google Shape;832;p23"/>
              <p:cNvSpPr/>
              <p:nvPr/>
            </p:nvSpPr>
            <p:spPr>
              <a:xfrm>
                <a:off x="12768350" y="7914850"/>
                <a:ext cx="283275" cy="431675"/>
              </a:xfrm>
              <a:custGeom>
                <a:avLst/>
                <a:gdLst/>
                <a:ahLst/>
                <a:cxnLst/>
                <a:rect l="l" t="t" r="r" b="b"/>
                <a:pathLst>
                  <a:path w="11331" h="17267" fill="none" extrusionOk="0">
                    <a:moveTo>
                      <a:pt x="11330" y="17267"/>
                    </a:moveTo>
                    <a:lnTo>
                      <a:pt x="1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33" name="Google Shape;833;p23"/>
              <p:cNvSpPr/>
              <p:nvPr/>
            </p:nvSpPr>
            <p:spPr>
              <a:xfrm>
                <a:off x="8544500" y="6043875"/>
                <a:ext cx="435650" cy="511450"/>
              </a:xfrm>
              <a:custGeom>
                <a:avLst/>
                <a:gdLst/>
                <a:ahLst/>
                <a:cxnLst/>
                <a:rect l="l" t="t" r="r" b="b"/>
                <a:pathLst>
                  <a:path w="17426" h="20458" fill="none" extrusionOk="0">
                    <a:moveTo>
                      <a:pt x="0" y="20458"/>
                    </a:moveTo>
                    <a:lnTo>
                      <a:pt x="17426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grpSp>
            <p:nvGrpSpPr>
              <p:cNvPr id="834" name="Google Shape;834;p23"/>
              <p:cNvGrpSpPr/>
              <p:nvPr/>
            </p:nvGrpSpPr>
            <p:grpSpPr>
              <a:xfrm>
                <a:off x="7815250" y="6023125"/>
                <a:ext cx="6673300" cy="3521000"/>
                <a:chOff x="7815250" y="6023125"/>
                <a:chExt cx="6673300" cy="3521000"/>
              </a:xfrm>
            </p:grpSpPr>
            <p:sp>
              <p:nvSpPr>
                <p:cNvPr id="835" name="Google Shape;835;p23"/>
                <p:cNvSpPr/>
                <p:nvPr/>
              </p:nvSpPr>
              <p:spPr>
                <a:xfrm>
                  <a:off x="8526150" y="6537750"/>
                  <a:ext cx="367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9" h="1437" extrusionOk="0">
                      <a:moveTo>
                        <a:pt x="1468" y="703"/>
                      </a:moveTo>
                      <a:cubicBezTo>
                        <a:pt x="1468" y="1118"/>
                        <a:pt x="1149" y="1437"/>
                        <a:pt x="734" y="1437"/>
                      </a:cubicBezTo>
                      <a:cubicBezTo>
                        <a:pt x="351" y="1437"/>
                        <a:pt x="0" y="1118"/>
                        <a:pt x="0" y="703"/>
                      </a:cubicBezTo>
                      <a:cubicBezTo>
                        <a:pt x="0" y="320"/>
                        <a:pt x="351" y="1"/>
                        <a:pt x="734" y="1"/>
                      </a:cubicBezTo>
                      <a:cubicBezTo>
                        <a:pt x="1149" y="1"/>
                        <a:pt x="1468" y="320"/>
                        <a:pt x="1468" y="70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836" name="Google Shape;836;p23"/>
                <p:cNvSpPr/>
                <p:nvPr/>
              </p:nvSpPr>
              <p:spPr>
                <a:xfrm>
                  <a:off x="9129325" y="7033225"/>
                  <a:ext cx="359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437" extrusionOk="0">
                      <a:moveTo>
                        <a:pt x="1437" y="703"/>
                      </a:moveTo>
                      <a:cubicBezTo>
                        <a:pt x="1437" y="1117"/>
                        <a:pt x="1117" y="1437"/>
                        <a:pt x="735" y="1437"/>
                      </a:cubicBezTo>
                      <a:cubicBezTo>
                        <a:pt x="320" y="1437"/>
                        <a:pt x="0" y="1117"/>
                        <a:pt x="0" y="703"/>
                      </a:cubicBezTo>
                      <a:cubicBezTo>
                        <a:pt x="0" y="320"/>
                        <a:pt x="320" y="0"/>
                        <a:pt x="735" y="0"/>
                      </a:cubicBezTo>
                      <a:cubicBezTo>
                        <a:pt x="1117" y="0"/>
                        <a:pt x="1437" y="320"/>
                        <a:pt x="1437" y="70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837" name="Google Shape;837;p23"/>
                <p:cNvSpPr/>
                <p:nvPr/>
              </p:nvSpPr>
              <p:spPr>
                <a:xfrm>
                  <a:off x="8699275" y="7540675"/>
                  <a:ext cx="359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437" extrusionOk="0">
                      <a:moveTo>
                        <a:pt x="1437" y="702"/>
                      </a:moveTo>
                      <a:cubicBezTo>
                        <a:pt x="1437" y="1117"/>
                        <a:pt x="1118" y="1436"/>
                        <a:pt x="735" y="1436"/>
                      </a:cubicBezTo>
                      <a:cubicBezTo>
                        <a:pt x="320" y="1436"/>
                        <a:pt x="1" y="1117"/>
                        <a:pt x="1" y="702"/>
                      </a:cubicBezTo>
                      <a:cubicBezTo>
                        <a:pt x="1" y="319"/>
                        <a:pt x="320" y="0"/>
                        <a:pt x="735" y="0"/>
                      </a:cubicBezTo>
                      <a:cubicBezTo>
                        <a:pt x="1118" y="0"/>
                        <a:pt x="1437" y="319"/>
                        <a:pt x="1437" y="70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838" name="Google Shape;838;p23"/>
                <p:cNvSpPr/>
                <p:nvPr/>
              </p:nvSpPr>
              <p:spPr>
                <a:xfrm>
                  <a:off x="13125800" y="9228150"/>
                  <a:ext cx="359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437" extrusionOk="0">
                      <a:moveTo>
                        <a:pt x="1436" y="702"/>
                      </a:moveTo>
                      <a:cubicBezTo>
                        <a:pt x="1436" y="1117"/>
                        <a:pt x="1117" y="1436"/>
                        <a:pt x="702" y="1436"/>
                      </a:cubicBezTo>
                      <a:cubicBezTo>
                        <a:pt x="319" y="1436"/>
                        <a:pt x="0" y="1117"/>
                        <a:pt x="0" y="702"/>
                      </a:cubicBezTo>
                      <a:cubicBezTo>
                        <a:pt x="0" y="319"/>
                        <a:pt x="319" y="0"/>
                        <a:pt x="702" y="0"/>
                      </a:cubicBezTo>
                      <a:cubicBezTo>
                        <a:pt x="1117" y="0"/>
                        <a:pt x="1436" y="319"/>
                        <a:pt x="1436" y="70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839" name="Google Shape;839;p23"/>
                <p:cNvSpPr/>
                <p:nvPr/>
              </p:nvSpPr>
              <p:spPr>
                <a:xfrm>
                  <a:off x="12750000" y="7896500"/>
                  <a:ext cx="36725" cy="3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9" h="1469" extrusionOk="0">
                      <a:moveTo>
                        <a:pt x="1469" y="735"/>
                      </a:moveTo>
                      <a:cubicBezTo>
                        <a:pt x="1469" y="1118"/>
                        <a:pt x="1118" y="1469"/>
                        <a:pt x="735" y="1469"/>
                      </a:cubicBezTo>
                      <a:cubicBezTo>
                        <a:pt x="352" y="1469"/>
                        <a:pt x="1" y="1118"/>
                        <a:pt x="1" y="735"/>
                      </a:cubicBezTo>
                      <a:cubicBezTo>
                        <a:pt x="1" y="352"/>
                        <a:pt x="352" y="1"/>
                        <a:pt x="735" y="1"/>
                      </a:cubicBezTo>
                      <a:cubicBezTo>
                        <a:pt x="1118" y="1"/>
                        <a:pt x="1469" y="352"/>
                        <a:pt x="1469" y="73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840" name="Google Shape;840;p23"/>
                <p:cNvSpPr/>
                <p:nvPr/>
              </p:nvSpPr>
              <p:spPr>
                <a:xfrm>
                  <a:off x="14017000" y="8906600"/>
                  <a:ext cx="367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9" h="1437" extrusionOk="0">
                      <a:moveTo>
                        <a:pt x="1469" y="703"/>
                      </a:moveTo>
                      <a:cubicBezTo>
                        <a:pt x="1469" y="1118"/>
                        <a:pt x="1118" y="1437"/>
                        <a:pt x="735" y="1437"/>
                      </a:cubicBezTo>
                      <a:cubicBezTo>
                        <a:pt x="352" y="1437"/>
                        <a:pt x="1" y="1118"/>
                        <a:pt x="1" y="703"/>
                      </a:cubicBezTo>
                      <a:cubicBezTo>
                        <a:pt x="1" y="320"/>
                        <a:pt x="352" y="1"/>
                        <a:pt x="735" y="1"/>
                      </a:cubicBezTo>
                      <a:cubicBezTo>
                        <a:pt x="1118" y="1"/>
                        <a:pt x="1469" y="320"/>
                        <a:pt x="1469" y="70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841" name="Google Shape;841;p23"/>
                <p:cNvSpPr/>
                <p:nvPr/>
              </p:nvSpPr>
              <p:spPr>
                <a:xfrm>
                  <a:off x="12255325" y="8041725"/>
                  <a:ext cx="359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437" extrusionOk="0">
                      <a:moveTo>
                        <a:pt x="1437" y="734"/>
                      </a:moveTo>
                      <a:cubicBezTo>
                        <a:pt x="1437" y="1117"/>
                        <a:pt x="1118" y="1436"/>
                        <a:pt x="735" y="1436"/>
                      </a:cubicBezTo>
                      <a:cubicBezTo>
                        <a:pt x="320" y="1436"/>
                        <a:pt x="1" y="1117"/>
                        <a:pt x="1" y="734"/>
                      </a:cubicBezTo>
                      <a:cubicBezTo>
                        <a:pt x="1" y="319"/>
                        <a:pt x="320" y="0"/>
                        <a:pt x="735" y="0"/>
                      </a:cubicBezTo>
                      <a:cubicBezTo>
                        <a:pt x="1118" y="0"/>
                        <a:pt x="1437" y="319"/>
                        <a:pt x="1437" y="73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842" name="Google Shape;842;p23"/>
                <p:cNvSpPr/>
                <p:nvPr/>
              </p:nvSpPr>
              <p:spPr>
                <a:xfrm>
                  <a:off x="9586500" y="6439625"/>
                  <a:ext cx="25550" cy="2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2" h="1022" extrusionOk="0">
                      <a:moveTo>
                        <a:pt x="1022" y="511"/>
                      </a:moveTo>
                      <a:cubicBezTo>
                        <a:pt x="1022" y="798"/>
                        <a:pt x="798" y="1021"/>
                        <a:pt x="511" y="1021"/>
                      </a:cubicBezTo>
                      <a:cubicBezTo>
                        <a:pt x="224" y="1021"/>
                        <a:pt x="0" y="798"/>
                        <a:pt x="0" y="511"/>
                      </a:cubicBezTo>
                      <a:cubicBezTo>
                        <a:pt x="0" y="224"/>
                        <a:pt x="224" y="0"/>
                        <a:pt x="511" y="0"/>
                      </a:cubicBezTo>
                      <a:cubicBezTo>
                        <a:pt x="798" y="0"/>
                        <a:pt x="1022" y="224"/>
                        <a:pt x="1022" y="5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843" name="Google Shape;843;p23"/>
                <p:cNvSpPr/>
                <p:nvPr/>
              </p:nvSpPr>
              <p:spPr>
                <a:xfrm>
                  <a:off x="8207800" y="6939075"/>
                  <a:ext cx="25550" cy="2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2" h="1022" extrusionOk="0">
                      <a:moveTo>
                        <a:pt x="1022" y="511"/>
                      </a:moveTo>
                      <a:cubicBezTo>
                        <a:pt x="1022" y="798"/>
                        <a:pt x="798" y="1022"/>
                        <a:pt x="511" y="1022"/>
                      </a:cubicBezTo>
                      <a:cubicBezTo>
                        <a:pt x="224" y="1022"/>
                        <a:pt x="0" y="798"/>
                        <a:pt x="0" y="511"/>
                      </a:cubicBezTo>
                      <a:cubicBezTo>
                        <a:pt x="0" y="256"/>
                        <a:pt x="224" y="1"/>
                        <a:pt x="511" y="1"/>
                      </a:cubicBezTo>
                      <a:cubicBezTo>
                        <a:pt x="798" y="1"/>
                        <a:pt x="1022" y="256"/>
                        <a:pt x="1022" y="5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844" name="Google Shape;844;p23"/>
                <p:cNvSpPr/>
                <p:nvPr/>
              </p:nvSpPr>
              <p:spPr>
                <a:xfrm>
                  <a:off x="8959375" y="602312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31"/>
                      </a:moveTo>
                      <a:cubicBezTo>
                        <a:pt x="1692" y="1309"/>
                        <a:pt x="1309" y="1692"/>
                        <a:pt x="831" y="1692"/>
                      </a:cubicBezTo>
                      <a:cubicBezTo>
                        <a:pt x="384" y="1692"/>
                        <a:pt x="1" y="1309"/>
                        <a:pt x="1" y="831"/>
                      </a:cubicBezTo>
                      <a:cubicBezTo>
                        <a:pt x="1" y="384"/>
                        <a:pt x="384" y="1"/>
                        <a:pt x="831" y="1"/>
                      </a:cubicBezTo>
                      <a:cubicBezTo>
                        <a:pt x="1309" y="1"/>
                        <a:pt x="1692" y="384"/>
                        <a:pt x="1692" y="83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845" name="Google Shape;845;p23"/>
                <p:cNvSpPr/>
                <p:nvPr/>
              </p:nvSpPr>
              <p:spPr>
                <a:xfrm>
                  <a:off x="9869725" y="697257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63"/>
                      </a:moveTo>
                      <a:cubicBezTo>
                        <a:pt x="1692" y="1309"/>
                        <a:pt x="1309" y="1692"/>
                        <a:pt x="831" y="1692"/>
                      </a:cubicBezTo>
                      <a:cubicBezTo>
                        <a:pt x="384" y="1692"/>
                        <a:pt x="1" y="1309"/>
                        <a:pt x="1" y="863"/>
                      </a:cubicBezTo>
                      <a:cubicBezTo>
                        <a:pt x="1" y="384"/>
                        <a:pt x="384" y="1"/>
                        <a:pt x="831" y="1"/>
                      </a:cubicBezTo>
                      <a:cubicBezTo>
                        <a:pt x="1309" y="1"/>
                        <a:pt x="1692" y="384"/>
                        <a:pt x="1692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846" name="Google Shape;846;p23"/>
                <p:cNvSpPr/>
                <p:nvPr/>
              </p:nvSpPr>
              <p:spPr>
                <a:xfrm>
                  <a:off x="10761750" y="7009300"/>
                  <a:ext cx="42300" cy="43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724" extrusionOk="0">
                      <a:moveTo>
                        <a:pt x="1692" y="862"/>
                      </a:moveTo>
                      <a:cubicBezTo>
                        <a:pt x="1692" y="1340"/>
                        <a:pt x="1309" y="1723"/>
                        <a:pt x="830" y="1723"/>
                      </a:cubicBezTo>
                      <a:cubicBezTo>
                        <a:pt x="351" y="1723"/>
                        <a:pt x="0" y="1340"/>
                        <a:pt x="0" y="862"/>
                      </a:cubicBezTo>
                      <a:cubicBezTo>
                        <a:pt x="0" y="383"/>
                        <a:pt x="351" y="0"/>
                        <a:pt x="830" y="0"/>
                      </a:cubicBezTo>
                      <a:cubicBezTo>
                        <a:pt x="1309" y="0"/>
                        <a:pt x="1692" y="383"/>
                        <a:pt x="1692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847" name="Google Shape;847;p23"/>
                <p:cNvSpPr/>
                <p:nvPr/>
              </p:nvSpPr>
              <p:spPr>
                <a:xfrm>
                  <a:off x="11751075" y="770102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63"/>
                      </a:moveTo>
                      <a:cubicBezTo>
                        <a:pt x="1692" y="1341"/>
                        <a:pt x="1309" y="1692"/>
                        <a:pt x="831" y="1692"/>
                      </a:cubicBezTo>
                      <a:cubicBezTo>
                        <a:pt x="352" y="1692"/>
                        <a:pt x="1" y="1341"/>
                        <a:pt x="1" y="863"/>
                      </a:cubicBezTo>
                      <a:cubicBezTo>
                        <a:pt x="1" y="384"/>
                        <a:pt x="352" y="1"/>
                        <a:pt x="831" y="1"/>
                      </a:cubicBezTo>
                      <a:cubicBezTo>
                        <a:pt x="1309" y="1"/>
                        <a:pt x="1692" y="384"/>
                        <a:pt x="1692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848" name="Google Shape;848;p23"/>
                <p:cNvSpPr/>
                <p:nvPr/>
              </p:nvSpPr>
              <p:spPr>
                <a:xfrm>
                  <a:off x="13032450" y="8323375"/>
                  <a:ext cx="43100" cy="42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" h="1692" extrusionOk="0">
                      <a:moveTo>
                        <a:pt x="1724" y="862"/>
                      </a:moveTo>
                      <a:cubicBezTo>
                        <a:pt x="1724" y="1340"/>
                        <a:pt x="1341" y="1692"/>
                        <a:pt x="862" y="1692"/>
                      </a:cubicBezTo>
                      <a:cubicBezTo>
                        <a:pt x="383" y="1692"/>
                        <a:pt x="0" y="1340"/>
                        <a:pt x="0" y="862"/>
                      </a:cubicBezTo>
                      <a:cubicBezTo>
                        <a:pt x="0" y="383"/>
                        <a:pt x="383" y="0"/>
                        <a:pt x="862" y="0"/>
                      </a:cubicBezTo>
                      <a:cubicBezTo>
                        <a:pt x="1341" y="0"/>
                        <a:pt x="1724" y="383"/>
                        <a:pt x="1724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849" name="Google Shape;849;p23"/>
                <p:cNvSpPr/>
                <p:nvPr/>
              </p:nvSpPr>
              <p:spPr>
                <a:xfrm>
                  <a:off x="14446250" y="9501800"/>
                  <a:ext cx="42300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693" extrusionOk="0">
                      <a:moveTo>
                        <a:pt x="1692" y="830"/>
                      </a:moveTo>
                      <a:cubicBezTo>
                        <a:pt x="1692" y="1309"/>
                        <a:pt x="1341" y="1692"/>
                        <a:pt x="862" y="1692"/>
                      </a:cubicBezTo>
                      <a:cubicBezTo>
                        <a:pt x="383" y="1692"/>
                        <a:pt x="0" y="1309"/>
                        <a:pt x="0" y="830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41" y="1"/>
                        <a:pt x="1692" y="384"/>
                        <a:pt x="1692" y="83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850" name="Google Shape;850;p23"/>
                <p:cNvSpPr/>
                <p:nvPr/>
              </p:nvSpPr>
              <p:spPr>
                <a:xfrm>
                  <a:off x="11427150" y="921297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62"/>
                      </a:moveTo>
                      <a:cubicBezTo>
                        <a:pt x="1692" y="1341"/>
                        <a:pt x="1309" y="1692"/>
                        <a:pt x="830" y="1692"/>
                      </a:cubicBezTo>
                      <a:cubicBezTo>
                        <a:pt x="352" y="1692"/>
                        <a:pt x="1" y="1341"/>
                        <a:pt x="1" y="862"/>
                      </a:cubicBezTo>
                      <a:cubicBezTo>
                        <a:pt x="1" y="384"/>
                        <a:pt x="352" y="1"/>
                        <a:pt x="830" y="1"/>
                      </a:cubicBezTo>
                      <a:cubicBezTo>
                        <a:pt x="1309" y="1"/>
                        <a:pt x="1692" y="384"/>
                        <a:pt x="1692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851" name="Google Shape;851;p23"/>
                <p:cNvSpPr/>
                <p:nvPr/>
              </p:nvSpPr>
              <p:spPr>
                <a:xfrm>
                  <a:off x="12190700" y="9100475"/>
                  <a:ext cx="42325" cy="4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725" extrusionOk="0">
                      <a:moveTo>
                        <a:pt x="1692" y="862"/>
                      </a:moveTo>
                      <a:cubicBezTo>
                        <a:pt x="1692" y="1341"/>
                        <a:pt x="1309" y="1724"/>
                        <a:pt x="830" y="1724"/>
                      </a:cubicBezTo>
                      <a:cubicBezTo>
                        <a:pt x="384" y="1724"/>
                        <a:pt x="1" y="1341"/>
                        <a:pt x="1" y="862"/>
                      </a:cubicBezTo>
                      <a:cubicBezTo>
                        <a:pt x="1" y="384"/>
                        <a:pt x="384" y="1"/>
                        <a:pt x="830" y="1"/>
                      </a:cubicBezTo>
                      <a:cubicBezTo>
                        <a:pt x="1309" y="1"/>
                        <a:pt x="1692" y="384"/>
                        <a:pt x="1692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852" name="Google Shape;852;p23"/>
                <p:cNvSpPr/>
                <p:nvPr/>
              </p:nvSpPr>
              <p:spPr>
                <a:xfrm>
                  <a:off x="12419700" y="8567500"/>
                  <a:ext cx="43100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" h="1693" extrusionOk="0">
                      <a:moveTo>
                        <a:pt x="1723" y="863"/>
                      </a:moveTo>
                      <a:cubicBezTo>
                        <a:pt x="1723" y="1309"/>
                        <a:pt x="1341" y="1692"/>
                        <a:pt x="862" y="1692"/>
                      </a:cubicBezTo>
                      <a:cubicBezTo>
                        <a:pt x="383" y="1692"/>
                        <a:pt x="0" y="1309"/>
                        <a:pt x="0" y="863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41" y="1"/>
                        <a:pt x="1723" y="384"/>
                        <a:pt x="1723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853" name="Google Shape;853;p23"/>
                <p:cNvSpPr/>
                <p:nvPr/>
              </p:nvSpPr>
              <p:spPr>
                <a:xfrm>
                  <a:off x="9401400" y="7784000"/>
                  <a:ext cx="42300" cy="4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725" extrusionOk="0">
                      <a:moveTo>
                        <a:pt x="1692" y="863"/>
                      </a:moveTo>
                      <a:cubicBezTo>
                        <a:pt x="1692" y="1341"/>
                        <a:pt x="1309" y="1724"/>
                        <a:pt x="862" y="1724"/>
                      </a:cubicBezTo>
                      <a:cubicBezTo>
                        <a:pt x="383" y="1724"/>
                        <a:pt x="0" y="1341"/>
                        <a:pt x="0" y="863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09" y="1"/>
                        <a:pt x="1692" y="384"/>
                        <a:pt x="1692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854" name="Google Shape;854;p23"/>
                <p:cNvSpPr/>
                <p:nvPr/>
              </p:nvSpPr>
              <p:spPr>
                <a:xfrm>
                  <a:off x="10410675" y="885632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63"/>
                      </a:moveTo>
                      <a:cubicBezTo>
                        <a:pt x="1692" y="1309"/>
                        <a:pt x="1341" y="1692"/>
                        <a:pt x="863" y="1692"/>
                      </a:cubicBezTo>
                      <a:cubicBezTo>
                        <a:pt x="384" y="1692"/>
                        <a:pt x="1" y="1309"/>
                        <a:pt x="1" y="863"/>
                      </a:cubicBezTo>
                      <a:cubicBezTo>
                        <a:pt x="1" y="384"/>
                        <a:pt x="384" y="1"/>
                        <a:pt x="863" y="1"/>
                      </a:cubicBezTo>
                      <a:cubicBezTo>
                        <a:pt x="1341" y="1"/>
                        <a:pt x="1692" y="384"/>
                        <a:pt x="1692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855" name="Google Shape;855;p23"/>
                <p:cNvSpPr/>
                <p:nvPr/>
              </p:nvSpPr>
              <p:spPr>
                <a:xfrm>
                  <a:off x="10907750" y="7981875"/>
                  <a:ext cx="42300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693" extrusionOk="0">
                      <a:moveTo>
                        <a:pt x="1692" y="862"/>
                      </a:moveTo>
                      <a:cubicBezTo>
                        <a:pt x="1692" y="1341"/>
                        <a:pt x="1309" y="1692"/>
                        <a:pt x="862" y="1692"/>
                      </a:cubicBezTo>
                      <a:cubicBezTo>
                        <a:pt x="383" y="1692"/>
                        <a:pt x="0" y="1341"/>
                        <a:pt x="0" y="862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09" y="1"/>
                        <a:pt x="1692" y="384"/>
                        <a:pt x="1692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856" name="Google Shape;856;p23"/>
                <p:cNvSpPr/>
                <p:nvPr/>
              </p:nvSpPr>
              <p:spPr>
                <a:xfrm>
                  <a:off x="10089150" y="7779225"/>
                  <a:ext cx="43100" cy="42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" h="1692" extrusionOk="0">
                      <a:moveTo>
                        <a:pt x="1724" y="862"/>
                      </a:moveTo>
                      <a:cubicBezTo>
                        <a:pt x="1724" y="1309"/>
                        <a:pt x="1341" y="1692"/>
                        <a:pt x="862" y="1692"/>
                      </a:cubicBezTo>
                      <a:cubicBezTo>
                        <a:pt x="383" y="1692"/>
                        <a:pt x="0" y="1309"/>
                        <a:pt x="0" y="862"/>
                      </a:cubicBezTo>
                      <a:cubicBezTo>
                        <a:pt x="0" y="383"/>
                        <a:pt x="383" y="0"/>
                        <a:pt x="862" y="0"/>
                      </a:cubicBezTo>
                      <a:cubicBezTo>
                        <a:pt x="1341" y="0"/>
                        <a:pt x="1724" y="383"/>
                        <a:pt x="1724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857" name="Google Shape;857;p23"/>
                <p:cNvSpPr/>
                <p:nvPr/>
              </p:nvSpPr>
              <p:spPr>
                <a:xfrm>
                  <a:off x="8353800" y="7746500"/>
                  <a:ext cx="431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5" h="1693" extrusionOk="0">
                      <a:moveTo>
                        <a:pt x="1724" y="863"/>
                      </a:moveTo>
                      <a:cubicBezTo>
                        <a:pt x="1724" y="1341"/>
                        <a:pt x="1341" y="1692"/>
                        <a:pt x="862" y="1692"/>
                      </a:cubicBezTo>
                      <a:cubicBezTo>
                        <a:pt x="384" y="1692"/>
                        <a:pt x="1" y="1341"/>
                        <a:pt x="1" y="863"/>
                      </a:cubicBezTo>
                      <a:cubicBezTo>
                        <a:pt x="1" y="384"/>
                        <a:pt x="384" y="1"/>
                        <a:pt x="862" y="1"/>
                      </a:cubicBezTo>
                      <a:cubicBezTo>
                        <a:pt x="1341" y="1"/>
                        <a:pt x="1724" y="384"/>
                        <a:pt x="1724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858" name="Google Shape;858;p23"/>
                <p:cNvSpPr/>
                <p:nvPr/>
              </p:nvSpPr>
              <p:spPr>
                <a:xfrm>
                  <a:off x="8654600" y="7123375"/>
                  <a:ext cx="42300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693" extrusionOk="0">
                      <a:moveTo>
                        <a:pt x="1692" y="831"/>
                      </a:moveTo>
                      <a:cubicBezTo>
                        <a:pt x="1692" y="1309"/>
                        <a:pt x="1309" y="1692"/>
                        <a:pt x="862" y="1692"/>
                      </a:cubicBezTo>
                      <a:cubicBezTo>
                        <a:pt x="383" y="1692"/>
                        <a:pt x="0" y="1309"/>
                        <a:pt x="0" y="831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09" y="1"/>
                        <a:pt x="1692" y="384"/>
                        <a:pt x="1692" y="83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859" name="Google Shape;859;p23"/>
                <p:cNvSpPr/>
                <p:nvPr/>
              </p:nvSpPr>
              <p:spPr>
                <a:xfrm>
                  <a:off x="7815250" y="7722575"/>
                  <a:ext cx="43100" cy="43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" h="1724" extrusionOk="0">
                      <a:moveTo>
                        <a:pt x="1724" y="862"/>
                      </a:moveTo>
                      <a:cubicBezTo>
                        <a:pt x="1724" y="1341"/>
                        <a:pt x="1341" y="1724"/>
                        <a:pt x="862" y="1724"/>
                      </a:cubicBezTo>
                      <a:cubicBezTo>
                        <a:pt x="384" y="1724"/>
                        <a:pt x="1" y="1341"/>
                        <a:pt x="1" y="862"/>
                      </a:cubicBezTo>
                      <a:cubicBezTo>
                        <a:pt x="1" y="383"/>
                        <a:pt x="384" y="1"/>
                        <a:pt x="862" y="1"/>
                      </a:cubicBezTo>
                      <a:cubicBezTo>
                        <a:pt x="1341" y="1"/>
                        <a:pt x="1724" y="383"/>
                        <a:pt x="1724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cxnSp>
          <p:nvCxnSpPr>
            <p:cNvPr id="860" name="Google Shape;860;p23"/>
            <p:cNvCxnSpPr/>
            <p:nvPr/>
          </p:nvCxnSpPr>
          <p:spPr>
            <a:xfrm rot="10800000" flipH="1">
              <a:off x="5937425" y="4829875"/>
              <a:ext cx="716100" cy="7011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61" name="Google Shape;861;p23"/>
            <p:cNvSpPr/>
            <p:nvPr/>
          </p:nvSpPr>
          <p:spPr>
            <a:xfrm rot="1364015" flipH="1">
              <a:off x="4874441" y="4583177"/>
              <a:ext cx="36721" cy="36721"/>
            </a:xfrm>
            <a:custGeom>
              <a:avLst/>
              <a:gdLst/>
              <a:ahLst/>
              <a:cxnLst/>
              <a:rect l="l" t="t" r="r" b="b"/>
              <a:pathLst>
                <a:path w="1469" h="1469" extrusionOk="0">
                  <a:moveTo>
                    <a:pt x="1469" y="735"/>
                  </a:moveTo>
                  <a:cubicBezTo>
                    <a:pt x="1469" y="1118"/>
                    <a:pt x="1118" y="1469"/>
                    <a:pt x="735" y="1469"/>
                  </a:cubicBezTo>
                  <a:cubicBezTo>
                    <a:pt x="352" y="1469"/>
                    <a:pt x="1" y="1118"/>
                    <a:pt x="1" y="735"/>
                  </a:cubicBezTo>
                  <a:cubicBezTo>
                    <a:pt x="1" y="352"/>
                    <a:pt x="352" y="1"/>
                    <a:pt x="735" y="1"/>
                  </a:cubicBezTo>
                  <a:cubicBezTo>
                    <a:pt x="1118" y="1"/>
                    <a:pt x="1469" y="352"/>
                    <a:pt x="1469" y="735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862" name="Google Shape;862;p23"/>
            <p:cNvCxnSpPr/>
            <p:nvPr/>
          </p:nvCxnSpPr>
          <p:spPr>
            <a:xfrm>
              <a:off x="4894600" y="4600350"/>
              <a:ext cx="377700" cy="6558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63" name="Google Shape;863;p23"/>
          <p:cNvSpPr/>
          <p:nvPr/>
        </p:nvSpPr>
        <p:spPr>
          <a:xfrm>
            <a:off x="8162467" y="-3315267"/>
            <a:ext cx="5832800" cy="58328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7A0B3">
                  <a:alpha val="0"/>
                </a:srgbClr>
              </a:gs>
              <a:gs pos="100000">
                <a:srgbClr val="07A0B3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64" name="Google Shape;864;p23"/>
          <p:cNvSpPr/>
          <p:nvPr/>
        </p:nvSpPr>
        <p:spPr>
          <a:xfrm>
            <a:off x="-1550300" y="4462767"/>
            <a:ext cx="5832800" cy="5832800"/>
          </a:xfrm>
          <a:prstGeom prst="ellipse">
            <a:avLst/>
          </a:prstGeom>
          <a:gradFill>
            <a:gsLst>
              <a:gs pos="0">
                <a:schemeClr val="dk2"/>
              </a:gs>
              <a:gs pos="50000">
                <a:srgbClr val="942290">
                  <a:alpha val="0"/>
                </a:srgbClr>
              </a:gs>
              <a:gs pos="100000">
                <a:srgbClr val="94229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6568842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24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867" name="Google Shape;867;p24"/>
          <p:cNvSpPr txBox="1">
            <a:spLocks noGrp="1"/>
          </p:cNvSpPr>
          <p:nvPr>
            <p:ph type="subTitle" idx="1"/>
          </p:nvPr>
        </p:nvSpPr>
        <p:spPr>
          <a:xfrm>
            <a:off x="1942633" y="2250701"/>
            <a:ext cx="5694000" cy="7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868" name="Google Shape;868;p24"/>
          <p:cNvSpPr txBox="1">
            <a:spLocks noGrp="1"/>
          </p:cNvSpPr>
          <p:nvPr>
            <p:ph type="subTitle" idx="2"/>
          </p:nvPr>
        </p:nvSpPr>
        <p:spPr>
          <a:xfrm>
            <a:off x="1942633" y="1774200"/>
            <a:ext cx="5694000" cy="59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869" name="Google Shape;869;p24"/>
          <p:cNvSpPr txBox="1">
            <a:spLocks noGrp="1"/>
          </p:cNvSpPr>
          <p:nvPr>
            <p:ph type="subTitle" idx="3"/>
          </p:nvPr>
        </p:nvSpPr>
        <p:spPr>
          <a:xfrm>
            <a:off x="1942633" y="3822084"/>
            <a:ext cx="5694000" cy="7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870" name="Google Shape;870;p24"/>
          <p:cNvSpPr txBox="1">
            <a:spLocks noGrp="1"/>
          </p:cNvSpPr>
          <p:nvPr>
            <p:ph type="subTitle" idx="4"/>
          </p:nvPr>
        </p:nvSpPr>
        <p:spPr>
          <a:xfrm>
            <a:off x="1942633" y="3345583"/>
            <a:ext cx="5694000" cy="59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871" name="Google Shape;871;p24"/>
          <p:cNvSpPr txBox="1">
            <a:spLocks noGrp="1"/>
          </p:cNvSpPr>
          <p:nvPr>
            <p:ph type="subTitle" idx="5"/>
          </p:nvPr>
        </p:nvSpPr>
        <p:spPr>
          <a:xfrm>
            <a:off x="1942633" y="5393467"/>
            <a:ext cx="5694000" cy="7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872" name="Google Shape;872;p24"/>
          <p:cNvSpPr txBox="1">
            <a:spLocks noGrp="1"/>
          </p:cNvSpPr>
          <p:nvPr>
            <p:ph type="subTitle" idx="6"/>
          </p:nvPr>
        </p:nvSpPr>
        <p:spPr>
          <a:xfrm>
            <a:off x="1942633" y="4916967"/>
            <a:ext cx="5694000" cy="59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873" name="Google Shape;873;p24"/>
          <p:cNvSpPr/>
          <p:nvPr/>
        </p:nvSpPr>
        <p:spPr>
          <a:xfrm>
            <a:off x="9039217" y="-2836900"/>
            <a:ext cx="5832800" cy="5832800"/>
          </a:xfrm>
          <a:prstGeom prst="ellipse">
            <a:avLst/>
          </a:prstGeom>
          <a:gradFill>
            <a:gsLst>
              <a:gs pos="0">
                <a:schemeClr val="dk2"/>
              </a:gs>
              <a:gs pos="50000">
                <a:srgbClr val="942290">
                  <a:alpha val="0"/>
                </a:srgbClr>
              </a:gs>
              <a:gs pos="100000">
                <a:srgbClr val="94229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74" name="Google Shape;874;p24"/>
          <p:cNvSpPr/>
          <p:nvPr/>
        </p:nvSpPr>
        <p:spPr>
          <a:xfrm>
            <a:off x="-3978549" y="2501300"/>
            <a:ext cx="5832800" cy="58328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7A0B3">
                  <a:alpha val="0"/>
                </a:srgbClr>
              </a:gs>
              <a:gs pos="100000">
                <a:srgbClr val="07A0B3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2601932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25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877" name="Google Shape;877;p25"/>
          <p:cNvSpPr txBox="1">
            <a:spLocks noGrp="1"/>
          </p:cNvSpPr>
          <p:nvPr>
            <p:ph type="subTitle" idx="1"/>
          </p:nvPr>
        </p:nvSpPr>
        <p:spPr>
          <a:xfrm>
            <a:off x="950967" y="2368867"/>
            <a:ext cx="3317600" cy="29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Dosis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878" name="Google Shape;878;p25"/>
          <p:cNvSpPr txBox="1">
            <a:spLocks noGrp="1"/>
          </p:cNvSpPr>
          <p:nvPr>
            <p:ph type="subTitle" idx="2"/>
          </p:nvPr>
        </p:nvSpPr>
        <p:spPr>
          <a:xfrm>
            <a:off x="950967" y="1893733"/>
            <a:ext cx="33176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879" name="Google Shape;879;p25"/>
          <p:cNvSpPr txBox="1">
            <a:spLocks noGrp="1"/>
          </p:cNvSpPr>
          <p:nvPr>
            <p:ph type="subTitle" idx="3"/>
          </p:nvPr>
        </p:nvSpPr>
        <p:spPr>
          <a:xfrm>
            <a:off x="4437200" y="2368867"/>
            <a:ext cx="3317600" cy="29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Dosis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880" name="Google Shape;880;p25"/>
          <p:cNvSpPr txBox="1">
            <a:spLocks noGrp="1"/>
          </p:cNvSpPr>
          <p:nvPr>
            <p:ph type="subTitle" idx="4"/>
          </p:nvPr>
        </p:nvSpPr>
        <p:spPr>
          <a:xfrm>
            <a:off x="4437200" y="1893733"/>
            <a:ext cx="33176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881" name="Google Shape;881;p25"/>
          <p:cNvSpPr txBox="1">
            <a:spLocks noGrp="1"/>
          </p:cNvSpPr>
          <p:nvPr>
            <p:ph type="subTitle" idx="5"/>
          </p:nvPr>
        </p:nvSpPr>
        <p:spPr>
          <a:xfrm>
            <a:off x="7923433" y="2368867"/>
            <a:ext cx="3317600" cy="29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Dosis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882" name="Google Shape;882;p25"/>
          <p:cNvSpPr txBox="1">
            <a:spLocks noGrp="1"/>
          </p:cNvSpPr>
          <p:nvPr>
            <p:ph type="subTitle" idx="6"/>
          </p:nvPr>
        </p:nvSpPr>
        <p:spPr>
          <a:xfrm>
            <a:off x="7923433" y="1893733"/>
            <a:ext cx="33176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grpSp>
        <p:nvGrpSpPr>
          <p:cNvPr id="883" name="Google Shape;883;p25"/>
          <p:cNvGrpSpPr/>
          <p:nvPr/>
        </p:nvGrpSpPr>
        <p:grpSpPr>
          <a:xfrm flipH="1">
            <a:off x="-1181538" y="2042731"/>
            <a:ext cx="11583084" cy="9140279"/>
            <a:chOff x="2647347" y="1686630"/>
            <a:chExt cx="8014865" cy="6324577"/>
          </a:xfrm>
        </p:grpSpPr>
        <p:cxnSp>
          <p:nvCxnSpPr>
            <p:cNvPr id="884" name="Google Shape;884;p25"/>
            <p:cNvCxnSpPr/>
            <p:nvPr/>
          </p:nvCxnSpPr>
          <p:spPr>
            <a:xfrm rot="10800000">
              <a:off x="4892300" y="4605100"/>
              <a:ext cx="370800" cy="173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5" name="Google Shape;885;p25"/>
            <p:cNvCxnSpPr/>
            <p:nvPr/>
          </p:nvCxnSpPr>
          <p:spPr>
            <a:xfrm rot="10800000">
              <a:off x="5262950" y="4778550"/>
              <a:ext cx="673500" cy="7578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886" name="Google Shape;886;p25"/>
            <p:cNvGrpSpPr/>
            <p:nvPr/>
          </p:nvGrpSpPr>
          <p:grpSpPr>
            <a:xfrm rot="1223304">
              <a:off x="5150566" y="4924955"/>
              <a:ext cx="906421" cy="482749"/>
              <a:chOff x="3198538" y="6072725"/>
              <a:chExt cx="906375" cy="482725"/>
            </a:xfrm>
          </p:grpSpPr>
          <p:sp>
            <p:nvSpPr>
              <p:cNvPr id="887" name="Google Shape;887;p25"/>
              <p:cNvSpPr/>
              <p:nvPr/>
            </p:nvSpPr>
            <p:spPr>
              <a:xfrm>
                <a:off x="3198538" y="6072725"/>
                <a:ext cx="893625" cy="472350"/>
              </a:xfrm>
              <a:custGeom>
                <a:avLst/>
                <a:gdLst/>
                <a:ahLst/>
                <a:cxnLst/>
                <a:rect l="l" t="t" r="r" b="b"/>
                <a:pathLst>
                  <a:path w="35745" h="18894" fill="none" extrusionOk="0">
                    <a:moveTo>
                      <a:pt x="0" y="1"/>
                    </a:moveTo>
                    <a:lnTo>
                      <a:pt x="6862" y="17809"/>
                    </a:lnTo>
                    <a:lnTo>
                      <a:pt x="35744" y="18894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88" name="Google Shape;888;p25"/>
              <p:cNvSpPr/>
              <p:nvPr/>
            </p:nvSpPr>
            <p:spPr>
              <a:xfrm>
                <a:off x="4079363" y="6529900"/>
                <a:ext cx="25550" cy="25550"/>
              </a:xfrm>
              <a:custGeom>
                <a:avLst/>
                <a:gdLst/>
                <a:ahLst/>
                <a:cxnLst/>
                <a:rect l="l" t="t" r="r" b="b"/>
                <a:pathLst>
                  <a:path w="1022" h="1022" extrusionOk="0">
                    <a:moveTo>
                      <a:pt x="1022" y="511"/>
                    </a:moveTo>
                    <a:cubicBezTo>
                      <a:pt x="1022" y="798"/>
                      <a:pt x="798" y="1022"/>
                      <a:pt x="511" y="1022"/>
                    </a:cubicBezTo>
                    <a:cubicBezTo>
                      <a:pt x="224" y="1022"/>
                      <a:pt x="0" y="798"/>
                      <a:pt x="0" y="511"/>
                    </a:cubicBezTo>
                    <a:cubicBezTo>
                      <a:pt x="0" y="224"/>
                      <a:pt x="224" y="1"/>
                      <a:pt x="511" y="1"/>
                    </a:cubicBezTo>
                    <a:cubicBezTo>
                      <a:pt x="798" y="1"/>
                      <a:pt x="1022" y="224"/>
                      <a:pt x="1022" y="51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89" name="Google Shape;889;p25"/>
              <p:cNvSpPr/>
              <p:nvPr/>
            </p:nvSpPr>
            <p:spPr>
              <a:xfrm>
                <a:off x="3354113" y="6491600"/>
                <a:ext cx="42300" cy="42325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1693" extrusionOk="0">
                    <a:moveTo>
                      <a:pt x="1692" y="830"/>
                    </a:moveTo>
                    <a:cubicBezTo>
                      <a:pt x="1692" y="1309"/>
                      <a:pt x="1309" y="1692"/>
                      <a:pt x="862" y="1692"/>
                    </a:cubicBezTo>
                    <a:cubicBezTo>
                      <a:pt x="383" y="1692"/>
                      <a:pt x="0" y="1309"/>
                      <a:pt x="0" y="830"/>
                    </a:cubicBezTo>
                    <a:cubicBezTo>
                      <a:pt x="0" y="384"/>
                      <a:pt x="383" y="1"/>
                      <a:pt x="862" y="1"/>
                    </a:cubicBezTo>
                    <a:cubicBezTo>
                      <a:pt x="1309" y="1"/>
                      <a:pt x="1692" y="384"/>
                      <a:pt x="1692" y="83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890" name="Google Shape;890;p25"/>
            <p:cNvGrpSpPr/>
            <p:nvPr/>
          </p:nvGrpSpPr>
          <p:grpSpPr>
            <a:xfrm>
              <a:off x="6623250" y="4391575"/>
              <a:ext cx="584850" cy="594450"/>
              <a:chOff x="2214950" y="5878400"/>
              <a:chExt cx="584850" cy="594450"/>
            </a:xfrm>
          </p:grpSpPr>
          <p:sp>
            <p:nvSpPr>
              <p:cNvPr id="891" name="Google Shape;891;p25"/>
              <p:cNvSpPr/>
              <p:nvPr/>
            </p:nvSpPr>
            <p:spPr>
              <a:xfrm>
                <a:off x="2228500" y="5891175"/>
                <a:ext cx="546575" cy="562525"/>
              </a:xfrm>
              <a:custGeom>
                <a:avLst/>
                <a:gdLst/>
                <a:ahLst/>
                <a:cxnLst/>
                <a:rect l="l" t="t" r="r" b="b"/>
                <a:pathLst>
                  <a:path w="21863" h="22501" fill="none" extrusionOk="0">
                    <a:moveTo>
                      <a:pt x="14969" y="1"/>
                    </a:moveTo>
                    <a:lnTo>
                      <a:pt x="1" y="17202"/>
                    </a:lnTo>
                    <a:lnTo>
                      <a:pt x="21862" y="22500"/>
                    </a:lnTo>
                    <a:lnTo>
                      <a:pt x="16213" y="12192"/>
                    </a:lnTo>
                    <a:lnTo>
                      <a:pt x="1" y="17202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92" name="Google Shape;892;p25"/>
              <p:cNvSpPr/>
              <p:nvPr/>
            </p:nvSpPr>
            <p:spPr>
              <a:xfrm>
                <a:off x="2589950" y="5878400"/>
                <a:ext cx="25550" cy="25575"/>
              </a:xfrm>
              <a:custGeom>
                <a:avLst/>
                <a:gdLst/>
                <a:ahLst/>
                <a:cxnLst/>
                <a:rect l="l" t="t" r="r" b="b"/>
                <a:pathLst>
                  <a:path w="1022" h="1023" extrusionOk="0">
                    <a:moveTo>
                      <a:pt x="1021" y="512"/>
                    </a:moveTo>
                    <a:cubicBezTo>
                      <a:pt x="1021" y="799"/>
                      <a:pt x="798" y="1022"/>
                      <a:pt x="511" y="1022"/>
                    </a:cubicBezTo>
                    <a:cubicBezTo>
                      <a:pt x="224" y="1022"/>
                      <a:pt x="0" y="799"/>
                      <a:pt x="0" y="512"/>
                    </a:cubicBezTo>
                    <a:cubicBezTo>
                      <a:pt x="0" y="256"/>
                      <a:pt x="224" y="1"/>
                      <a:pt x="511" y="1"/>
                    </a:cubicBezTo>
                    <a:cubicBezTo>
                      <a:pt x="798" y="1"/>
                      <a:pt x="1021" y="256"/>
                      <a:pt x="1021" y="512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93" name="Google Shape;893;p25"/>
              <p:cNvSpPr/>
              <p:nvPr/>
            </p:nvSpPr>
            <p:spPr>
              <a:xfrm>
                <a:off x="2621050" y="6183200"/>
                <a:ext cx="25575" cy="25550"/>
              </a:xfrm>
              <a:custGeom>
                <a:avLst/>
                <a:gdLst/>
                <a:ahLst/>
                <a:cxnLst/>
                <a:rect l="l" t="t" r="r" b="b"/>
                <a:pathLst>
                  <a:path w="1023" h="1022" extrusionOk="0">
                    <a:moveTo>
                      <a:pt x="1022" y="511"/>
                    </a:moveTo>
                    <a:cubicBezTo>
                      <a:pt x="1022" y="798"/>
                      <a:pt x="799" y="1021"/>
                      <a:pt x="511" y="1021"/>
                    </a:cubicBezTo>
                    <a:cubicBezTo>
                      <a:pt x="224" y="1021"/>
                      <a:pt x="1" y="798"/>
                      <a:pt x="1" y="511"/>
                    </a:cubicBezTo>
                    <a:cubicBezTo>
                      <a:pt x="1" y="224"/>
                      <a:pt x="224" y="0"/>
                      <a:pt x="511" y="0"/>
                    </a:cubicBezTo>
                    <a:cubicBezTo>
                      <a:pt x="799" y="0"/>
                      <a:pt x="1022" y="224"/>
                      <a:pt x="1022" y="5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94" name="Google Shape;894;p25"/>
              <p:cNvSpPr/>
              <p:nvPr/>
            </p:nvSpPr>
            <p:spPr>
              <a:xfrm>
                <a:off x="2214950" y="6294100"/>
                <a:ext cx="42300" cy="42300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1692" extrusionOk="0">
                    <a:moveTo>
                      <a:pt x="1692" y="830"/>
                    </a:moveTo>
                    <a:cubicBezTo>
                      <a:pt x="1692" y="1309"/>
                      <a:pt x="1309" y="1692"/>
                      <a:pt x="830" y="1692"/>
                    </a:cubicBezTo>
                    <a:cubicBezTo>
                      <a:pt x="383" y="1692"/>
                      <a:pt x="0" y="1309"/>
                      <a:pt x="0" y="830"/>
                    </a:cubicBezTo>
                    <a:cubicBezTo>
                      <a:pt x="0" y="351"/>
                      <a:pt x="383" y="0"/>
                      <a:pt x="830" y="0"/>
                    </a:cubicBezTo>
                    <a:cubicBezTo>
                      <a:pt x="1309" y="0"/>
                      <a:pt x="1692" y="351"/>
                      <a:pt x="1692" y="83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95" name="Google Shape;895;p25"/>
              <p:cNvSpPr/>
              <p:nvPr/>
            </p:nvSpPr>
            <p:spPr>
              <a:xfrm>
                <a:off x="2757500" y="6430525"/>
                <a:ext cx="42300" cy="42325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1693" extrusionOk="0">
                    <a:moveTo>
                      <a:pt x="1692" y="830"/>
                    </a:moveTo>
                    <a:cubicBezTo>
                      <a:pt x="1692" y="1309"/>
                      <a:pt x="1309" y="1692"/>
                      <a:pt x="830" y="1692"/>
                    </a:cubicBezTo>
                    <a:cubicBezTo>
                      <a:pt x="383" y="1692"/>
                      <a:pt x="0" y="1309"/>
                      <a:pt x="0" y="830"/>
                    </a:cubicBezTo>
                    <a:cubicBezTo>
                      <a:pt x="0" y="384"/>
                      <a:pt x="383" y="1"/>
                      <a:pt x="830" y="1"/>
                    </a:cubicBezTo>
                    <a:cubicBezTo>
                      <a:pt x="1309" y="1"/>
                      <a:pt x="1692" y="384"/>
                      <a:pt x="1692" y="83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896" name="Google Shape;896;p25"/>
            <p:cNvGrpSpPr/>
            <p:nvPr/>
          </p:nvGrpSpPr>
          <p:grpSpPr>
            <a:xfrm rot="1364015" flipH="1">
              <a:off x="3127070" y="2898367"/>
              <a:ext cx="7055420" cy="3901102"/>
              <a:chOff x="7432275" y="5642550"/>
              <a:chExt cx="7056275" cy="3901575"/>
            </a:xfrm>
          </p:grpSpPr>
          <p:sp>
            <p:nvSpPr>
              <p:cNvPr id="897" name="Google Shape;897;p25"/>
              <p:cNvSpPr/>
              <p:nvPr/>
            </p:nvSpPr>
            <p:spPr>
              <a:xfrm>
                <a:off x="7432275" y="5642550"/>
                <a:ext cx="7032350" cy="3883225"/>
              </a:xfrm>
              <a:custGeom>
                <a:avLst/>
                <a:gdLst/>
                <a:ahLst/>
                <a:cxnLst/>
                <a:rect l="l" t="t" r="r" b="b"/>
                <a:pathLst>
                  <a:path w="281294" h="155329" fill="none" extrusionOk="0">
                    <a:moveTo>
                      <a:pt x="1" y="1"/>
                    </a:moveTo>
                    <a:lnTo>
                      <a:pt x="44489" y="36511"/>
                    </a:lnTo>
                    <a:lnTo>
                      <a:pt x="86680" y="32394"/>
                    </a:lnTo>
                    <a:lnTo>
                      <a:pt x="98361" y="54064"/>
                    </a:lnTo>
                    <a:lnTo>
                      <a:pt x="134137" y="55500"/>
                    </a:lnTo>
                    <a:lnTo>
                      <a:pt x="107073" y="86329"/>
                    </a:lnTo>
                    <a:lnTo>
                      <a:pt x="139881" y="94435"/>
                    </a:lnTo>
                    <a:lnTo>
                      <a:pt x="173583" y="83202"/>
                    </a:lnTo>
                    <a:lnTo>
                      <a:pt x="200135" y="117861"/>
                    </a:lnTo>
                    <a:lnTo>
                      <a:pt x="264124" y="131265"/>
                    </a:lnTo>
                    <a:lnTo>
                      <a:pt x="281293" y="155328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98" name="Google Shape;898;p25"/>
              <p:cNvSpPr/>
              <p:nvPr/>
            </p:nvSpPr>
            <p:spPr>
              <a:xfrm>
                <a:off x="8544500" y="6555300"/>
                <a:ext cx="596825" cy="495500"/>
              </a:xfrm>
              <a:custGeom>
                <a:avLst/>
                <a:gdLst/>
                <a:ahLst/>
                <a:cxnLst/>
                <a:rect l="l" t="t" r="r" b="b"/>
                <a:pathLst>
                  <a:path w="23873" h="19820" fill="none" extrusionOk="0">
                    <a:moveTo>
                      <a:pt x="23872" y="19820"/>
                    </a:moveTo>
                    <a:lnTo>
                      <a:pt x="0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99" name="Google Shape;899;p25"/>
              <p:cNvSpPr/>
              <p:nvPr/>
            </p:nvSpPr>
            <p:spPr>
              <a:xfrm>
                <a:off x="7778550" y="6452375"/>
                <a:ext cx="2112750" cy="1353200"/>
              </a:xfrm>
              <a:custGeom>
                <a:avLst/>
                <a:gdLst/>
                <a:ahLst/>
                <a:cxnLst/>
                <a:rect l="l" t="t" r="r" b="b"/>
                <a:pathLst>
                  <a:path w="84510" h="54128" fill="none" extrusionOk="0">
                    <a:moveTo>
                      <a:pt x="1" y="53521"/>
                    </a:moveTo>
                    <a:lnTo>
                      <a:pt x="36000" y="27702"/>
                    </a:lnTo>
                    <a:lnTo>
                      <a:pt x="30638" y="4118"/>
                    </a:lnTo>
                    <a:lnTo>
                      <a:pt x="17681" y="19979"/>
                    </a:lnTo>
                    <a:lnTo>
                      <a:pt x="36000" y="27702"/>
                    </a:lnTo>
                    <a:lnTo>
                      <a:pt x="54510" y="23937"/>
                    </a:lnTo>
                    <a:lnTo>
                      <a:pt x="65776" y="54128"/>
                    </a:lnTo>
                    <a:lnTo>
                      <a:pt x="84510" y="21671"/>
                    </a:lnTo>
                    <a:lnTo>
                      <a:pt x="54510" y="23937"/>
                    </a:lnTo>
                    <a:lnTo>
                      <a:pt x="72829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00" name="Google Shape;900;p25"/>
              <p:cNvSpPr/>
              <p:nvPr/>
            </p:nvSpPr>
            <p:spPr>
              <a:xfrm>
                <a:off x="8371350" y="7030025"/>
                <a:ext cx="2414350" cy="775550"/>
              </a:xfrm>
              <a:custGeom>
                <a:avLst/>
                <a:gdLst/>
                <a:ahLst/>
                <a:cxnLst/>
                <a:rect l="l" t="t" r="r" b="b"/>
                <a:pathLst>
                  <a:path w="96574" h="31022" fill="none" extrusionOk="0">
                    <a:moveTo>
                      <a:pt x="1" y="29554"/>
                    </a:moveTo>
                    <a:lnTo>
                      <a:pt x="12288" y="4596"/>
                    </a:lnTo>
                    <a:lnTo>
                      <a:pt x="13756" y="21256"/>
                    </a:lnTo>
                    <a:lnTo>
                      <a:pt x="42064" y="31022"/>
                    </a:lnTo>
                    <a:lnTo>
                      <a:pt x="96574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01" name="Google Shape;901;p25"/>
              <p:cNvSpPr/>
              <p:nvPr/>
            </p:nvSpPr>
            <p:spPr>
              <a:xfrm>
                <a:off x="10432225" y="7722575"/>
                <a:ext cx="1339625" cy="1514375"/>
              </a:xfrm>
              <a:custGeom>
                <a:avLst/>
                <a:gdLst/>
                <a:ahLst/>
                <a:cxnLst/>
                <a:rect l="l" t="t" r="r" b="b"/>
                <a:pathLst>
                  <a:path w="53585" h="60575" fill="none" extrusionOk="0">
                    <a:moveTo>
                      <a:pt x="19883" y="11234"/>
                    </a:moveTo>
                    <a:lnTo>
                      <a:pt x="1" y="46213"/>
                    </a:lnTo>
                    <a:lnTo>
                      <a:pt x="53585" y="1"/>
                    </a:lnTo>
                    <a:lnTo>
                      <a:pt x="40787" y="60574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02" name="Google Shape;902;p25"/>
              <p:cNvSpPr/>
              <p:nvPr/>
            </p:nvSpPr>
            <p:spPr>
              <a:xfrm>
                <a:off x="11771825" y="7722575"/>
                <a:ext cx="2263550" cy="1525525"/>
              </a:xfrm>
              <a:custGeom>
                <a:avLst/>
                <a:gdLst/>
                <a:ahLst/>
                <a:cxnLst/>
                <a:rect l="l" t="t" r="r" b="b"/>
                <a:pathLst>
                  <a:path w="90542" h="61021" fill="none" extrusionOk="0">
                    <a:moveTo>
                      <a:pt x="90542" y="48064"/>
                    </a:moveTo>
                    <a:lnTo>
                      <a:pt x="54957" y="61021"/>
                    </a:lnTo>
                    <a:lnTo>
                      <a:pt x="26553" y="34660"/>
                    </a:lnTo>
                    <a:lnTo>
                      <a:pt x="20107" y="13724"/>
                    </a:lnTo>
                    <a:lnTo>
                      <a:pt x="51223" y="24958"/>
                    </a:lnTo>
                    <a:lnTo>
                      <a:pt x="26553" y="34660"/>
                    </a:lnTo>
                    <a:lnTo>
                      <a:pt x="17585" y="55978"/>
                    </a:lnTo>
                    <a:lnTo>
                      <a:pt x="1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03" name="Google Shape;903;p25"/>
              <p:cNvSpPr/>
              <p:nvPr/>
            </p:nvSpPr>
            <p:spPr>
              <a:xfrm>
                <a:off x="12768350" y="7914850"/>
                <a:ext cx="283275" cy="431675"/>
              </a:xfrm>
              <a:custGeom>
                <a:avLst/>
                <a:gdLst/>
                <a:ahLst/>
                <a:cxnLst/>
                <a:rect l="l" t="t" r="r" b="b"/>
                <a:pathLst>
                  <a:path w="11331" h="17267" fill="none" extrusionOk="0">
                    <a:moveTo>
                      <a:pt x="11330" y="17267"/>
                    </a:moveTo>
                    <a:lnTo>
                      <a:pt x="1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04" name="Google Shape;904;p25"/>
              <p:cNvSpPr/>
              <p:nvPr/>
            </p:nvSpPr>
            <p:spPr>
              <a:xfrm>
                <a:off x="8544500" y="6043875"/>
                <a:ext cx="435650" cy="511450"/>
              </a:xfrm>
              <a:custGeom>
                <a:avLst/>
                <a:gdLst/>
                <a:ahLst/>
                <a:cxnLst/>
                <a:rect l="l" t="t" r="r" b="b"/>
                <a:pathLst>
                  <a:path w="17426" h="20458" fill="none" extrusionOk="0">
                    <a:moveTo>
                      <a:pt x="0" y="20458"/>
                    </a:moveTo>
                    <a:lnTo>
                      <a:pt x="17426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grpSp>
            <p:nvGrpSpPr>
              <p:cNvPr id="905" name="Google Shape;905;p25"/>
              <p:cNvGrpSpPr/>
              <p:nvPr/>
            </p:nvGrpSpPr>
            <p:grpSpPr>
              <a:xfrm>
                <a:off x="7815250" y="6023125"/>
                <a:ext cx="6673300" cy="3521000"/>
                <a:chOff x="7815250" y="6023125"/>
                <a:chExt cx="6673300" cy="3521000"/>
              </a:xfrm>
            </p:grpSpPr>
            <p:sp>
              <p:nvSpPr>
                <p:cNvPr id="906" name="Google Shape;906;p25"/>
                <p:cNvSpPr/>
                <p:nvPr/>
              </p:nvSpPr>
              <p:spPr>
                <a:xfrm>
                  <a:off x="8526150" y="6537750"/>
                  <a:ext cx="367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9" h="1437" extrusionOk="0">
                      <a:moveTo>
                        <a:pt x="1468" y="703"/>
                      </a:moveTo>
                      <a:cubicBezTo>
                        <a:pt x="1468" y="1118"/>
                        <a:pt x="1149" y="1437"/>
                        <a:pt x="734" y="1437"/>
                      </a:cubicBezTo>
                      <a:cubicBezTo>
                        <a:pt x="351" y="1437"/>
                        <a:pt x="0" y="1118"/>
                        <a:pt x="0" y="703"/>
                      </a:cubicBezTo>
                      <a:cubicBezTo>
                        <a:pt x="0" y="320"/>
                        <a:pt x="351" y="1"/>
                        <a:pt x="734" y="1"/>
                      </a:cubicBezTo>
                      <a:cubicBezTo>
                        <a:pt x="1149" y="1"/>
                        <a:pt x="1468" y="320"/>
                        <a:pt x="1468" y="70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07" name="Google Shape;907;p25"/>
                <p:cNvSpPr/>
                <p:nvPr/>
              </p:nvSpPr>
              <p:spPr>
                <a:xfrm>
                  <a:off x="9129325" y="7033225"/>
                  <a:ext cx="359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437" extrusionOk="0">
                      <a:moveTo>
                        <a:pt x="1437" y="703"/>
                      </a:moveTo>
                      <a:cubicBezTo>
                        <a:pt x="1437" y="1117"/>
                        <a:pt x="1117" y="1437"/>
                        <a:pt x="735" y="1437"/>
                      </a:cubicBezTo>
                      <a:cubicBezTo>
                        <a:pt x="320" y="1437"/>
                        <a:pt x="0" y="1117"/>
                        <a:pt x="0" y="703"/>
                      </a:cubicBezTo>
                      <a:cubicBezTo>
                        <a:pt x="0" y="320"/>
                        <a:pt x="320" y="0"/>
                        <a:pt x="735" y="0"/>
                      </a:cubicBezTo>
                      <a:cubicBezTo>
                        <a:pt x="1117" y="0"/>
                        <a:pt x="1437" y="320"/>
                        <a:pt x="1437" y="70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08" name="Google Shape;908;p25"/>
                <p:cNvSpPr/>
                <p:nvPr/>
              </p:nvSpPr>
              <p:spPr>
                <a:xfrm>
                  <a:off x="8699275" y="7540675"/>
                  <a:ext cx="359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437" extrusionOk="0">
                      <a:moveTo>
                        <a:pt x="1437" y="702"/>
                      </a:moveTo>
                      <a:cubicBezTo>
                        <a:pt x="1437" y="1117"/>
                        <a:pt x="1118" y="1436"/>
                        <a:pt x="735" y="1436"/>
                      </a:cubicBezTo>
                      <a:cubicBezTo>
                        <a:pt x="320" y="1436"/>
                        <a:pt x="1" y="1117"/>
                        <a:pt x="1" y="702"/>
                      </a:cubicBezTo>
                      <a:cubicBezTo>
                        <a:pt x="1" y="319"/>
                        <a:pt x="320" y="0"/>
                        <a:pt x="735" y="0"/>
                      </a:cubicBezTo>
                      <a:cubicBezTo>
                        <a:pt x="1118" y="0"/>
                        <a:pt x="1437" y="319"/>
                        <a:pt x="1437" y="70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09" name="Google Shape;909;p25"/>
                <p:cNvSpPr/>
                <p:nvPr/>
              </p:nvSpPr>
              <p:spPr>
                <a:xfrm>
                  <a:off x="13125800" y="9228150"/>
                  <a:ext cx="359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437" extrusionOk="0">
                      <a:moveTo>
                        <a:pt x="1436" y="702"/>
                      </a:moveTo>
                      <a:cubicBezTo>
                        <a:pt x="1436" y="1117"/>
                        <a:pt x="1117" y="1436"/>
                        <a:pt x="702" y="1436"/>
                      </a:cubicBezTo>
                      <a:cubicBezTo>
                        <a:pt x="319" y="1436"/>
                        <a:pt x="0" y="1117"/>
                        <a:pt x="0" y="702"/>
                      </a:cubicBezTo>
                      <a:cubicBezTo>
                        <a:pt x="0" y="319"/>
                        <a:pt x="319" y="0"/>
                        <a:pt x="702" y="0"/>
                      </a:cubicBezTo>
                      <a:cubicBezTo>
                        <a:pt x="1117" y="0"/>
                        <a:pt x="1436" y="319"/>
                        <a:pt x="1436" y="70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10" name="Google Shape;910;p25"/>
                <p:cNvSpPr/>
                <p:nvPr/>
              </p:nvSpPr>
              <p:spPr>
                <a:xfrm>
                  <a:off x="12750000" y="7896500"/>
                  <a:ext cx="36725" cy="3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9" h="1469" extrusionOk="0">
                      <a:moveTo>
                        <a:pt x="1469" y="735"/>
                      </a:moveTo>
                      <a:cubicBezTo>
                        <a:pt x="1469" y="1118"/>
                        <a:pt x="1118" y="1469"/>
                        <a:pt x="735" y="1469"/>
                      </a:cubicBezTo>
                      <a:cubicBezTo>
                        <a:pt x="352" y="1469"/>
                        <a:pt x="1" y="1118"/>
                        <a:pt x="1" y="735"/>
                      </a:cubicBezTo>
                      <a:cubicBezTo>
                        <a:pt x="1" y="352"/>
                        <a:pt x="352" y="1"/>
                        <a:pt x="735" y="1"/>
                      </a:cubicBezTo>
                      <a:cubicBezTo>
                        <a:pt x="1118" y="1"/>
                        <a:pt x="1469" y="352"/>
                        <a:pt x="1469" y="73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11" name="Google Shape;911;p25"/>
                <p:cNvSpPr/>
                <p:nvPr/>
              </p:nvSpPr>
              <p:spPr>
                <a:xfrm>
                  <a:off x="14017000" y="8906600"/>
                  <a:ext cx="367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9" h="1437" extrusionOk="0">
                      <a:moveTo>
                        <a:pt x="1469" y="703"/>
                      </a:moveTo>
                      <a:cubicBezTo>
                        <a:pt x="1469" y="1118"/>
                        <a:pt x="1118" y="1437"/>
                        <a:pt x="735" y="1437"/>
                      </a:cubicBezTo>
                      <a:cubicBezTo>
                        <a:pt x="352" y="1437"/>
                        <a:pt x="1" y="1118"/>
                        <a:pt x="1" y="703"/>
                      </a:cubicBezTo>
                      <a:cubicBezTo>
                        <a:pt x="1" y="320"/>
                        <a:pt x="352" y="1"/>
                        <a:pt x="735" y="1"/>
                      </a:cubicBezTo>
                      <a:cubicBezTo>
                        <a:pt x="1118" y="1"/>
                        <a:pt x="1469" y="320"/>
                        <a:pt x="1469" y="70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12" name="Google Shape;912;p25"/>
                <p:cNvSpPr/>
                <p:nvPr/>
              </p:nvSpPr>
              <p:spPr>
                <a:xfrm>
                  <a:off x="12255325" y="8041725"/>
                  <a:ext cx="359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437" extrusionOk="0">
                      <a:moveTo>
                        <a:pt x="1437" y="734"/>
                      </a:moveTo>
                      <a:cubicBezTo>
                        <a:pt x="1437" y="1117"/>
                        <a:pt x="1118" y="1436"/>
                        <a:pt x="735" y="1436"/>
                      </a:cubicBezTo>
                      <a:cubicBezTo>
                        <a:pt x="320" y="1436"/>
                        <a:pt x="1" y="1117"/>
                        <a:pt x="1" y="734"/>
                      </a:cubicBezTo>
                      <a:cubicBezTo>
                        <a:pt x="1" y="319"/>
                        <a:pt x="320" y="0"/>
                        <a:pt x="735" y="0"/>
                      </a:cubicBezTo>
                      <a:cubicBezTo>
                        <a:pt x="1118" y="0"/>
                        <a:pt x="1437" y="319"/>
                        <a:pt x="1437" y="73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13" name="Google Shape;913;p25"/>
                <p:cNvSpPr/>
                <p:nvPr/>
              </p:nvSpPr>
              <p:spPr>
                <a:xfrm>
                  <a:off x="9586500" y="6439625"/>
                  <a:ext cx="25550" cy="2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2" h="1022" extrusionOk="0">
                      <a:moveTo>
                        <a:pt x="1022" y="511"/>
                      </a:moveTo>
                      <a:cubicBezTo>
                        <a:pt x="1022" y="798"/>
                        <a:pt x="798" y="1021"/>
                        <a:pt x="511" y="1021"/>
                      </a:cubicBezTo>
                      <a:cubicBezTo>
                        <a:pt x="224" y="1021"/>
                        <a:pt x="0" y="798"/>
                        <a:pt x="0" y="511"/>
                      </a:cubicBezTo>
                      <a:cubicBezTo>
                        <a:pt x="0" y="224"/>
                        <a:pt x="224" y="0"/>
                        <a:pt x="511" y="0"/>
                      </a:cubicBezTo>
                      <a:cubicBezTo>
                        <a:pt x="798" y="0"/>
                        <a:pt x="1022" y="224"/>
                        <a:pt x="1022" y="5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14" name="Google Shape;914;p25"/>
                <p:cNvSpPr/>
                <p:nvPr/>
              </p:nvSpPr>
              <p:spPr>
                <a:xfrm>
                  <a:off x="8207800" y="6939075"/>
                  <a:ext cx="25550" cy="2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2" h="1022" extrusionOk="0">
                      <a:moveTo>
                        <a:pt x="1022" y="511"/>
                      </a:moveTo>
                      <a:cubicBezTo>
                        <a:pt x="1022" y="798"/>
                        <a:pt x="798" y="1022"/>
                        <a:pt x="511" y="1022"/>
                      </a:cubicBezTo>
                      <a:cubicBezTo>
                        <a:pt x="224" y="1022"/>
                        <a:pt x="0" y="798"/>
                        <a:pt x="0" y="511"/>
                      </a:cubicBezTo>
                      <a:cubicBezTo>
                        <a:pt x="0" y="256"/>
                        <a:pt x="224" y="1"/>
                        <a:pt x="511" y="1"/>
                      </a:cubicBezTo>
                      <a:cubicBezTo>
                        <a:pt x="798" y="1"/>
                        <a:pt x="1022" y="256"/>
                        <a:pt x="1022" y="5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15" name="Google Shape;915;p25"/>
                <p:cNvSpPr/>
                <p:nvPr/>
              </p:nvSpPr>
              <p:spPr>
                <a:xfrm>
                  <a:off x="8959375" y="602312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31"/>
                      </a:moveTo>
                      <a:cubicBezTo>
                        <a:pt x="1692" y="1309"/>
                        <a:pt x="1309" y="1692"/>
                        <a:pt x="831" y="1692"/>
                      </a:cubicBezTo>
                      <a:cubicBezTo>
                        <a:pt x="384" y="1692"/>
                        <a:pt x="1" y="1309"/>
                        <a:pt x="1" y="831"/>
                      </a:cubicBezTo>
                      <a:cubicBezTo>
                        <a:pt x="1" y="384"/>
                        <a:pt x="384" y="1"/>
                        <a:pt x="831" y="1"/>
                      </a:cubicBezTo>
                      <a:cubicBezTo>
                        <a:pt x="1309" y="1"/>
                        <a:pt x="1692" y="384"/>
                        <a:pt x="1692" y="83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16" name="Google Shape;916;p25"/>
                <p:cNvSpPr/>
                <p:nvPr/>
              </p:nvSpPr>
              <p:spPr>
                <a:xfrm>
                  <a:off x="9869725" y="697257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63"/>
                      </a:moveTo>
                      <a:cubicBezTo>
                        <a:pt x="1692" y="1309"/>
                        <a:pt x="1309" y="1692"/>
                        <a:pt x="831" y="1692"/>
                      </a:cubicBezTo>
                      <a:cubicBezTo>
                        <a:pt x="384" y="1692"/>
                        <a:pt x="1" y="1309"/>
                        <a:pt x="1" y="863"/>
                      </a:cubicBezTo>
                      <a:cubicBezTo>
                        <a:pt x="1" y="384"/>
                        <a:pt x="384" y="1"/>
                        <a:pt x="831" y="1"/>
                      </a:cubicBezTo>
                      <a:cubicBezTo>
                        <a:pt x="1309" y="1"/>
                        <a:pt x="1692" y="384"/>
                        <a:pt x="1692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17" name="Google Shape;917;p25"/>
                <p:cNvSpPr/>
                <p:nvPr/>
              </p:nvSpPr>
              <p:spPr>
                <a:xfrm>
                  <a:off x="10761750" y="7009300"/>
                  <a:ext cx="42300" cy="43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724" extrusionOk="0">
                      <a:moveTo>
                        <a:pt x="1692" y="862"/>
                      </a:moveTo>
                      <a:cubicBezTo>
                        <a:pt x="1692" y="1340"/>
                        <a:pt x="1309" y="1723"/>
                        <a:pt x="830" y="1723"/>
                      </a:cubicBezTo>
                      <a:cubicBezTo>
                        <a:pt x="351" y="1723"/>
                        <a:pt x="0" y="1340"/>
                        <a:pt x="0" y="862"/>
                      </a:cubicBezTo>
                      <a:cubicBezTo>
                        <a:pt x="0" y="383"/>
                        <a:pt x="351" y="0"/>
                        <a:pt x="830" y="0"/>
                      </a:cubicBezTo>
                      <a:cubicBezTo>
                        <a:pt x="1309" y="0"/>
                        <a:pt x="1692" y="383"/>
                        <a:pt x="1692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18" name="Google Shape;918;p25"/>
                <p:cNvSpPr/>
                <p:nvPr/>
              </p:nvSpPr>
              <p:spPr>
                <a:xfrm>
                  <a:off x="11751075" y="770102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63"/>
                      </a:moveTo>
                      <a:cubicBezTo>
                        <a:pt x="1692" y="1341"/>
                        <a:pt x="1309" y="1692"/>
                        <a:pt x="831" y="1692"/>
                      </a:cubicBezTo>
                      <a:cubicBezTo>
                        <a:pt x="352" y="1692"/>
                        <a:pt x="1" y="1341"/>
                        <a:pt x="1" y="863"/>
                      </a:cubicBezTo>
                      <a:cubicBezTo>
                        <a:pt x="1" y="384"/>
                        <a:pt x="352" y="1"/>
                        <a:pt x="831" y="1"/>
                      </a:cubicBezTo>
                      <a:cubicBezTo>
                        <a:pt x="1309" y="1"/>
                        <a:pt x="1692" y="384"/>
                        <a:pt x="1692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19" name="Google Shape;919;p25"/>
                <p:cNvSpPr/>
                <p:nvPr/>
              </p:nvSpPr>
              <p:spPr>
                <a:xfrm>
                  <a:off x="13032450" y="8323375"/>
                  <a:ext cx="43100" cy="42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" h="1692" extrusionOk="0">
                      <a:moveTo>
                        <a:pt x="1724" y="862"/>
                      </a:moveTo>
                      <a:cubicBezTo>
                        <a:pt x="1724" y="1340"/>
                        <a:pt x="1341" y="1692"/>
                        <a:pt x="862" y="1692"/>
                      </a:cubicBezTo>
                      <a:cubicBezTo>
                        <a:pt x="383" y="1692"/>
                        <a:pt x="0" y="1340"/>
                        <a:pt x="0" y="862"/>
                      </a:cubicBezTo>
                      <a:cubicBezTo>
                        <a:pt x="0" y="383"/>
                        <a:pt x="383" y="0"/>
                        <a:pt x="862" y="0"/>
                      </a:cubicBezTo>
                      <a:cubicBezTo>
                        <a:pt x="1341" y="0"/>
                        <a:pt x="1724" y="383"/>
                        <a:pt x="1724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20" name="Google Shape;920;p25"/>
                <p:cNvSpPr/>
                <p:nvPr/>
              </p:nvSpPr>
              <p:spPr>
                <a:xfrm>
                  <a:off x="14446250" y="9501800"/>
                  <a:ext cx="42300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693" extrusionOk="0">
                      <a:moveTo>
                        <a:pt x="1692" y="830"/>
                      </a:moveTo>
                      <a:cubicBezTo>
                        <a:pt x="1692" y="1309"/>
                        <a:pt x="1341" y="1692"/>
                        <a:pt x="862" y="1692"/>
                      </a:cubicBezTo>
                      <a:cubicBezTo>
                        <a:pt x="383" y="1692"/>
                        <a:pt x="0" y="1309"/>
                        <a:pt x="0" y="830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41" y="1"/>
                        <a:pt x="1692" y="384"/>
                        <a:pt x="1692" y="83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21" name="Google Shape;921;p25"/>
                <p:cNvSpPr/>
                <p:nvPr/>
              </p:nvSpPr>
              <p:spPr>
                <a:xfrm>
                  <a:off x="11427150" y="921297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62"/>
                      </a:moveTo>
                      <a:cubicBezTo>
                        <a:pt x="1692" y="1341"/>
                        <a:pt x="1309" y="1692"/>
                        <a:pt x="830" y="1692"/>
                      </a:cubicBezTo>
                      <a:cubicBezTo>
                        <a:pt x="352" y="1692"/>
                        <a:pt x="1" y="1341"/>
                        <a:pt x="1" y="862"/>
                      </a:cubicBezTo>
                      <a:cubicBezTo>
                        <a:pt x="1" y="384"/>
                        <a:pt x="352" y="1"/>
                        <a:pt x="830" y="1"/>
                      </a:cubicBezTo>
                      <a:cubicBezTo>
                        <a:pt x="1309" y="1"/>
                        <a:pt x="1692" y="384"/>
                        <a:pt x="1692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22" name="Google Shape;922;p25"/>
                <p:cNvSpPr/>
                <p:nvPr/>
              </p:nvSpPr>
              <p:spPr>
                <a:xfrm>
                  <a:off x="12190700" y="9100475"/>
                  <a:ext cx="42325" cy="4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725" extrusionOk="0">
                      <a:moveTo>
                        <a:pt x="1692" y="862"/>
                      </a:moveTo>
                      <a:cubicBezTo>
                        <a:pt x="1692" y="1341"/>
                        <a:pt x="1309" y="1724"/>
                        <a:pt x="830" y="1724"/>
                      </a:cubicBezTo>
                      <a:cubicBezTo>
                        <a:pt x="384" y="1724"/>
                        <a:pt x="1" y="1341"/>
                        <a:pt x="1" y="862"/>
                      </a:cubicBezTo>
                      <a:cubicBezTo>
                        <a:pt x="1" y="384"/>
                        <a:pt x="384" y="1"/>
                        <a:pt x="830" y="1"/>
                      </a:cubicBezTo>
                      <a:cubicBezTo>
                        <a:pt x="1309" y="1"/>
                        <a:pt x="1692" y="384"/>
                        <a:pt x="1692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23" name="Google Shape;923;p25"/>
                <p:cNvSpPr/>
                <p:nvPr/>
              </p:nvSpPr>
              <p:spPr>
                <a:xfrm>
                  <a:off x="12419700" y="8567500"/>
                  <a:ext cx="43100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" h="1693" extrusionOk="0">
                      <a:moveTo>
                        <a:pt x="1723" y="863"/>
                      </a:moveTo>
                      <a:cubicBezTo>
                        <a:pt x="1723" y="1309"/>
                        <a:pt x="1341" y="1692"/>
                        <a:pt x="862" y="1692"/>
                      </a:cubicBezTo>
                      <a:cubicBezTo>
                        <a:pt x="383" y="1692"/>
                        <a:pt x="0" y="1309"/>
                        <a:pt x="0" y="863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41" y="1"/>
                        <a:pt x="1723" y="384"/>
                        <a:pt x="1723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24" name="Google Shape;924;p25"/>
                <p:cNvSpPr/>
                <p:nvPr/>
              </p:nvSpPr>
              <p:spPr>
                <a:xfrm>
                  <a:off x="9401400" y="7784000"/>
                  <a:ext cx="42300" cy="4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725" extrusionOk="0">
                      <a:moveTo>
                        <a:pt x="1692" y="863"/>
                      </a:moveTo>
                      <a:cubicBezTo>
                        <a:pt x="1692" y="1341"/>
                        <a:pt x="1309" y="1724"/>
                        <a:pt x="862" y="1724"/>
                      </a:cubicBezTo>
                      <a:cubicBezTo>
                        <a:pt x="383" y="1724"/>
                        <a:pt x="0" y="1341"/>
                        <a:pt x="0" y="863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09" y="1"/>
                        <a:pt x="1692" y="384"/>
                        <a:pt x="1692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25" name="Google Shape;925;p25"/>
                <p:cNvSpPr/>
                <p:nvPr/>
              </p:nvSpPr>
              <p:spPr>
                <a:xfrm>
                  <a:off x="10410675" y="885632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63"/>
                      </a:moveTo>
                      <a:cubicBezTo>
                        <a:pt x="1692" y="1309"/>
                        <a:pt x="1341" y="1692"/>
                        <a:pt x="863" y="1692"/>
                      </a:cubicBezTo>
                      <a:cubicBezTo>
                        <a:pt x="384" y="1692"/>
                        <a:pt x="1" y="1309"/>
                        <a:pt x="1" y="863"/>
                      </a:cubicBezTo>
                      <a:cubicBezTo>
                        <a:pt x="1" y="384"/>
                        <a:pt x="384" y="1"/>
                        <a:pt x="863" y="1"/>
                      </a:cubicBezTo>
                      <a:cubicBezTo>
                        <a:pt x="1341" y="1"/>
                        <a:pt x="1692" y="384"/>
                        <a:pt x="1692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26" name="Google Shape;926;p25"/>
                <p:cNvSpPr/>
                <p:nvPr/>
              </p:nvSpPr>
              <p:spPr>
                <a:xfrm>
                  <a:off x="10907750" y="7981875"/>
                  <a:ext cx="42300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693" extrusionOk="0">
                      <a:moveTo>
                        <a:pt x="1692" y="862"/>
                      </a:moveTo>
                      <a:cubicBezTo>
                        <a:pt x="1692" y="1341"/>
                        <a:pt x="1309" y="1692"/>
                        <a:pt x="862" y="1692"/>
                      </a:cubicBezTo>
                      <a:cubicBezTo>
                        <a:pt x="383" y="1692"/>
                        <a:pt x="0" y="1341"/>
                        <a:pt x="0" y="862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09" y="1"/>
                        <a:pt x="1692" y="384"/>
                        <a:pt x="1692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27" name="Google Shape;927;p25"/>
                <p:cNvSpPr/>
                <p:nvPr/>
              </p:nvSpPr>
              <p:spPr>
                <a:xfrm>
                  <a:off x="10089150" y="7779225"/>
                  <a:ext cx="43100" cy="42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" h="1692" extrusionOk="0">
                      <a:moveTo>
                        <a:pt x="1724" y="862"/>
                      </a:moveTo>
                      <a:cubicBezTo>
                        <a:pt x="1724" y="1309"/>
                        <a:pt x="1341" y="1692"/>
                        <a:pt x="862" y="1692"/>
                      </a:cubicBezTo>
                      <a:cubicBezTo>
                        <a:pt x="383" y="1692"/>
                        <a:pt x="0" y="1309"/>
                        <a:pt x="0" y="862"/>
                      </a:cubicBezTo>
                      <a:cubicBezTo>
                        <a:pt x="0" y="383"/>
                        <a:pt x="383" y="0"/>
                        <a:pt x="862" y="0"/>
                      </a:cubicBezTo>
                      <a:cubicBezTo>
                        <a:pt x="1341" y="0"/>
                        <a:pt x="1724" y="383"/>
                        <a:pt x="1724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28" name="Google Shape;928;p25"/>
                <p:cNvSpPr/>
                <p:nvPr/>
              </p:nvSpPr>
              <p:spPr>
                <a:xfrm>
                  <a:off x="8353800" y="7746500"/>
                  <a:ext cx="431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5" h="1693" extrusionOk="0">
                      <a:moveTo>
                        <a:pt x="1724" y="863"/>
                      </a:moveTo>
                      <a:cubicBezTo>
                        <a:pt x="1724" y="1341"/>
                        <a:pt x="1341" y="1692"/>
                        <a:pt x="862" y="1692"/>
                      </a:cubicBezTo>
                      <a:cubicBezTo>
                        <a:pt x="384" y="1692"/>
                        <a:pt x="1" y="1341"/>
                        <a:pt x="1" y="863"/>
                      </a:cubicBezTo>
                      <a:cubicBezTo>
                        <a:pt x="1" y="384"/>
                        <a:pt x="384" y="1"/>
                        <a:pt x="862" y="1"/>
                      </a:cubicBezTo>
                      <a:cubicBezTo>
                        <a:pt x="1341" y="1"/>
                        <a:pt x="1724" y="384"/>
                        <a:pt x="1724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29" name="Google Shape;929;p25"/>
                <p:cNvSpPr/>
                <p:nvPr/>
              </p:nvSpPr>
              <p:spPr>
                <a:xfrm>
                  <a:off x="8654600" y="7123375"/>
                  <a:ext cx="42300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693" extrusionOk="0">
                      <a:moveTo>
                        <a:pt x="1692" y="831"/>
                      </a:moveTo>
                      <a:cubicBezTo>
                        <a:pt x="1692" y="1309"/>
                        <a:pt x="1309" y="1692"/>
                        <a:pt x="862" y="1692"/>
                      </a:cubicBezTo>
                      <a:cubicBezTo>
                        <a:pt x="383" y="1692"/>
                        <a:pt x="0" y="1309"/>
                        <a:pt x="0" y="831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09" y="1"/>
                        <a:pt x="1692" y="384"/>
                        <a:pt x="1692" y="83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30" name="Google Shape;930;p25"/>
                <p:cNvSpPr/>
                <p:nvPr/>
              </p:nvSpPr>
              <p:spPr>
                <a:xfrm>
                  <a:off x="7815250" y="7722575"/>
                  <a:ext cx="43100" cy="43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" h="1724" extrusionOk="0">
                      <a:moveTo>
                        <a:pt x="1724" y="862"/>
                      </a:moveTo>
                      <a:cubicBezTo>
                        <a:pt x="1724" y="1341"/>
                        <a:pt x="1341" y="1724"/>
                        <a:pt x="862" y="1724"/>
                      </a:cubicBezTo>
                      <a:cubicBezTo>
                        <a:pt x="384" y="1724"/>
                        <a:pt x="1" y="1341"/>
                        <a:pt x="1" y="862"/>
                      </a:cubicBezTo>
                      <a:cubicBezTo>
                        <a:pt x="1" y="383"/>
                        <a:pt x="384" y="1"/>
                        <a:pt x="862" y="1"/>
                      </a:cubicBezTo>
                      <a:cubicBezTo>
                        <a:pt x="1341" y="1"/>
                        <a:pt x="1724" y="383"/>
                        <a:pt x="1724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cxnSp>
          <p:nvCxnSpPr>
            <p:cNvPr id="931" name="Google Shape;931;p25"/>
            <p:cNvCxnSpPr/>
            <p:nvPr/>
          </p:nvCxnSpPr>
          <p:spPr>
            <a:xfrm rot="10800000" flipH="1">
              <a:off x="5937425" y="4829875"/>
              <a:ext cx="716100" cy="7011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32" name="Google Shape;932;p25"/>
            <p:cNvSpPr/>
            <p:nvPr/>
          </p:nvSpPr>
          <p:spPr>
            <a:xfrm rot="1364015" flipH="1">
              <a:off x="4874441" y="4583177"/>
              <a:ext cx="36721" cy="36721"/>
            </a:xfrm>
            <a:custGeom>
              <a:avLst/>
              <a:gdLst/>
              <a:ahLst/>
              <a:cxnLst/>
              <a:rect l="l" t="t" r="r" b="b"/>
              <a:pathLst>
                <a:path w="1469" h="1469" extrusionOk="0">
                  <a:moveTo>
                    <a:pt x="1469" y="735"/>
                  </a:moveTo>
                  <a:cubicBezTo>
                    <a:pt x="1469" y="1118"/>
                    <a:pt x="1118" y="1469"/>
                    <a:pt x="735" y="1469"/>
                  </a:cubicBezTo>
                  <a:cubicBezTo>
                    <a:pt x="352" y="1469"/>
                    <a:pt x="1" y="1118"/>
                    <a:pt x="1" y="735"/>
                  </a:cubicBezTo>
                  <a:cubicBezTo>
                    <a:pt x="1" y="352"/>
                    <a:pt x="352" y="1"/>
                    <a:pt x="735" y="1"/>
                  </a:cubicBezTo>
                  <a:cubicBezTo>
                    <a:pt x="1118" y="1"/>
                    <a:pt x="1469" y="352"/>
                    <a:pt x="1469" y="735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933" name="Google Shape;933;p25"/>
            <p:cNvCxnSpPr/>
            <p:nvPr/>
          </p:nvCxnSpPr>
          <p:spPr>
            <a:xfrm>
              <a:off x="4894600" y="4600350"/>
              <a:ext cx="377700" cy="6558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34" name="Google Shape;934;p25"/>
          <p:cNvSpPr/>
          <p:nvPr/>
        </p:nvSpPr>
        <p:spPr>
          <a:xfrm>
            <a:off x="9511067" y="3696467"/>
            <a:ext cx="5832800" cy="58328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7A0B3">
                  <a:alpha val="0"/>
                </a:srgbClr>
              </a:gs>
              <a:gs pos="100000">
                <a:srgbClr val="07A0B3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35" name="Google Shape;935;p25"/>
          <p:cNvSpPr/>
          <p:nvPr/>
        </p:nvSpPr>
        <p:spPr>
          <a:xfrm>
            <a:off x="-1308400" y="-4067033"/>
            <a:ext cx="5832800" cy="5832800"/>
          </a:xfrm>
          <a:prstGeom prst="ellipse">
            <a:avLst/>
          </a:prstGeom>
          <a:gradFill>
            <a:gsLst>
              <a:gs pos="0">
                <a:schemeClr val="dk2"/>
              </a:gs>
              <a:gs pos="50000">
                <a:srgbClr val="942290">
                  <a:alpha val="0"/>
                </a:srgbClr>
              </a:gs>
              <a:gs pos="100000">
                <a:srgbClr val="94229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6536167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26"/>
          <p:cNvSpPr txBox="1">
            <a:spLocks noGrp="1"/>
          </p:cNvSpPr>
          <p:nvPr>
            <p:ph type="subTitle" idx="1"/>
          </p:nvPr>
        </p:nvSpPr>
        <p:spPr>
          <a:xfrm>
            <a:off x="950967" y="3042967"/>
            <a:ext cx="4407600" cy="69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938" name="Google Shape;938;p26"/>
          <p:cNvSpPr txBox="1">
            <a:spLocks noGrp="1"/>
          </p:cNvSpPr>
          <p:nvPr>
            <p:ph type="subTitle" idx="2"/>
          </p:nvPr>
        </p:nvSpPr>
        <p:spPr>
          <a:xfrm>
            <a:off x="5812669" y="3042967"/>
            <a:ext cx="4407600" cy="69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939" name="Google Shape;939;p26"/>
          <p:cNvSpPr txBox="1">
            <a:spLocks noGrp="1"/>
          </p:cNvSpPr>
          <p:nvPr>
            <p:ph type="subTitle" idx="3"/>
          </p:nvPr>
        </p:nvSpPr>
        <p:spPr>
          <a:xfrm>
            <a:off x="950967" y="5356733"/>
            <a:ext cx="4407600" cy="69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940" name="Google Shape;940;p26"/>
          <p:cNvSpPr txBox="1">
            <a:spLocks noGrp="1"/>
          </p:cNvSpPr>
          <p:nvPr>
            <p:ph type="subTitle" idx="4"/>
          </p:nvPr>
        </p:nvSpPr>
        <p:spPr>
          <a:xfrm>
            <a:off x="5812669" y="5356733"/>
            <a:ext cx="4407600" cy="69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941" name="Google Shape;941;p26"/>
          <p:cNvSpPr txBox="1">
            <a:spLocks noGrp="1"/>
          </p:cNvSpPr>
          <p:nvPr>
            <p:ph type="subTitle" idx="5"/>
          </p:nvPr>
        </p:nvSpPr>
        <p:spPr>
          <a:xfrm>
            <a:off x="950967" y="2664833"/>
            <a:ext cx="44076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942" name="Google Shape;942;p26"/>
          <p:cNvSpPr txBox="1">
            <a:spLocks noGrp="1"/>
          </p:cNvSpPr>
          <p:nvPr>
            <p:ph type="subTitle" idx="6"/>
          </p:nvPr>
        </p:nvSpPr>
        <p:spPr>
          <a:xfrm>
            <a:off x="950967" y="4978700"/>
            <a:ext cx="44076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943" name="Google Shape;943;p26"/>
          <p:cNvSpPr txBox="1">
            <a:spLocks noGrp="1"/>
          </p:cNvSpPr>
          <p:nvPr>
            <p:ph type="subTitle" idx="7"/>
          </p:nvPr>
        </p:nvSpPr>
        <p:spPr>
          <a:xfrm>
            <a:off x="5812667" y="2664833"/>
            <a:ext cx="44076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944" name="Google Shape;944;p26"/>
          <p:cNvSpPr txBox="1">
            <a:spLocks noGrp="1"/>
          </p:cNvSpPr>
          <p:nvPr>
            <p:ph type="subTitle" idx="8"/>
          </p:nvPr>
        </p:nvSpPr>
        <p:spPr>
          <a:xfrm>
            <a:off x="5812667" y="4978700"/>
            <a:ext cx="44076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945" name="Google Shape;945;p26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946" name="Google Shape;946;p26"/>
          <p:cNvSpPr/>
          <p:nvPr/>
        </p:nvSpPr>
        <p:spPr>
          <a:xfrm>
            <a:off x="1917267" y="4784400"/>
            <a:ext cx="5832800" cy="5832800"/>
          </a:xfrm>
          <a:prstGeom prst="ellipse">
            <a:avLst/>
          </a:prstGeom>
          <a:gradFill>
            <a:gsLst>
              <a:gs pos="0">
                <a:schemeClr val="dk2"/>
              </a:gs>
              <a:gs pos="50000">
                <a:srgbClr val="942290">
                  <a:alpha val="0"/>
                </a:srgbClr>
              </a:gs>
              <a:gs pos="100000">
                <a:srgbClr val="94229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947" name="Google Shape;947;p26"/>
          <p:cNvGrpSpPr/>
          <p:nvPr/>
        </p:nvGrpSpPr>
        <p:grpSpPr>
          <a:xfrm rot="5400000">
            <a:off x="7804427" y="1915265"/>
            <a:ext cx="8664100" cy="6849692"/>
            <a:chOff x="4180821" y="-1846178"/>
            <a:chExt cx="6498075" cy="5137269"/>
          </a:xfrm>
        </p:grpSpPr>
        <p:grpSp>
          <p:nvGrpSpPr>
            <p:cNvPr id="948" name="Google Shape;948;p26"/>
            <p:cNvGrpSpPr/>
            <p:nvPr/>
          </p:nvGrpSpPr>
          <p:grpSpPr>
            <a:xfrm rot="-9436343">
              <a:off x="4572469" y="-865527"/>
              <a:ext cx="5714779" cy="3175968"/>
              <a:chOff x="7432275" y="5642550"/>
              <a:chExt cx="7056275" cy="3921500"/>
            </a:xfrm>
          </p:grpSpPr>
          <p:sp>
            <p:nvSpPr>
              <p:cNvPr id="949" name="Google Shape;949;p26"/>
              <p:cNvSpPr/>
              <p:nvPr/>
            </p:nvSpPr>
            <p:spPr>
              <a:xfrm>
                <a:off x="7432275" y="5642550"/>
                <a:ext cx="7032350" cy="3883225"/>
              </a:xfrm>
              <a:custGeom>
                <a:avLst/>
                <a:gdLst/>
                <a:ahLst/>
                <a:cxnLst/>
                <a:rect l="l" t="t" r="r" b="b"/>
                <a:pathLst>
                  <a:path w="281294" h="155329" fill="none" extrusionOk="0">
                    <a:moveTo>
                      <a:pt x="1" y="1"/>
                    </a:moveTo>
                    <a:lnTo>
                      <a:pt x="44489" y="36511"/>
                    </a:lnTo>
                    <a:lnTo>
                      <a:pt x="86680" y="32394"/>
                    </a:lnTo>
                    <a:lnTo>
                      <a:pt x="98361" y="54064"/>
                    </a:lnTo>
                    <a:lnTo>
                      <a:pt x="134137" y="55500"/>
                    </a:lnTo>
                    <a:lnTo>
                      <a:pt x="107073" y="86329"/>
                    </a:lnTo>
                    <a:lnTo>
                      <a:pt x="139881" y="94435"/>
                    </a:lnTo>
                    <a:lnTo>
                      <a:pt x="173583" y="83202"/>
                    </a:lnTo>
                    <a:lnTo>
                      <a:pt x="200135" y="117861"/>
                    </a:lnTo>
                    <a:lnTo>
                      <a:pt x="264124" y="131265"/>
                    </a:lnTo>
                    <a:lnTo>
                      <a:pt x="281293" y="155328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50" name="Google Shape;950;p26"/>
              <p:cNvSpPr/>
              <p:nvPr/>
            </p:nvSpPr>
            <p:spPr>
              <a:xfrm>
                <a:off x="8544500" y="6555300"/>
                <a:ext cx="596825" cy="495500"/>
              </a:xfrm>
              <a:custGeom>
                <a:avLst/>
                <a:gdLst/>
                <a:ahLst/>
                <a:cxnLst/>
                <a:rect l="l" t="t" r="r" b="b"/>
                <a:pathLst>
                  <a:path w="23873" h="19820" fill="none" extrusionOk="0">
                    <a:moveTo>
                      <a:pt x="23872" y="19820"/>
                    </a:moveTo>
                    <a:lnTo>
                      <a:pt x="0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51" name="Google Shape;951;p26"/>
              <p:cNvSpPr/>
              <p:nvPr/>
            </p:nvSpPr>
            <p:spPr>
              <a:xfrm>
                <a:off x="7653300" y="5734300"/>
                <a:ext cx="567300" cy="2388825"/>
              </a:xfrm>
              <a:custGeom>
                <a:avLst/>
                <a:gdLst/>
                <a:ahLst/>
                <a:cxnLst/>
                <a:rect l="l" t="t" r="r" b="b"/>
                <a:pathLst>
                  <a:path w="22692" h="95553" fill="none" extrusionOk="0">
                    <a:moveTo>
                      <a:pt x="2936" y="1"/>
                    </a:moveTo>
                    <a:lnTo>
                      <a:pt x="22691" y="48702"/>
                    </a:lnTo>
                    <a:lnTo>
                      <a:pt x="0" y="95553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52" name="Google Shape;952;p26"/>
              <p:cNvSpPr/>
              <p:nvPr/>
            </p:nvSpPr>
            <p:spPr>
              <a:xfrm>
                <a:off x="7778550" y="6452375"/>
                <a:ext cx="2112750" cy="1353200"/>
              </a:xfrm>
              <a:custGeom>
                <a:avLst/>
                <a:gdLst/>
                <a:ahLst/>
                <a:cxnLst/>
                <a:rect l="l" t="t" r="r" b="b"/>
                <a:pathLst>
                  <a:path w="84510" h="54128" fill="none" extrusionOk="0">
                    <a:moveTo>
                      <a:pt x="1" y="53521"/>
                    </a:moveTo>
                    <a:lnTo>
                      <a:pt x="36000" y="27702"/>
                    </a:lnTo>
                    <a:lnTo>
                      <a:pt x="30638" y="4118"/>
                    </a:lnTo>
                    <a:lnTo>
                      <a:pt x="17681" y="19979"/>
                    </a:lnTo>
                    <a:lnTo>
                      <a:pt x="36000" y="27702"/>
                    </a:lnTo>
                    <a:lnTo>
                      <a:pt x="54510" y="23937"/>
                    </a:lnTo>
                    <a:lnTo>
                      <a:pt x="65776" y="54128"/>
                    </a:lnTo>
                    <a:lnTo>
                      <a:pt x="84510" y="21671"/>
                    </a:lnTo>
                    <a:lnTo>
                      <a:pt x="54510" y="23937"/>
                    </a:lnTo>
                    <a:lnTo>
                      <a:pt x="72829" y="1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53" name="Google Shape;953;p26"/>
              <p:cNvSpPr/>
              <p:nvPr/>
            </p:nvSpPr>
            <p:spPr>
              <a:xfrm>
                <a:off x="8371350" y="7561400"/>
                <a:ext cx="1072350" cy="1300550"/>
              </a:xfrm>
              <a:custGeom>
                <a:avLst/>
                <a:gdLst/>
                <a:ahLst/>
                <a:cxnLst/>
                <a:rect l="l" t="t" r="r" b="b"/>
                <a:pathLst>
                  <a:path w="42894" h="52022" fill="none" extrusionOk="0">
                    <a:moveTo>
                      <a:pt x="32490" y="52021"/>
                    </a:moveTo>
                    <a:lnTo>
                      <a:pt x="42894" y="36415"/>
                    </a:lnTo>
                    <a:lnTo>
                      <a:pt x="13756" y="1"/>
                    </a:lnTo>
                    <a:lnTo>
                      <a:pt x="1" y="8299"/>
                    </a:lnTo>
                    <a:lnTo>
                      <a:pt x="42894" y="36415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54" name="Google Shape;954;p26"/>
              <p:cNvSpPr/>
              <p:nvPr/>
            </p:nvSpPr>
            <p:spPr>
              <a:xfrm>
                <a:off x="8371350" y="7030025"/>
                <a:ext cx="2414350" cy="775550"/>
              </a:xfrm>
              <a:custGeom>
                <a:avLst/>
                <a:gdLst/>
                <a:ahLst/>
                <a:cxnLst/>
                <a:rect l="l" t="t" r="r" b="b"/>
                <a:pathLst>
                  <a:path w="96574" h="31022" fill="none" extrusionOk="0">
                    <a:moveTo>
                      <a:pt x="1" y="29554"/>
                    </a:moveTo>
                    <a:lnTo>
                      <a:pt x="12288" y="4596"/>
                    </a:lnTo>
                    <a:lnTo>
                      <a:pt x="13756" y="21256"/>
                    </a:lnTo>
                    <a:lnTo>
                      <a:pt x="42064" y="31022"/>
                    </a:lnTo>
                    <a:lnTo>
                      <a:pt x="96574" y="1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55" name="Google Shape;955;p26"/>
              <p:cNvSpPr/>
              <p:nvPr/>
            </p:nvSpPr>
            <p:spPr>
              <a:xfrm>
                <a:off x="9422925" y="7800775"/>
                <a:ext cx="3101300" cy="1763275"/>
              </a:xfrm>
              <a:custGeom>
                <a:avLst/>
                <a:gdLst/>
                <a:ahLst/>
                <a:cxnLst/>
                <a:rect l="l" t="t" r="r" b="b"/>
                <a:pathLst>
                  <a:path w="124052" h="70531" fill="none" extrusionOk="0">
                    <a:moveTo>
                      <a:pt x="1" y="192"/>
                    </a:moveTo>
                    <a:lnTo>
                      <a:pt x="40373" y="43085"/>
                    </a:lnTo>
                    <a:lnTo>
                      <a:pt x="27447" y="0"/>
                    </a:lnTo>
                    <a:lnTo>
                      <a:pt x="1" y="192"/>
                    </a:lnTo>
                    <a:lnTo>
                      <a:pt x="831" y="26840"/>
                    </a:lnTo>
                    <a:lnTo>
                      <a:pt x="40373" y="43085"/>
                    </a:lnTo>
                    <a:lnTo>
                      <a:pt x="42862" y="54318"/>
                    </a:lnTo>
                    <a:lnTo>
                      <a:pt x="81159" y="57446"/>
                    </a:lnTo>
                    <a:lnTo>
                      <a:pt x="111541" y="52850"/>
                    </a:lnTo>
                    <a:lnTo>
                      <a:pt x="124052" y="70531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56" name="Google Shape;956;p26"/>
              <p:cNvSpPr/>
              <p:nvPr/>
            </p:nvSpPr>
            <p:spPr>
              <a:xfrm>
                <a:off x="10432225" y="7722575"/>
                <a:ext cx="1339625" cy="1514375"/>
              </a:xfrm>
              <a:custGeom>
                <a:avLst/>
                <a:gdLst/>
                <a:ahLst/>
                <a:cxnLst/>
                <a:rect l="l" t="t" r="r" b="b"/>
                <a:pathLst>
                  <a:path w="53585" h="60575" fill="none" extrusionOk="0">
                    <a:moveTo>
                      <a:pt x="19883" y="11234"/>
                    </a:moveTo>
                    <a:lnTo>
                      <a:pt x="1" y="46213"/>
                    </a:lnTo>
                    <a:lnTo>
                      <a:pt x="53585" y="1"/>
                    </a:lnTo>
                    <a:lnTo>
                      <a:pt x="40787" y="60574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57" name="Google Shape;957;p26"/>
              <p:cNvSpPr/>
              <p:nvPr/>
            </p:nvSpPr>
            <p:spPr>
              <a:xfrm>
                <a:off x="11771825" y="7722575"/>
                <a:ext cx="2263550" cy="1525525"/>
              </a:xfrm>
              <a:custGeom>
                <a:avLst/>
                <a:gdLst/>
                <a:ahLst/>
                <a:cxnLst/>
                <a:rect l="l" t="t" r="r" b="b"/>
                <a:pathLst>
                  <a:path w="90542" h="61021" fill="none" extrusionOk="0">
                    <a:moveTo>
                      <a:pt x="90542" y="48064"/>
                    </a:moveTo>
                    <a:lnTo>
                      <a:pt x="54957" y="61021"/>
                    </a:lnTo>
                    <a:lnTo>
                      <a:pt x="26553" y="34660"/>
                    </a:lnTo>
                    <a:lnTo>
                      <a:pt x="20107" y="13724"/>
                    </a:lnTo>
                    <a:lnTo>
                      <a:pt x="51223" y="24958"/>
                    </a:lnTo>
                    <a:lnTo>
                      <a:pt x="26553" y="34660"/>
                    </a:lnTo>
                    <a:lnTo>
                      <a:pt x="17585" y="55978"/>
                    </a:lnTo>
                    <a:lnTo>
                      <a:pt x="1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58" name="Google Shape;958;p26"/>
              <p:cNvSpPr/>
              <p:nvPr/>
            </p:nvSpPr>
            <p:spPr>
              <a:xfrm>
                <a:off x="12211450" y="9122025"/>
                <a:ext cx="934325" cy="126075"/>
              </a:xfrm>
              <a:custGeom>
                <a:avLst/>
                <a:gdLst/>
                <a:ahLst/>
                <a:cxnLst/>
                <a:rect l="l" t="t" r="r" b="b"/>
                <a:pathLst>
                  <a:path w="37373" h="5043" fill="none" extrusionOk="0">
                    <a:moveTo>
                      <a:pt x="37372" y="5043"/>
                    </a:moveTo>
                    <a:lnTo>
                      <a:pt x="0" y="0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59" name="Google Shape;959;p26"/>
              <p:cNvSpPr/>
              <p:nvPr/>
            </p:nvSpPr>
            <p:spPr>
              <a:xfrm>
                <a:off x="12768350" y="7914850"/>
                <a:ext cx="283275" cy="431675"/>
              </a:xfrm>
              <a:custGeom>
                <a:avLst/>
                <a:gdLst/>
                <a:ahLst/>
                <a:cxnLst/>
                <a:rect l="l" t="t" r="r" b="b"/>
                <a:pathLst>
                  <a:path w="11331" h="17267" fill="none" extrusionOk="0">
                    <a:moveTo>
                      <a:pt x="11330" y="17267"/>
                    </a:moveTo>
                    <a:lnTo>
                      <a:pt x="1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60" name="Google Shape;960;p26"/>
              <p:cNvSpPr/>
              <p:nvPr/>
            </p:nvSpPr>
            <p:spPr>
              <a:xfrm>
                <a:off x="8544500" y="6043875"/>
                <a:ext cx="435650" cy="511450"/>
              </a:xfrm>
              <a:custGeom>
                <a:avLst/>
                <a:gdLst/>
                <a:ahLst/>
                <a:cxnLst/>
                <a:rect l="l" t="t" r="r" b="b"/>
                <a:pathLst>
                  <a:path w="17426" h="20458" fill="none" extrusionOk="0">
                    <a:moveTo>
                      <a:pt x="0" y="20458"/>
                    </a:moveTo>
                    <a:lnTo>
                      <a:pt x="17426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grpSp>
            <p:nvGrpSpPr>
              <p:cNvPr id="961" name="Google Shape;961;p26"/>
              <p:cNvGrpSpPr/>
              <p:nvPr/>
            </p:nvGrpSpPr>
            <p:grpSpPr>
              <a:xfrm>
                <a:off x="7815250" y="6023125"/>
                <a:ext cx="6673300" cy="3521000"/>
                <a:chOff x="7815250" y="6023125"/>
                <a:chExt cx="6673300" cy="3521000"/>
              </a:xfrm>
            </p:grpSpPr>
            <p:sp>
              <p:nvSpPr>
                <p:cNvPr id="962" name="Google Shape;962;p26"/>
                <p:cNvSpPr/>
                <p:nvPr/>
              </p:nvSpPr>
              <p:spPr>
                <a:xfrm>
                  <a:off x="8526150" y="6537750"/>
                  <a:ext cx="367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9" h="1437" extrusionOk="0">
                      <a:moveTo>
                        <a:pt x="1468" y="703"/>
                      </a:moveTo>
                      <a:cubicBezTo>
                        <a:pt x="1468" y="1118"/>
                        <a:pt x="1149" y="1437"/>
                        <a:pt x="734" y="1437"/>
                      </a:cubicBezTo>
                      <a:cubicBezTo>
                        <a:pt x="351" y="1437"/>
                        <a:pt x="0" y="1118"/>
                        <a:pt x="0" y="703"/>
                      </a:cubicBezTo>
                      <a:cubicBezTo>
                        <a:pt x="0" y="320"/>
                        <a:pt x="351" y="1"/>
                        <a:pt x="734" y="1"/>
                      </a:cubicBezTo>
                      <a:cubicBezTo>
                        <a:pt x="1149" y="1"/>
                        <a:pt x="1468" y="320"/>
                        <a:pt x="1468" y="70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63" name="Google Shape;963;p26"/>
                <p:cNvSpPr/>
                <p:nvPr/>
              </p:nvSpPr>
              <p:spPr>
                <a:xfrm>
                  <a:off x="9129325" y="7033225"/>
                  <a:ext cx="359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437" extrusionOk="0">
                      <a:moveTo>
                        <a:pt x="1437" y="703"/>
                      </a:moveTo>
                      <a:cubicBezTo>
                        <a:pt x="1437" y="1117"/>
                        <a:pt x="1117" y="1437"/>
                        <a:pt x="735" y="1437"/>
                      </a:cubicBezTo>
                      <a:cubicBezTo>
                        <a:pt x="320" y="1437"/>
                        <a:pt x="0" y="1117"/>
                        <a:pt x="0" y="703"/>
                      </a:cubicBezTo>
                      <a:cubicBezTo>
                        <a:pt x="0" y="320"/>
                        <a:pt x="320" y="0"/>
                        <a:pt x="735" y="0"/>
                      </a:cubicBezTo>
                      <a:cubicBezTo>
                        <a:pt x="1117" y="0"/>
                        <a:pt x="1437" y="320"/>
                        <a:pt x="1437" y="70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64" name="Google Shape;964;p26"/>
                <p:cNvSpPr/>
                <p:nvPr/>
              </p:nvSpPr>
              <p:spPr>
                <a:xfrm>
                  <a:off x="8699275" y="7540675"/>
                  <a:ext cx="359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437" extrusionOk="0">
                      <a:moveTo>
                        <a:pt x="1437" y="702"/>
                      </a:moveTo>
                      <a:cubicBezTo>
                        <a:pt x="1437" y="1117"/>
                        <a:pt x="1118" y="1436"/>
                        <a:pt x="735" y="1436"/>
                      </a:cubicBezTo>
                      <a:cubicBezTo>
                        <a:pt x="320" y="1436"/>
                        <a:pt x="1" y="1117"/>
                        <a:pt x="1" y="702"/>
                      </a:cubicBezTo>
                      <a:cubicBezTo>
                        <a:pt x="1" y="319"/>
                        <a:pt x="320" y="0"/>
                        <a:pt x="735" y="0"/>
                      </a:cubicBezTo>
                      <a:cubicBezTo>
                        <a:pt x="1118" y="0"/>
                        <a:pt x="1437" y="319"/>
                        <a:pt x="1437" y="70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65" name="Google Shape;965;p26"/>
                <p:cNvSpPr/>
                <p:nvPr/>
              </p:nvSpPr>
              <p:spPr>
                <a:xfrm>
                  <a:off x="9165225" y="8843575"/>
                  <a:ext cx="35925" cy="3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469" extrusionOk="0">
                      <a:moveTo>
                        <a:pt x="1437" y="734"/>
                      </a:moveTo>
                      <a:cubicBezTo>
                        <a:pt x="1437" y="1149"/>
                        <a:pt x="1118" y="1468"/>
                        <a:pt x="735" y="1468"/>
                      </a:cubicBezTo>
                      <a:cubicBezTo>
                        <a:pt x="320" y="1468"/>
                        <a:pt x="1" y="1149"/>
                        <a:pt x="1" y="734"/>
                      </a:cubicBezTo>
                      <a:cubicBezTo>
                        <a:pt x="1" y="351"/>
                        <a:pt x="320" y="0"/>
                        <a:pt x="735" y="0"/>
                      </a:cubicBezTo>
                      <a:cubicBezTo>
                        <a:pt x="1118" y="0"/>
                        <a:pt x="1437" y="351"/>
                        <a:pt x="1437" y="73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66" name="Google Shape;966;p26"/>
                <p:cNvSpPr/>
                <p:nvPr/>
              </p:nvSpPr>
              <p:spPr>
                <a:xfrm>
                  <a:off x="13125800" y="9228150"/>
                  <a:ext cx="359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437" extrusionOk="0">
                      <a:moveTo>
                        <a:pt x="1436" y="702"/>
                      </a:moveTo>
                      <a:cubicBezTo>
                        <a:pt x="1436" y="1117"/>
                        <a:pt x="1117" y="1436"/>
                        <a:pt x="702" y="1436"/>
                      </a:cubicBezTo>
                      <a:cubicBezTo>
                        <a:pt x="319" y="1436"/>
                        <a:pt x="0" y="1117"/>
                        <a:pt x="0" y="702"/>
                      </a:cubicBezTo>
                      <a:cubicBezTo>
                        <a:pt x="0" y="319"/>
                        <a:pt x="319" y="0"/>
                        <a:pt x="702" y="0"/>
                      </a:cubicBezTo>
                      <a:cubicBezTo>
                        <a:pt x="1117" y="0"/>
                        <a:pt x="1436" y="319"/>
                        <a:pt x="1436" y="70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67" name="Google Shape;967;p26"/>
                <p:cNvSpPr/>
                <p:nvPr/>
              </p:nvSpPr>
              <p:spPr>
                <a:xfrm>
                  <a:off x="12750000" y="7896500"/>
                  <a:ext cx="36725" cy="3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9" h="1469" extrusionOk="0">
                      <a:moveTo>
                        <a:pt x="1469" y="735"/>
                      </a:moveTo>
                      <a:cubicBezTo>
                        <a:pt x="1469" y="1118"/>
                        <a:pt x="1118" y="1469"/>
                        <a:pt x="735" y="1469"/>
                      </a:cubicBezTo>
                      <a:cubicBezTo>
                        <a:pt x="352" y="1469"/>
                        <a:pt x="1" y="1118"/>
                        <a:pt x="1" y="735"/>
                      </a:cubicBezTo>
                      <a:cubicBezTo>
                        <a:pt x="1" y="352"/>
                        <a:pt x="352" y="1"/>
                        <a:pt x="735" y="1"/>
                      </a:cubicBezTo>
                      <a:cubicBezTo>
                        <a:pt x="1118" y="1"/>
                        <a:pt x="1469" y="352"/>
                        <a:pt x="1469" y="73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68" name="Google Shape;968;p26"/>
                <p:cNvSpPr/>
                <p:nvPr/>
              </p:nvSpPr>
              <p:spPr>
                <a:xfrm>
                  <a:off x="14017000" y="8906600"/>
                  <a:ext cx="367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9" h="1437" extrusionOk="0">
                      <a:moveTo>
                        <a:pt x="1469" y="703"/>
                      </a:moveTo>
                      <a:cubicBezTo>
                        <a:pt x="1469" y="1118"/>
                        <a:pt x="1118" y="1437"/>
                        <a:pt x="735" y="1437"/>
                      </a:cubicBezTo>
                      <a:cubicBezTo>
                        <a:pt x="352" y="1437"/>
                        <a:pt x="1" y="1118"/>
                        <a:pt x="1" y="703"/>
                      </a:cubicBezTo>
                      <a:cubicBezTo>
                        <a:pt x="1" y="320"/>
                        <a:pt x="352" y="1"/>
                        <a:pt x="735" y="1"/>
                      </a:cubicBezTo>
                      <a:cubicBezTo>
                        <a:pt x="1118" y="1"/>
                        <a:pt x="1469" y="320"/>
                        <a:pt x="1469" y="70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69" name="Google Shape;969;p26"/>
                <p:cNvSpPr/>
                <p:nvPr/>
              </p:nvSpPr>
              <p:spPr>
                <a:xfrm>
                  <a:off x="12255325" y="8041725"/>
                  <a:ext cx="359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437" extrusionOk="0">
                      <a:moveTo>
                        <a:pt x="1437" y="734"/>
                      </a:moveTo>
                      <a:cubicBezTo>
                        <a:pt x="1437" y="1117"/>
                        <a:pt x="1118" y="1436"/>
                        <a:pt x="735" y="1436"/>
                      </a:cubicBezTo>
                      <a:cubicBezTo>
                        <a:pt x="320" y="1436"/>
                        <a:pt x="1" y="1117"/>
                        <a:pt x="1" y="734"/>
                      </a:cubicBezTo>
                      <a:cubicBezTo>
                        <a:pt x="1" y="319"/>
                        <a:pt x="320" y="0"/>
                        <a:pt x="735" y="0"/>
                      </a:cubicBezTo>
                      <a:cubicBezTo>
                        <a:pt x="1118" y="0"/>
                        <a:pt x="1437" y="319"/>
                        <a:pt x="1437" y="73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70" name="Google Shape;970;p26"/>
                <p:cNvSpPr/>
                <p:nvPr/>
              </p:nvSpPr>
              <p:spPr>
                <a:xfrm>
                  <a:off x="9586500" y="6439625"/>
                  <a:ext cx="25550" cy="2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2" h="1022" extrusionOk="0">
                      <a:moveTo>
                        <a:pt x="1022" y="511"/>
                      </a:moveTo>
                      <a:cubicBezTo>
                        <a:pt x="1022" y="798"/>
                        <a:pt x="798" y="1021"/>
                        <a:pt x="511" y="1021"/>
                      </a:cubicBezTo>
                      <a:cubicBezTo>
                        <a:pt x="224" y="1021"/>
                        <a:pt x="0" y="798"/>
                        <a:pt x="0" y="511"/>
                      </a:cubicBezTo>
                      <a:cubicBezTo>
                        <a:pt x="0" y="224"/>
                        <a:pt x="224" y="0"/>
                        <a:pt x="511" y="0"/>
                      </a:cubicBezTo>
                      <a:cubicBezTo>
                        <a:pt x="798" y="0"/>
                        <a:pt x="1022" y="224"/>
                        <a:pt x="1022" y="5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71" name="Google Shape;971;p26"/>
                <p:cNvSpPr/>
                <p:nvPr/>
              </p:nvSpPr>
              <p:spPr>
                <a:xfrm>
                  <a:off x="8207800" y="6939075"/>
                  <a:ext cx="25550" cy="2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2" h="1022" extrusionOk="0">
                      <a:moveTo>
                        <a:pt x="1022" y="511"/>
                      </a:moveTo>
                      <a:cubicBezTo>
                        <a:pt x="1022" y="798"/>
                        <a:pt x="798" y="1022"/>
                        <a:pt x="511" y="1022"/>
                      </a:cubicBezTo>
                      <a:cubicBezTo>
                        <a:pt x="224" y="1022"/>
                        <a:pt x="0" y="798"/>
                        <a:pt x="0" y="511"/>
                      </a:cubicBezTo>
                      <a:cubicBezTo>
                        <a:pt x="0" y="256"/>
                        <a:pt x="224" y="1"/>
                        <a:pt x="511" y="1"/>
                      </a:cubicBezTo>
                      <a:cubicBezTo>
                        <a:pt x="798" y="1"/>
                        <a:pt x="1022" y="256"/>
                        <a:pt x="1022" y="5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72" name="Google Shape;972;p26"/>
                <p:cNvSpPr/>
                <p:nvPr/>
              </p:nvSpPr>
              <p:spPr>
                <a:xfrm>
                  <a:off x="8959375" y="602312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31"/>
                      </a:moveTo>
                      <a:cubicBezTo>
                        <a:pt x="1692" y="1309"/>
                        <a:pt x="1309" y="1692"/>
                        <a:pt x="831" y="1692"/>
                      </a:cubicBezTo>
                      <a:cubicBezTo>
                        <a:pt x="384" y="1692"/>
                        <a:pt x="1" y="1309"/>
                        <a:pt x="1" y="831"/>
                      </a:cubicBezTo>
                      <a:cubicBezTo>
                        <a:pt x="1" y="384"/>
                        <a:pt x="384" y="1"/>
                        <a:pt x="831" y="1"/>
                      </a:cubicBezTo>
                      <a:cubicBezTo>
                        <a:pt x="1309" y="1"/>
                        <a:pt x="1692" y="384"/>
                        <a:pt x="1692" y="83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73" name="Google Shape;973;p26"/>
                <p:cNvSpPr/>
                <p:nvPr/>
              </p:nvSpPr>
              <p:spPr>
                <a:xfrm>
                  <a:off x="9869725" y="697257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63"/>
                      </a:moveTo>
                      <a:cubicBezTo>
                        <a:pt x="1692" y="1309"/>
                        <a:pt x="1309" y="1692"/>
                        <a:pt x="831" y="1692"/>
                      </a:cubicBezTo>
                      <a:cubicBezTo>
                        <a:pt x="384" y="1692"/>
                        <a:pt x="1" y="1309"/>
                        <a:pt x="1" y="863"/>
                      </a:cubicBezTo>
                      <a:cubicBezTo>
                        <a:pt x="1" y="384"/>
                        <a:pt x="384" y="1"/>
                        <a:pt x="831" y="1"/>
                      </a:cubicBezTo>
                      <a:cubicBezTo>
                        <a:pt x="1309" y="1"/>
                        <a:pt x="1692" y="384"/>
                        <a:pt x="1692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74" name="Google Shape;974;p26"/>
                <p:cNvSpPr/>
                <p:nvPr/>
              </p:nvSpPr>
              <p:spPr>
                <a:xfrm>
                  <a:off x="10761750" y="7009300"/>
                  <a:ext cx="42300" cy="43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724" extrusionOk="0">
                      <a:moveTo>
                        <a:pt x="1692" y="862"/>
                      </a:moveTo>
                      <a:cubicBezTo>
                        <a:pt x="1692" y="1340"/>
                        <a:pt x="1309" y="1723"/>
                        <a:pt x="830" y="1723"/>
                      </a:cubicBezTo>
                      <a:cubicBezTo>
                        <a:pt x="351" y="1723"/>
                        <a:pt x="0" y="1340"/>
                        <a:pt x="0" y="862"/>
                      </a:cubicBezTo>
                      <a:cubicBezTo>
                        <a:pt x="0" y="383"/>
                        <a:pt x="351" y="0"/>
                        <a:pt x="830" y="0"/>
                      </a:cubicBezTo>
                      <a:cubicBezTo>
                        <a:pt x="1309" y="0"/>
                        <a:pt x="1692" y="383"/>
                        <a:pt x="1692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75" name="Google Shape;975;p26"/>
                <p:cNvSpPr/>
                <p:nvPr/>
              </p:nvSpPr>
              <p:spPr>
                <a:xfrm>
                  <a:off x="11751075" y="770102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63"/>
                      </a:moveTo>
                      <a:cubicBezTo>
                        <a:pt x="1692" y="1341"/>
                        <a:pt x="1309" y="1692"/>
                        <a:pt x="831" y="1692"/>
                      </a:cubicBezTo>
                      <a:cubicBezTo>
                        <a:pt x="352" y="1692"/>
                        <a:pt x="1" y="1341"/>
                        <a:pt x="1" y="863"/>
                      </a:cubicBezTo>
                      <a:cubicBezTo>
                        <a:pt x="1" y="384"/>
                        <a:pt x="352" y="1"/>
                        <a:pt x="831" y="1"/>
                      </a:cubicBezTo>
                      <a:cubicBezTo>
                        <a:pt x="1309" y="1"/>
                        <a:pt x="1692" y="384"/>
                        <a:pt x="1692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76" name="Google Shape;976;p26"/>
                <p:cNvSpPr/>
                <p:nvPr/>
              </p:nvSpPr>
              <p:spPr>
                <a:xfrm>
                  <a:off x="13032450" y="8323375"/>
                  <a:ext cx="43100" cy="42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" h="1692" extrusionOk="0">
                      <a:moveTo>
                        <a:pt x="1724" y="862"/>
                      </a:moveTo>
                      <a:cubicBezTo>
                        <a:pt x="1724" y="1340"/>
                        <a:pt x="1341" y="1692"/>
                        <a:pt x="862" y="1692"/>
                      </a:cubicBezTo>
                      <a:cubicBezTo>
                        <a:pt x="383" y="1692"/>
                        <a:pt x="0" y="1340"/>
                        <a:pt x="0" y="862"/>
                      </a:cubicBezTo>
                      <a:cubicBezTo>
                        <a:pt x="0" y="383"/>
                        <a:pt x="383" y="0"/>
                        <a:pt x="862" y="0"/>
                      </a:cubicBezTo>
                      <a:cubicBezTo>
                        <a:pt x="1341" y="0"/>
                        <a:pt x="1724" y="383"/>
                        <a:pt x="1724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77" name="Google Shape;977;p26"/>
                <p:cNvSpPr/>
                <p:nvPr/>
              </p:nvSpPr>
              <p:spPr>
                <a:xfrm>
                  <a:off x="14446250" y="9501800"/>
                  <a:ext cx="42300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693" extrusionOk="0">
                      <a:moveTo>
                        <a:pt x="1692" y="830"/>
                      </a:moveTo>
                      <a:cubicBezTo>
                        <a:pt x="1692" y="1309"/>
                        <a:pt x="1341" y="1692"/>
                        <a:pt x="862" y="1692"/>
                      </a:cubicBezTo>
                      <a:cubicBezTo>
                        <a:pt x="383" y="1692"/>
                        <a:pt x="0" y="1309"/>
                        <a:pt x="0" y="830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41" y="1"/>
                        <a:pt x="1692" y="384"/>
                        <a:pt x="1692" y="83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78" name="Google Shape;978;p26"/>
                <p:cNvSpPr/>
                <p:nvPr/>
              </p:nvSpPr>
              <p:spPr>
                <a:xfrm>
                  <a:off x="11427150" y="921297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62"/>
                      </a:moveTo>
                      <a:cubicBezTo>
                        <a:pt x="1692" y="1341"/>
                        <a:pt x="1309" y="1692"/>
                        <a:pt x="830" y="1692"/>
                      </a:cubicBezTo>
                      <a:cubicBezTo>
                        <a:pt x="352" y="1692"/>
                        <a:pt x="1" y="1341"/>
                        <a:pt x="1" y="862"/>
                      </a:cubicBezTo>
                      <a:cubicBezTo>
                        <a:pt x="1" y="384"/>
                        <a:pt x="352" y="1"/>
                        <a:pt x="830" y="1"/>
                      </a:cubicBezTo>
                      <a:cubicBezTo>
                        <a:pt x="1309" y="1"/>
                        <a:pt x="1692" y="384"/>
                        <a:pt x="1692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79" name="Google Shape;979;p26"/>
                <p:cNvSpPr/>
                <p:nvPr/>
              </p:nvSpPr>
              <p:spPr>
                <a:xfrm>
                  <a:off x="12190700" y="9100475"/>
                  <a:ext cx="42325" cy="4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725" extrusionOk="0">
                      <a:moveTo>
                        <a:pt x="1692" y="862"/>
                      </a:moveTo>
                      <a:cubicBezTo>
                        <a:pt x="1692" y="1341"/>
                        <a:pt x="1309" y="1724"/>
                        <a:pt x="830" y="1724"/>
                      </a:cubicBezTo>
                      <a:cubicBezTo>
                        <a:pt x="384" y="1724"/>
                        <a:pt x="1" y="1341"/>
                        <a:pt x="1" y="862"/>
                      </a:cubicBezTo>
                      <a:cubicBezTo>
                        <a:pt x="1" y="384"/>
                        <a:pt x="384" y="1"/>
                        <a:pt x="830" y="1"/>
                      </a:cubicBezTo>
                      <a:cubicBezTo>
                        <a:pt x="1309" y="1"/>
                        <a:pt x="1692" y="384"/>
                        <a:pt x="1692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80" name="Google Shape;980;p26"/>
                <p:cNvSpPr/>
                <p:nvPr/>
              </p:nvSpPr>
              <p:spPr>
                <a:xfrm>
                  <a:off x="12419700" y="8567500"/>
                  <a:ext cx="43100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" h="1693" extrusionOk="0">
                      <a:moveTo>
                        <a:pt x="1723" y="863"/>
                      </a:moveTo>
                      <a:cubicBezTo>
                        <a:pt x="1723" y="1309"/>
                        <a:pt x="1341" y="1692"/>
                        <a:pt x="862" y="1692"/>
                      </a:cubicBezTo>
                      <a:cubicBezTo>
                        <a:pt x="383" y="1692"/>
                        <a:pt x="0" y="1309"/>
                        <a:pt x="0" y="863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41" y="1"/>
                        <a:pt x="1723" y="384"/>
                        <a:pt x="1723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81" name="Google Shape;981;p26"/>
                <p:cNvSpPr/>
                <p:nvPr/>
              </p:nvSpPr>
              <p:spPr>
                <a:xfrm>
                  <a:off x="9401400" y="7784000"/>
                  <a:ext cx="42300" cy="4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725" extrusionOk="0">
                      <a:moveTo>
                        <a:pt x="1692" y="863"/>
                      </a:moveTo>
                      <a:cubicBezTo>
                        <a:pt x="1692" y="1341"/>
                        <a:pt x="1309" y="1724"/>
                        <a:pt x="862" y="1724"/>
                      </a:cubicBezTo>
                      <a:cubicBezTo>
                        <a:pt x="383" y="1724"/>
                        <a:pt x="0" y="1341"/>
                        <a:pt x="0" y="863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09" y="1"/>
                        <a:pt x="1692" y="384"/>
                        <a:pt x="1692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82" name="Google Shape;982;p26"/>
                <p:cNvSpPr/>
                <p:nvPr/>
              </p:nvSpPr>
              <p:spPr>
                <a:xfrm>
                  <a:off x="9415750" y="844542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31"/>
                      </a:moveTo>
                      <a:cubicBezTo>
                        <a:pt x="1692" y="1309"/>
                        <a:pt x="1309" y="1692"/>
                        <a:pt x="862" y="1692"/>
                      </a:cubicBezTo>
                      <a:cubicBezTo>
                        <a:pt x="384" y="1692"/>
                        <a:pt x="1" y="1309"/>
                        <a:pt x="1" y="831"/>
                      </a:cubicBezTo>
                      <a:cubicBezTo>
                        <a:pt x="1" y="352"/>
                        <a:pt x="384" y="1"/>
                        <a:pt x="862" y="1"/>
                      </a:cubicBezTo>
                      <a:cubicBezTo>
                        <a:pt x="1309" y="1"/>
                        <a:pt x="1692" y="352"/>
                        <a:pt x="1692" y="83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83" name="Google Shape;983;p26"/>
                <p:cNvSpPr/>
                <p:nvPr/>
              </p:nvSpPr>
              <p:spPr>
                <a:xfrm>
                  <a:off x="10410675" y="885632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63"/>
                      </a:moveTo>
                      <a:cubicBezTo>
                        <a:pt x="1692" y="1309"/>
                        <a:pt x="1341" y="1692"/>
                        <a:pt x="863" y="1692"/>
                      </a:cubicBezTo>
                      <a:cubicBezTo>
                        <a:pt x="384" y="1692"/>
                        <a:pt x="1" y="1309"/>
                        <a:pt x="1" y="863"/>
                      </a:cubicBezTo>
                      <a:cubicBezTo>
                        <a:pt x="1" y="384"/>
                        <a:pt x="384" y="1"/>
                        <a:pt x="863" y="1"/>
                      </a:cubicBezTo>
                      <a:cubicBezTo>
                        <a:pt x="1341" y="1"/>
                        <a:pt x="1692" y="384"/>
                        <a:pt x="1692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84" name="Google Shape;984;p26"/>
                <p:cNvSpPr/>
                <p:nvPr/>
              </p:nvSpPr>
              <p:spPr>
                <a:xfrm>
                  <a:off x="10907750" y="7981875"/>
                  <a:ext cx="42300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693" extrusionOk="0">
                      <a:moveTo>
                        <a:pt x="1692" y="862"/>
                      </a:moveTo>
                      <a:cubicBezTo>
                        <a:pt x="1692" y="1341"/>
                        <a:pt x="1309" y="1692"/>
                        <a:pt x="862" y="1692"/>
                      </a:cubicBezTo>
                      <a:cubicBezTo>
                        <a:pt x="383" y="1692"/>
                        <a:pt x="0" y="1341"/>
                        <a:pt x="0" y="862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09" y="1"/>
                        <a:pt x="1692" y="384"/>
                        <a:pt x="1692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85" name="Google Shape;985;p26"/>
                <p:cNvSpPr/>
                <p:nvPr/>
              </p:nvSpPr>
              <p:spPr>
                <a:xfrm>
                  <a:off x="10089150" y="7779225"/>
                  <a:ext cx="43100" cy="42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" h="1692" extrusionOk="0">
                      <a:moveTo>
                        <a:pt x="1724" y="862"/>
                      </a:moveTo>
                      <a:cubicBezTo>
                        <a:pt x="1724" y="1309"/>
                        <a:pt x="1341" y="1692"/>
                        <a:pt x="862" y="1692"/>
                      </a:cubicBezTo>
                      <a:cubicBezTo>
                        <a:pt x="383" y="1692"/>
                        <a:pt x="0" y="1309"/>
                        <a:pt x="0" y="862"/>
                      </a:cubicBezTo>
                      <a:cubicBezTo>
                        <a:pt x="0" y="383"/>
                        <a:pt x="383" y="0"/>
                        <a:pt x="862" y="0"/>
                      </a:cubicBezTo>
                      <a:cubicBezTo>
                        <a:pt x="1341" y="0"/>
                        <a:pt x="1724" y="383"/>
                        <a:pt x="1724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86" name="Google Shape;986;p26"/>
                <p:cNvSpPr/>
                <p:nvPr/>
              </p:nvSpPr>
              <p:spPr>
                <a:xfrm>
                  <a:off x="8353800" y="7746500"/>
                  <a:ext cx="431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5" h="1693" extrusionOk="0">
                      <a:moveTo>
                        <a:pt x="1724" y="863"/>
                      </a:moveTo>
                      <a:cubicBezTo>
                        <a:pt x="1724" y="1341"/>
                        <a:pt x="1341" y="1692"/>
                        <a:pt x="862" y="1692"/>
                      </a:cubicBezTo>
                      <a:cubicBezTo>
                        <a:pt x="384" y="1692"/>
                        <a:pt x="1" y="1341"/>
                        <a:pt x="1" y="863"/>
                      </a:cubicBezTo>
                      <a:cubicBezTo>
                        <a:pt x="1" y="384"/>
                        <a:pt x="384" y="1"/>
                        <a:pt x="862" y="1"/>
                      </a:cubicBezTo>
                      <a:cubicBezTo>
                        <a:pt x="1341" y="1"/>
                        <a:pt x="1724" y="384"/>
                        <a:pt x="1724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87" name="Google Shape;987;p26"/>
                <p:cNvSpPr/>
                <p:nvPr/>
              </p:nvSpPr>
              <p:spPr>
                <a:xfrm>
                  <a:off x="8654600" y="7123375"/>
                  <a:ext cx="42300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693" extrusionOk="0">
                      <a:moveTo>
                        <a:pt x="1692" y="831"/>
                      </a:moveTo>
                      <a:cubicBezTo>
                        <a:pt x="1692" y="1309"/>
                        <a:pt x="1309" y="1692"/>
                        <a:pt x="862" y="1692"/>
                      </a:cubicBezTo>
                      <a:cubicBezTo>
                        <a:pt x="383" y="1692"/>
                        <a:pt x="0" y="1309"/>
                        <a:pt x="0" y="831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09" y="1"/>
                        <a:pt x="1692" y="384"/>
                        <a:pt x="1692" y="83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88" name="Google Shape;988;p26"/>
                <p:cNvSpPr/>
                <p:nvPr/>
              </p:nvSpPr>
              <p:spPr>
                <a:xfrm>
                  <a:off x="7815250" y="7722575"/>
                  <a:ext cx="43100" cy="43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" h="1724" extrusionOk="0">
                      <a:moveTo>
                        <a:pt x="1724" y="862"/>
                      </a:moveTo>
                      <a:cubicBezTo>
                        <a:pt x="1724" y="1341"/>
                        <a:pt x="1341" y="1724"/>
                        <a:pt x="862" y="1724"/>
                      </a:cubicBezTo>
                      <a:cubicBezTo>
                        <a:pt x="384" y="1724"/>
                        <a:pt x="1" y="1341"/>
                        <a:pt x="1" y="862"/>
                      </a:cubicBezTo>
                      <a:cubicBezTo>
                        <a:pt x="1" y="383"/>
                        <a:pt x="384" y="1"/>
                        <a:pt x="862" y="1"/>
                      </a:cubicBezTo>
                      <a:cubicBezTo>
                        <a:pt x="1341" y="1"/>
                        <a:pt x="1724" y="383"/>
                        <a:pt x="1724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grpSp>
          <p:nvGrpSpPr>
            <p:cNvPr id="989" name="Google Shape;989;p26"/>
            <p:cNvGrpSpPr/>
            <p:nvPr/>
          </p:nvGrpSpPr>
          <p:grpSpPr>
            <a:xfrm>
              <a:off x="6226025" y="539494"/>
              <a:ext cx="1119226" cy="720958"/>
              <a:chOff x="7714450" y="2073044"/>
              <a:chExt cx="1119226" cy="720958"/>
            </a:xfrm>
          </p:grpSpPr>
          <p:sp>
            <p:nvSpPr>
              <p:cNvPr id="990" name="Google Shape;990;p26"/>
              <p:cNvSpPr/>
              <p:nvPr/>
            </p:nvSpPr>
            <p:spPr>
              <a:xfrm>
                <a:off x="7740398" y="2102385"/>
                <a:ext cx="1083165" cy="662294"/>
              </a:xfrm>
              <a:custGeom>
                <a:avLst/>
                <a:gdLst/>
                <a:ahLst/>
                <a:cxnLst/>
                <a:rect l="l" t="t" r="r" b="b"/>
                <a:pathLst>
                  <a:path w="30639" h="18734" fill="none" extrusionOk="0">
                    <a:moveTo>
                      <a:pt x="1" y="2266"/>
                    </a:moveTo>
                    <a:lnTo>
                      <a:pt x="12320" y="0"/>
                    </a:lnTo>
                    <a:lnTo>
                      <a:pt x="18703" y="957"/>
                    </a:lnTo>
                    <a:lnTo>
                      <a:pt x="18703" y="5394"/>
                    </a:lnTo>
                    <a:cubicBezTo>
                      <a:pt x="18703" y="5394"/>
                      <a:pt x="30639" y="7947"/>
                      <a:pt x="30479" y="8330"/>
                    </a:cubicBezTo>
                    <a:cubicBezTo>
                      <a:pt x="30319" y="8713"/>
                      <a:pt x="25022" y="18319"/>
                      <a:pt x="25022" y="18319"/>
                    </a:cubicBezTo>
                    <a:lnTo>
                      <a:pt x="12607" y="18734"/>
                    </a:lnTo>
                    <a:lnTo>
                      <a:pt x="18703" y="5394"/>
                    </a:lnTo>
                    <a:lnTo>
                      <a:pt x="25022" y="18319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91" name="Google Shape;991;p26"/>
              <p:cNvSpPr/>
              <p:nvPr/>
            </p:nvSpPr>
            <p:spPr>
              <a:xfrm>
                <a:off x="8175892" y="2102385"/>
                <a:ext cx="225690" cy="190691"/>
              </a:xfrm>
              <a:custGeom>
                <a:avLst/>
                <a:gdLst/>
                <a:ahLst/>
                <a:cxnLst/>
                <a:rect l="l" t="t" r="r" b="b"/>
                <a:pathLst>
                  <a:path w="6384" h="5394" fill="none" extrusionOk="0">
                    <a:moveTo>
                      <a:pt x="1" y="0"/>
                    </a:moveTo>
                    <a:lnTo>
                      <a:pt x="6384" y="5394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grpSp>
            <p:nvGrpSpPr>
              <p:cNvPr id="992" name="Google Shape;992;p26"/>
              <p:cNvGrpSpPr/>
              <p:nvPr/>
            </p:nvGrpSpPr>
            <p:grpSpPr>
              <a:xfrm>
                <a:off x="7714450" y="2073044"/>
                <a:ext cx="1119226" cy="720958"/>
                <a:chOff x="7714450" y="2073044"/>
                <a:chExt cx="1119226" cy="720958"/>
              </a:xfrm>
            </p:grpSpPr>
            <p:sp>
              <p:nvSpPr>
                <p:cNvPr id="993" name="Google Shape;993;p26"/>
                <p:cNvSpPr/>
                <p:nvPr/>
              </p:nvSpPr>
              <p:spPr>
                <a:xfrm>
                  <a:off x="8603502" y="2726267"/>
                  <a:ext cx="41787" cy="41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2" h="1182" extrusionOk="0">
                      <a:moveTo>
                        <a:pt x="351" y="160"/>
                      </a:moveTo>
                      <a:cubicBezTo>
                        <a:pt x="607" y="1"/>
                        <a:pt x="894" y="96"/>
                        <a:pt x="1053" y="352"/>
                      </a:cubicBezTo>
                      <a:cubicBezTo>
                        <a:pt x="1181" y="575"/>
                        <a:pt x="1085" y="894"/>
                        <a:pt x="862" y="1022"/>
                      </a:cubicBezTo>
                      <a:cubicBezTo>
                        <a:pt x="607" y="1182"/>
                        <a:pt x="287" y="1086"/>
                        <a:pt x="160" y="830"/>
                      </a:cubicBezTo>
                      <a:cubicBezTo>
                        <a:pt x="0" y="607"/>
                        <a:pt x="96" y="288"/>
                        <a:pt x="351" y="12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94" name="Google Shape;994;p26"/>
                <p:cNvSpPr/>
                <p:nvPr/>
              </p:nvSpPr>
              <p:spPr>
                <a:xfrm>
                  <a:off x="8793021" y="2376535"/>
                  <a:ext cx="40655" cy="41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0" h="1182" extrusionOk="0">
                      <a:moveTo>
                        <a:pt x="320" y="160"/>
                      </a:moveTo>
                      <a:cubicBezTo>
                        <a:pt x="575" y="0"/>
                        <a:pt x="894" y="96"/>
                        <a:pt x="1022" y="351"/>
                      </a:cubicBezTo>
                      <a:cubicBezTo>
                        <a:pt x="1150" y="575"/>
                        <a:pt x="1086" y="894"/>
                        <a:pt x="831" y="1021"/>
                      </a:cubicBezTo>
                      <a:cubicBezTo>
                        <a:pt x="575" y="1181"/>
                        <a:pt x="288" y="1085"/>
                        <a:pt x="128" y="830"/>
                      </a:cubicBezTo>
                      <a:cubicBezTo>
                        <a:pt x="1" y="607"/>
                        <a:pt x="97" y="287"/>
                        <a:pt x="320" y="16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95" name="Google Shape;995;p26"/>
                <p:cNvSpPr/>
                <p:nvPr/>
              </p:nvSpPr>
              <p:spPr>
                <a:xfrm>
                  <a:off x="8380117" y="2271613"/>
                  <a:ext cx="40655" cy="41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0" h="1182" extrusionOk="0">
                      <a:moveTo>
                        <a:pt x="319" y="128"/>
                      </a:moveTo>
                      <a:cubicBezTo>
                        <a:pt x="575" y="0"/>
                        <a:pt x="894" y="96"/>
                        <a:pt x="1021" y="319"/>
                      </a:cubicBezTo>
                      <a:cubicBezTo>
                        <a:pt x="1149" y="575"/>
                        <a:pt x="1053" y="894"/>
                        <a:pt x="830" y="1021"/>
                      </a:cubicBezTo>
                      <a:cubicBezTo>
                        <a:pt x="575" y="1181"/>
                        <a:pt x="255" y="1085"/>
                        <a:pt x="128" y="830"/>
                      </a:cubicBezTo>
                      <a:cubicBezTo>
                        <a:pt x="0" y="575"/>
                        <a:pt x="64" y="287"/>
                        <a:pt x="319" y="12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96" name="Google Shape;996;p26"/>
                <p:cNvSpPr/>
                <p:nvPr/>
              </p:nvSpPr>
              <p:spPr>
                <a:xfrm>
                  <a:off x="7714450" y="2159902"/>
                  <a:ext cx="40655" cy="41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0" h="1182" extrusionOk="0">
                      <a:moveTo>
                        <a:pt x="320" y="160"/>
                      </a:moveTo>
                      <a:cubicBezTo>
                        <a:pt x="575" y="1"/>
                        <a:pt x="894" y="96"/>
                        <a:pt x="1022" y="352"/>
                      </a:cubicBezTo>
                      <a:cubicBezTo>
                        <a:pt x="1150" y="607"/>
                        <a:pt x="1054" y="894"/>
                        <a:pt x="831" y="1054"/>
                      </a:cubicBezTo>
                      <a:cubicBezTo>
                        <a:pt x="575" y="1182"/>
                        <a:pt x="256" y="1086"/>
                        <a:pt x="128" y="862"/>
                      </a:cubicBezTo>
                      <a:cubicBezTo>
                        <a:pt x="1" y="607"/>
                        <a:pt x="65" y="288"/>
                        <a:pt x="320" y="16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97" name="Google Shape;997;p26"/>
                <p:cNvSpPr/>
                <p:nvPr/>
              </p:nvSpPr>
              <p:spPr>
                <a:xfrm>
                  <a:off x="8381248" y="2115925"/>
                  <a:ext cx="40655" cy="406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0" h="1149" extrusionOk="0">
                      <a:moveTo>
                        <a:pt x="319" y="128"/>
                      </a:moveTo>
                      <a:cubicBezTo>
                        <a:pt x="575" y="0"/>
                        <a:pt x="894" y="96"/>
                        <a:pt x="1021" y="319"/>
                      </a:cubicBezTo>
                      <a:cubicBezTo>
                        <a:pt x="1149" y="574"/>
                        <a:pt x="1085" y="894"/>
                        <a:pt x="830" y="1021"/>
                      </a:cubicBezTo>
                      <a:cubicBezTo>
                        <a:pt x="575" y="1149"/>
                        <a:pt x="287" y="1085"/>
                        <a:pt x="128" y="830"/>
                      </a:cubicBezTo>
                      <a:cubicBezTo>
                        <a:pt x="0" y="574"/>
                        <a:pt x="96" y="255"/>
                        <a:pt x="319" y="12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98" name="Google Shape;998;p26"/>
                <p:cNvSpPr/>
                <p:nvPr/>
              </p:nvSpPr>
              <p:spPr>
                <a:xfrm>
                  <a:off x="8155600" y="2725135"/>
                  <a:ext cx="67735" cy="688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6" h="1948" extrusionOk="0">
                      <a:moveTo>
                        <a:pt x="543" y="224"/>
                      </a:moveTo>
                      <a:cubicBezTo>
                        <a:pt x="958" y="1"/>
                        <a:pt x="1468" y="160"/>
                        <a:pt x="1692" y="543"/>
                      </a:cubicBezTo>
                      <a:cubicBezTo>
                        <a:pt x="1915" y="958"/>
                        <a:pt x="1787" y="1469"/>
                        <a:pt x="1373" y="1724"/>
                      </a:cubicBezTo>
                      <a:cubicBezTo>
                        <a:pt x="958" y="1948"/>
                        <a:pt x="447" y="1788"/>
                        <a:pt x="224" y="1405"/>
                      </a:cubicBezTo>
                      <a:cubicBezTo>
                        <a:pt x="0" y="990"/>
                        <a:pt x="128" y="480"/>
                        <a:pt x="543" y="22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999" name="Google Shape;999;p26"/>
                <p:cNvSpPr/>
                <p:nvPr/>
              </p:nvSpPr>
              <p:spPr>
                <a:xfrm>
                  <a:off x="8133010" y="2073044"/>
                  <a:ext cx="68867" cy="688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8" h="1948" extrusionOk="0">
                      <a:moveTo>
                        <a:pt x="575" y="256"/>
                      </a:moveTo>
                      <a:cubicBezTo>
                        <a:pt x="958" y="0"/>
                        <a:pt x="1501" y="160"/>
                        <a:pt x="1724" y="575"/>
                      </a:cubicBezTo>
                      <a:cubicBezTo>
                        <a:pt x="1948" y="958"/>
                        <a:pt x="1820" y="1500"/>
                        <a:pt x="1405" y="1724"/>
                      </a:cubicBezTo>
                      <a:cubicBezTo>
                        <a:pt x="990" y="1947"/>
                        <a:pt x="480" y="1819"/>
                        <a:pt x="256" y="1404"/>
                      </a:cubicBezTo>
                      <a:cubicBezTo>
                        <a:pt x="1" y="990"/>
                        <a:pt x="161" y="479"/>
                        <a:pt x="575" y="25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cxnSp>
          <p:nvCxnSpPr>
            <p:cNvPr id="1000" name="Google Shape;1000;p26"/>
            <p:cNvCxnSpPr/>
            <p:nvPr/>
          </p:nvCxnSpPr>
          <p:spPr>
            <a:xfrm rot="10800000" flipH="1">
              <a:off x="7329050" y="840175"/>
              <a:ext cx="802200" cy="2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1" name="Google Shape;1001;p26"/>
            <p:cNvCxnSpPr/>
            <p:nvPr/>
          </p:nvCxnSpPr>
          <p:spPr>
            <a:xfrm flipH="1">
              <a:off x="7326275" y="442125"/>
              <a:ext cx="250500" cy="4218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2" name="Google Shape;1002;p26"/>
            <p:cNvCxnSpPr/>
            <p:nvPr/>
          </p:nvCxnSpPr>
          <p:spPr>
            <a:xfrm>
              <a:off x="6863125" y="374300"/>
              <a:ext cx="47100" cy="2331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3" name="Google Shape;1003;p26"/>
            <p:cNvCxnSpPr/>
            <p:nvPr/>
          </p:nvCxnSpPr>
          <p:spPr>
            <a:xfrm>
              <a:off x="6913525" y="606175"/>
              <a:ext cx="418500" cy="2526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004" name="Google Shape;1004;p26"/>
          <p:cNvSpPr/>
          <p:nvPr/>
        </p:nvSpPr>
        <p:spPr>
          <a:xfrm>
            <a:off x="8832617" y="-3231067"/>
            <a:ext cx="5832800" cy="58328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7A0B3">
                  <a:alpha val="0"/>
                </a:srgbClr>
              </a:gs>
              <a:gs pos="100000">
                <a:srgbClr val="07A0B3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0897725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Title and five columns"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27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1007" name="Google Shape;1007;p27"/>
          <p:cNvSpPr txBox="1">
            <a:spLocks noGrp="1"/>
          </p:cNvSpPr>
          <p:nvPr>
            <p:ph type="subTitle" idx="1"/>
          </p:nvPr>
        </p:nvSpPr>
        <p:spPr>
          <a:xfrm>
            <a:off x="960000" y="2286425"/>
            <a:ext cx="461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008" name="Google Shape;1008;p27"/>
          <p:cNvSpPr txBox="1">
            <a:spLocks noGrp="1"/>
          </p:cNvSpPr>
          <p:nvPr>
            <p:ph type="subTitle" idx="2"/>
          </p:nvPr>
        </p:nvSpPr>
        <p:spPr>
          <a:xfrm>
            <a:off x="960000" y="1811311"/>
            <a:ext cx="46120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009" name="Google Shape;1009;p27"/>
          <p:cNvSpPr txBox="1">
            <a:spLocks noGrp="1"/>
          </p:cNvSpPr>
          <p:nvPr>
            <p:ph type="subTitle" idx="3"/>
          </p:nvPr>
        </p:nvSpPr>
        <p:spPr>
          <a:xfrm>
            <a:off x="960000" y="3784959"/>
            <a:ext cx="461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010" name="Google Shape;1010;p27"/>
          <p:cNvSpPr txBox="1">
            <a:spLocks noGrp="1"/>
          </p:cNvSpPr>
          <p:nvPr>
            <p:ph type="subTitle" idx="4"/>
          </p:nvPr>
        </p:nvSpPr>
        <p:spPr>
          <a:xfrm>
            <a:off x="960000" y="3309844"/>
            <a:ext cx="46120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011" name="Google Shape;1011;p27"/>
          <p:cNvSpPr txBox="1">
            <a:spLocks noGrp="1"/>
          </p:cNvSpPr>
          <p:nvPr>
            <p:ph type="subTitle" idx="5"/>
          </p:nvPr>
        </p:nvSpPr>
        <p:spPr>
          <a:xfrm>
            <a:off x="960000" y="5283492"/>
            <a:ext cx="461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012" name="Google Shape;1012;p27"/>
          <p:cNvSpPr txBox="1">
            <a:spLocks noGrp="1"/>
          </p:cNvSpPr>
          <p:nvPr>
            <p:ph type="subTitle" idx="6"/>
          </p:nvPr>
        </p:nvSpPr>
        <p:spPr>
          <a:xfrm>
            <a:off x="960000" y="4808377"/>
            <a:ext cx="46120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013" name="Google Shape;1013;p27"/>
          <p:cNvSpPr txBox="1">
            <a:spLocks noGrp="1"/>
          </p:cNvSpPr>
          <p:nvPr>
            <p:ph type="subTitle" idx="7"/>
          </p:nvPr>
        </p:nvSpPr>
        <p:spPr>
          <a:xfrm>
            <a:off x="6224767" y="2286425"/>
            <a:ext cx="461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014" name="Google Shape;1014;p27"/>
          <p:cNvSpPr txBox="1">
            <a:spLocks noGrp="1"/>
          </p:cNvSpPr>
          <p:nvPr>
            <p:ph type="subTitle" idx="8"/>
          </p:nvPr>
        </p:nvSpPr>
        <p:spPr>
          <a:xfrm>
            <a:off x="6224767" y="1811311"/>
            <a:ext cx="46120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015" name="Google Shape;1015;p27"/>
          <p:cNvSpPr txBox="1">
            <a:spLocks noGrp="1"/>
          </p:cNvSpPr>
          <p:nvPr>
            <p:ph type="subTitle" idx="9"/>
          </p:nvPr>
        </p:nvSpPr>
        <p:spPr>
          <a:xfrm>
            <a:off x="6224767" y="3784959"/>
            <a:ext cx="461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016" name="Google Shape;1016;p27"/>
          <p:cNvSpPr txBox="1">
            <a:spLocks noGrp="1"/>
          </p:cNvSpPr>
          <p:nvPr>
            <p:ph type="subTitle" idx="13"/>
          </p:nvPr>
        </p:nvSpPr>
        <p:spPr>
          <a:xfrm>
            <a:off x="6224767" y="3309844"/>
            <a:ext cx="46120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017" name="Google Shape;1017;p27"/>
          <p:cNvSpPr/>
          <p:nvPr/>
        </p:nvSpPr>
        <p:spPr>
          <a:xfrm>
            <a:off x="588767" y="-3567100"/>
            <a:ext cx="5832800" cy="58328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7A0B3">
                  <a:alpha val="0"/>
                </a:srgbClr>
              </a:gs>
              <a:gs pos="100000">
                <a:srgbClr val="07A0B3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8" name="Google Shape;1018;p27"/>
          <p:cNvGrpSpPr/>
          <p:nvPr/>
        </p:nvGrpSpPr>
        <p:grpSpPr>
          <a:xfrm rot="-10399619" flipH="1">
            <a:off x="6540308" y="2822781"/>
            <a:ext cx="8663877" cy="6849516"/>
            <a:chOff x="4180821" y="-1846178"/>
            <a:chExt cx="6498075" cy="5137269"/>
          </a:xfrm>
        </p:grpSpPr>
        <p:grpSp>
          <p:nvGrpSpPr>
            <p:cNvPr id="1019" name="Google Shape;1019;p27"/>
            <p:cNvGrpSpPr/>
            <p:nvPr/>
          </p:nvGrpSpPr>
          <p:grpSpPr>
            <a:xfrm rot="-9436343">
              <a:off x="4572469" y="-865527"/>
              <a:ext cx="5714779" cy="3175968"/>
              <a:chOff x="7432275" y="5642550"/>
              <a:chExt cx="7056275" cy="3921500"/>
            </a:xfrm>
          </p:grpSpPr>
          <p:sp>
            <p:nvSpPr>
              <p:cNvPr id="1020" name="Google Shape;1020;p27"/>
              <p:cNvSpPr/>
              <p:nvPr/>
            </p:nvSpPr>
            <p:spPr>
              <a:xfrm>
                <a:off x="7432275" y="5642550"/>
                <a:ext cx="7032350" cy="3883225"/>
              </a:xfrm>
              <a:custGeom>
                <a:avLst/>
                <a:gdLst/>
                <a:ahLst/>
                <a:cxnLst/>
                <a:rect l="l" t="t" r="r" b="b"/>
                <a:pathLst>
                  <a:path w="281294" h="155329" fill="none" extrusionOk="0">
                    <a:moveTo>
                      <a:pt x="1" y="1"/>
                    </a:moveTo>
                    <a:lnTo>
                      <a:pt x="44489" y="36511"/>
                    </a:lnTo>
                    <a:lnTo>
                      <a:pt x="86680" y="32394"/>
                    </a:lnTo>
                    <a:lnTo>
                      <a:pt x="98361" y="54064"/>
                    </a:lnTo>
                    <a:lnTo>
                      <a:pt x="134137" y="55500"/>
                    </a:lnTo>
                    <a:lnTo>
                      <a:pt x="107073" y="86329"/>
                    </a:lnTo>
                    <a:lnTo>
                      <a:pt x="139881" y="94435"/>
                    </a:lnTo>
                    <a:lnTo>
                      <a:pt x="173583" y="83202"/>
                    </a:lnTo>
                    <a:lnTo>
                      <a:pt x="200135" y="117861"/>
                    </a:lnTo>
                    <a:lnTo>
                      <a:pt x="264124" y="131265"/>
                    </a:lnTo>
                    <a:lnTo>
                      <a:pt x="281293" y="155328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21" name="Google Shape;1021;p27"/>
              <p:cNvSpPr/>
              <p:nvPr/>
            </p:nvSpPr>
            <p:spPr>
              <a:xfrm>
                <a:off x="8544500" y="6555300"/>
                <a:ext cx="596825" cy="495500"/>
              </a:xfrm>
              <a:custGeom>
                <a:avLst/>
                <a:gdLst/>
                <a:ahLst/>
                <a:cxnLst/>
                <a:rect l="l" t="t" r="r" b="b"/>
                <a:pathLst>
                  <a:path w="23873" h="19820" fill="none" extrusionOk="0">
                    <a:moveTo>
                      <a:pt x="23872" y="19820"/>
                    </a:moveTo>
                    <a:lnTo>
                      <a:pt x="0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22" name="Google Shape;1022;p27"/>
              <p:cNvSpPr/>
              <p:nvPr/>
            </p:nvSpPr>
            <p:spPr>
              <a:xfrm>
                <a:off x="7653300" y="5734300"/>
                <a:ext cx="567300" cy="2388825"/>
              </a:xfrm>
              <a:custGeom>
                <a:avLst/>
                <a:gdLst/>
                <a:ahLst/>
                <a:cxnLst/>
                <a:rect l="l" t="t" r="r" b="b"/>
                <a:pathLst>
                  <a:path w="22692" h="95553" fill="none" extrusionOk="0">
                    <a:moveTo>
                      <a:pt x="2936" y="1"/>
                    </a:moveTo>
                    <a:lnTo>
                      <a:pt x="22691" y="48702"/>
                    </a:lnTo>
                    <a:lnTo>
                      <a:pt x="0" y="95553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23" name="Google Shape;1023;p27"/>
              <p:cNvSpPr/>
              <p:nvPr/>
            </p:nvSpPr>
            <p:spPr>
              <a:xfrm>
                <a:off x="7778550" y="6452375"/>
                <a:ext cx="2112750" cy="1353200"/>
              </a:xfrm>
              <a:custGeom>
                <a:avLst/>
                <a:gdLst/>
                <a:ahLst/>
                <a:cxnLst/>
                <a:rect l="l" t="t" r="r" b="b"/>
                <a:pathLst>
                  <a:path w="84510" h="54128" fill="none" extrusionOk="0">
                    <a:moveTo>
                      <a:pt x="1" y="53521"/>
                    </a:moveTo>
                    <a:lnTo>
                      <a:pt x="36000" y="27702"/>
                    </a:lnTo>
                    <a:lnTo>
                      <a:pt x="30638" y="4118"/>
                    </a:lnTo>
                    <a:lnTo>
                      <a:pt x="17681" y="19979"/>
                    </a:lnTo>
                    <a:lnTo>
                      <a:pt x="36000" y="27702"/>
                    </a:lnTo>
                    <a:lnTo>
                      <a:pt x="54510" y="23937"/>
                    </a:lnTo>
                    <a:lnTo>
                      <a:pt x="65776" y="54128"/>
                    </a:lnTo>
                    <a:lnTo>
                      <a:pt x="84510" y="21671"/>
                    </a:lnTo>
                    <a:lnTo>
                      <a:pt x="54510" y="23937"/>
                    </a:lnTo>
                    <a:lnTo>
                      <a:pt x="72829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24" name="Google Shape;1024;p27"/>
              <p:cNvSpPr/>
              <p:nvPr/>
            </p:nvSpPr>
            <p:spPr>
              <a:xfrm>
                <a:off x="8371350" y="7561400"/>
                <a:ext cx="1072350" cy="1300550"/>
              </a:xfrm>
              <a:custGeom>
                <a:avLst/>
                <a:gdLst/>
                <a:ahLst/>
                <a:cxnLst/>
                <a:rect l="l" t="t" r="r" b="b"/>
                <a:pathLst>
                  <a:path w="42894" h="52022" fill="none" extrusionOk="0">
                    <a:moveTo>
                      <a:pt x="32490" y="52021"/>
                    </a:moveTo>
                    <a:lnTo>
                      <a:pt x="42894" y="36415"/>
                    </a:lnTo>
                    <a:lnTo>
                      <a:pt x="13756" y="1"/>
                    </a:lnTo>
                    <a:lnTo>
                      <a:pt x="1" y="8299"/>
                    </a:lnTo>
                    <a:lnTo>
                      <a:pt x="42894" y="36415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25" name="Google Shape;1025;p27"/>
              <p:cNvSpPr/>
              <p:nvPr/>
            </p:nvSpPr>
            <p:spPr>
              <a:xfrm>
                <a:off x="8371350" y="7030025"/>
                <a:ext cx="2414350" cy="775550"/>
              </a:xfrm>
              <a:custGeom>
                <a:avLst/>
                <a:gdLst/>
                <a:ahLst/>
                <a:cxnLst/>
                <a:rect l="l" t="t" r="r" b="b"/>
                <a:pathLst>
                  <a:path w="96574" h="31022" fill="none" extrusionOk="0">
                    <a:moveTo>
                      <a:pt x="1" y="29554"/>
                    </a:moveTo>
                    <a:lnTo>
                      <a:pt x="12288" y="4596"/>
                    </a:lnTo>
                    <a:lnTo>
                      <a:pt x="13756" y="21256"/>
                    </a:lnTo>
                    <a:lnTo>
                      <a:pt x="42064" y="31022"/>
                    </a:lnTo>
                    <a:lnTo>
                      <a:pt x="96574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26" name="Google Shape;1026;p27"/>
              <p:cNvSpPr/>
              <p:nvPr/>
            </p:nvSpPr>
            <p:spPr>
              <a:xfrm>
                <a:off x="9422925" y="7800775"/>
                <a:ext cx="3101300" cy="1763275"/>
              </a:xfrm>
              <a:custGeom>
                <a:avLst/>
                <a:gdLst/>
                <a:ahLst/>
                <a:cxnLst/>
                <a:rect l="l" t="t" r="r" b="b"/>
                <a:pathLst>
                  <a:path w="124052" h="70531" fill="none" extrusionOk="0">
                    <a:moveTo>
                      <a:pt x="1" y="192"/>
                    </a:moveTo>
                    <a:lnTo>
                      <a:pt x="40373" y="43085"/>
                    </a:lnTo>
                    <a:lnTo>
                      <a:pt x="27447" y="0"/>
                    </a:lnTo>
                    <a:lnTo>
                      <a:pt x="1" y="192"/>
                    </a:lnTo>
                    <a:lnTo>
                      <a:pt x="831" y="26840"/>
                    </a:lnTo>
                    <a:lnTo>
                      <a:pt x="40373" y="43085"/>
                    </a:lnTo>
                    <a:lnTo>
                      <a:pt x="42862" y="54318"/>
                    </a:lnTo>
                    <a:lnTo>
                      <a:pt x="81159" y="57446"/>
                    </a:lnTo>
                    <a:lnTo>
                      <a:pt x="111541" y="52850"/>
                    </a:lnTo>
                    <a:lnTo>
                      <a:pt x="124052" y="7053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27" name="Google Shape;1027;p27"/>
              <p:cNvSpPr/>
              <p:nvPr/>
            </p:nvSpPr>
            <p:spPr>
              <a:xfrm>
                <a:off x="10432225" y="7722575"/>
                <a:ext cx="1339625" cy="1514375"/>
              </a:xfrm>
              <a:custGeom>
                <a:avLst/>
                <a:gdLst/>
                <a:ahLst/>
                <a:cxnLst/>
                <a:rect l="l" t="t" r="r" b="b"/>
                <a:pathLst>
                  <a:path w="53585" h="60575" fill="none" extrusionOk="0">
                    <a:moveTo>
                      <a:pt x="19883" y="11234"/>
                    </a:moveTo>
                    <a:lnTo>
                      <a:pt x="1" y="46213"/>
                    </a:lnTo>
                    <a:lnTo>
                      <a:pt x="53585" y="1"/>
                    </a:lnTo>
                    <a:lnTo>
                      <a:pt x="40787" y="60574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28" name="Google Shape;1028;p27"/>
              <p:cNvSpPr/>
              <p:nvPr/>
            </p:nvSpPr>
            <p:spPr>
              <a:xfrm>
                <a:off x="11771825" y="7722575"/>
                <a:ext cx="2263550" cy="1525525"/>
              </a:xfrm>
              <a:custGeom>
                <a:avLst/>
                <a:gdLst/>
                <a:ahLst/>
                <a:cxnLst/>
                <a:rect l="l" t="t" r="r" b="b"/>
                <a:pathLst>
                  <a:path w="90542" h="61021" fill="none" extrusionOk="0">
                    <a:moveTo>
                      <a:pt x="90542" y="48064"/>
                    </a:moveTo>
                    <a:lnTo>
                      <a:pt x="54957" y="61021"/>
                    </a:lnTo>
                    <a:lnTo>
                      <a:pt x="26553" y="34660"/>
                    </a:lnTo>
                    <a:lnTo>
                      <a:pt x="20107" y="13724"/>
                    </a:lnTo>
                    <a:lnTo>
                      <a:pt x="51223" y="24958"/>
                    </a:lnTo>
                    <a:lnTo>
                      <a:pt x="26553" y="34660"/>
                    </a:lnTo>
                    <a:lnTo>
                      <a:pt x="17585" y="55978"/>
                    </a:lnTo>
                    <a:lnTo>
                      <a:pt x="1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29" name="Google Shape;1029;p27"/>
              <p:cNvSpPr/>
              <p:nvPr/>
            </p:nvSpPr>
            <p:spPr>
              <a:xfrm>
                <a:off x="12211450" y="9122025"/>
                <a:ext cx="934325" cy="126075"/>
              </a:xfrm>
              <a:custGeom>
                <a:avLst/>
                <a:gdLst/>
                <a:ahLst/>
                <a:cxnLst/>
                <a:rect l="l" t="t" r="r" b="b"/>
                <a:pathLst>
                  <a:path w="37373" h="5043" fill="none" extrusionOk="0">
                    <a:moveTo>
                      <a:pt x="37372" y="5043"/>
                    </a:moveTo>
                    <a:lnTo>
                      <a:pt x="0" y="0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30" name="Google Shape;1030;p27"/>
              <p:cNvSpPr/>
              <p:nvPr/>
            </p:nvSpPr>
            <p:spPr>
              <a:xfrm>
                <a:off x="12768350" y="7914850"/>
                <a:ext cx="283275" cy="431675"/>
              </a:xfrm>
              <a:custGeom>
                <a:avLst/>
                <a:gdLst/>
                <a:ahLst/>
                <a:cxnLst/>
                <a:rect l="l" t="t" r="r" b="b"/>
                <a:pathLst>
                  <a:path w="11331" h="17267" fill="none" extrusionOk="0">
                    <a:moveTo>
                      <a:pt x="11330" y="17267"/>
                    </a:moveTo>
                    <a:lnTo>
                      <a:pt x="1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31" name="Google Shape;1031;p27"/>
              <p:cNvSpPr/>
              <p:nvPr/>
            </p:nvSpPr>
            <p:spPr>
              <a:xfrm>
                <a:off x="8544500" y="6043875"/>
                <a:ext cx="435650" cy="511450"/>
              </a:xfrm>
              <a:custGeom>
                <a:avLst/>
                <a:gdLst/>
                <a:ahLst/>
                <a:cxnLst/>
                <a:rect l="l" t="t" r="r" b="b"/>
                <a:pathLst>
                  <a:path w="17426" h="20458" fill="none" extrusionOk="0">
                    <a:moveTo>
                      <a:pt x="0" y="20458"/>
                    </a:moveTo>
                    <a:lnTo>
                      <a:pt x="17426" y="1"/>
                    </a:lnTo>
                  </a:path>
                </a:pathLst>
              </a:custGeom>
              <a:noFill/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grpSp>
            <p:nvGrpSpPr>
              <p:cNvPr id="1032" name="Google Shape;1032;p27"/>
              <p:cNvGrpSpPr/>
              <p:nvPr/>
            </p:nvGrpSpPr>
            <p:grpSpPr>
              <a:xfrm>
                <a:off x="7815250" y="6023125"/>
                <a:ext cx="6673300" cy="3521000"/>
                <a:chOff x="7815250" y="6023125"/>
                <a:chExt cx="6673300" cy="3521000"/>
              </a:xfrm>
            </p:grpSpPr>
            <p:sp>
              <p:nvSpPr>
                <p:cNvPr id="1033" name="Google Shape;1033;p27"/>
                <p:cNvSpPr/>
                <p:nvPr/>
              </p:nvSpPr>
              <p:spPr>
                <a:xfrm>
                  <a:off x="8526150" y="6537750"/>
                  <a:ext cx="367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9" h="1437" extrusionOk="0">
                      <a:moveTo>
                        <a:pt x="1468" y="703"/>
                      </a:moveTo>
                      <a:cubicBezTo>
                        <a:pt x="1468" y="1118"/>
                        <a:pt x="1149" y="1437"/>
                        <a:pt x="734" y="1437"/>
                      </a:cubicBezTo>
                      <a:cubicBezTo>
                        <a:pt x="351" y="1437"/>
                        <a:pt x="0" y="1118"/>
                        <a:pt x="0" y="703"/>
                      </a:cubicBezTo>
                      <a:cubicBezTo>
                        <a:pt x="0" y="320"/>
                        <a:pt x="351" y="1"/>
                        <a:pt x="734" y="1"/>
                      </a:cubicBezTo>
                      <a:cubicBezTo>
                        <a:pt x="1149" y="1"/>
                        <a:pt x="1468" y="320"/>
                        <a:pt x="1468" y="70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34" name="Google Shape;1034;p27"/>
                <p:cNvSpPr/>
                <p:nvPr/>
              </p:nvSpPr>
              <p:spPr>
                <a:xfrm>
                  <a:off x="9129325" y="7033225"/>
                  <a:ext cx="359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437" extrusionOk="0">
                      <a:moveTo>
                        <a:pt x="1437" y="703"/>
                      </a:moveTo>
                      <a:cubicBezTo>
                        <a:pt x="1437" y="1117"/>
                        <a:pt x="1117" y="1437"/>
                        <a:pt x="735" y="1437"/>
                      </a:cubicBezTo>
                      <a:cubicBezTo>
                        <a:pt x="320" y="1437"/>
                        <a:pt x="0" y="1117"/>
                        <a:pt x="0" y="703"/>
                      </a:cubicBezTo>
                      <a:cubicBezTo>
                        <a:pt x="0" y="320"/>
                        <a:pt x="320" y="0"/>
                        <a:pt x="735" y="0"/>
                      </a:cubicBezTo>
                      <a:cubicBezTo>
                        <a:pt x="1117" y="0"/>
                        <a:pt x="1437" y="320"/>
                        <a:pt x="1437" y="70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35" name="Google Shape;1035;p27"/>
                <p:cNvSpPr/>
                <p:nvPr/>
              </p:nvSpPr>
              <p:spPr>
                <a:xfrm>
                  <a:off x="8699275" y="7540675"/>
                  <a:ext cx="359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437" extrusionOk="0">
                      <a:moveTo>
                        <a:pt x="1437" y="702"/>
                      </a:moveTo>
                      <a:cubicBezTo>
                        <a:pt x="1437" y="1117"/>
                        <a:pt x="1118" y="1436"/>
                        <a:pt x="735" y="1436"/>
                      </a:cubicBezTo>
                      <a:cubicBezTo>
                        <a:pt x="320" y="1436"/>
                        <a:pt x="1" y="1117"/>
                        <a:pt x="1" y="702"/>
                      </a:cubicBezTo>
                      <a:cubicBezTo>
                        <a:pt x="1" y="319"/>
                        <a:pt x="320" y="0"/>
                        <a:pt x="735" y="0"/>
                      </a:cubicBezTo>
                      <a:cubicBezTo>
                        <a:pt x="1118" y="0"/>
                        <a:pt x="1437" y="319"/>
                        <a:pt x="1437" y="70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36" name="Google Shape;1036;p27"/>
                <p:cNvSpPr/>
                <p:nvPr/>
              </p:nvSpPr>
              <p:spPr>
                <a:xfrm>
                  <a:off x="9165225" y="8843575"/>
                  <a:ext cx="35925" cy="3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469" extrusionOk="0">
                      <a:moveTo>
                        <a:pt x="1437" y="734"/>
                      </a:moveTo>
                      <a:cubicBezTo>
                        <a:pt x="1437" y="1149"/>
                        <a:pt x="1118" y="1468"/>
                        <a:pt x="735" y="1468"/>
                      </a:cubicBezTo>
                      <a:cubicBezTo>
                        <a:pt x="320" y="1468"/>
                        <a:pt x="1" y="1149"/>
                        <a:pt x="1" y="734"/>
                      </a:cubicBezTo>
                      <a:cubicBezTo>
                        <a:pt x="1" y="351"/>
                        <a:pt x="320" y="0"/>
                        <a:pt x="735" y="0"/>
                      </a:cubicBezTo>
                      <a:cubicBezTo>
                        <a:pt x="1118" y="0"/>
                        <a:pt x="1437" y="351"/>
                        <a:pt x="1437" y="73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37" name="Google Shape;1037;p27"/>
                <p:cNvSpPr/>
                <p:nvPr/>
              </p:nvSpPr>
              <p:spPr>
                <a:xfrm>
                  <a:off x="13125800" y="9228150"/>
                  <a:ext cx="359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437" extrusionOk="0">
                      <a:moveTo>
                        <a:pt x="1436" y="702"/>
                      </a:moveTo>
                      <a:cubicBezTo>
                        <a:pt x="1436" y="1117"/>
                        <a:pt x="1117" y="1436"/>
                        <a:pt x="702" y="1436"/>
                      </a:cubicBezTo>
                      <a:cubicBezTo>
                        <a:pt x="319" y="1436"/>
                        <a:pt x="0" y="1117"/>
                        <a:pt x="0" y="702"/>
                      </a:cubicBezTo>
                      <a:cubicBezTo>
                        <a:pt x="0" y="319"/>
                        <a:pt x="319" y="0"/>
                        <a:pt x="702" y="0"/>
                      </a:cubicBezTo>
                      <a:cubicBezTo>
                        <a:pt x="1117" y="0"/>
                        <a:pt x="1436" y="319"/>
                        <a:pt x="1436" y="70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38" name="Google Shape;1038;p27"/>
                <p:cNvSpPr/>
                <p:nvPr/>
              </p:nvSpPr>
              <p:spPr>
                <a:xfrm>
                  <a:off x="12750000" y="7896500"/>
                  <a:ext cx="36725" cy="3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9" h="1469" extrusionOk="0">
                      <a:moveTo>
                        <a:pt x="1469" y="735"/>
                      </a:moveTo>
                      <a:cubicBezTo>
                        <a:pt x="1469" y="1118"/>
                        <a:pt x="1118" y="1469"/>
                        <a:pt x="735" y="1469"/>
                      </a:cubicBezTo>
                      <a:cubicBezTo>
                        <a:pt x="352" y="1469"/>
                        <a:pt x="1" y="1118"/>
                        <a:pt x="1" y="735"/>
                      </a:cubicBezTo>
                      <a:cubicBezTo>
                        <a:pt x="1" y="352"/>
                        <a:pt x="352" y="1"/>
                        <a:pt x="735" y="1"/>
                      </a:cubicBezTo>
                      <a:cubicBezTo>
                        <a:pt x="1118" y="1"/>
                        <a:pt x="1469" y="352"/>
                        <a:pt x="1469" y="73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39" name="Google Shape;1039;p27"/>
                <p:cNvSpPr/>
                <p:nvPr/>
              </p:nvSpPr>
              <p:spPr>
                <a:xfrm>
                  <a:off x="14017000" y="8906600"/>
                  <a:ext cx="367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9" h="1437" extrusionOk="0">
                      <a:moveTo>
                        <a:pt x="1469" y="703"/>
                      </a:moveTo>
                      <a:cubicBezTo>
                        <a:pt x="1469" y="1118"/>
                        <a:pt x="1118" y="1437"/>
                        <a:pt x="735" y="1437"/>
                      </a:cubicBezTo>
                      <a:cubicBezTo>
                        <a:pt x="352" y="1437"/>
                        <a:pt x="1" y="1118"/>
                        <a:pt x="1" y="703"/>
                      </a:cubicBezTo>
                      <a:cubicBezTo>
                        <a:pt x="1" y="320"/>
                        <a:pt x="352" y="1"/>
                        <a:pt x="735" y="1"/>
                      </a:cubicBezTo>
                      <a:cubicBezTo>
                        <a:pt x="1118" y="1"/>
                        <a:pt x="1469" y="320"/>
                        <a:pt x="1469" y="70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40" name="Google Shape;1040;p27"/>
                <p:cNvSpPr/>
                <p:nvPr/>
              </p:nvSpPr>
              <p:spPr>
                <a:xfrm>
                  <a:off x="12255325" y="8041725"/>
                  <a:ext cx="35925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437" extrusionOk="0">
                      <a:moveTo>
                        <a:pt x="1437" y="734"/>
                      </a:moveTo>
                      <a:cubicBezTo>
                        <a:pt x="1437" y="1117"/>
                        <a:pt x="1118" y="1436"/>
                        <a:pt x="735" y="1436"/>
                      </a:cubicBezTo>
                      <a:cubicBezTo>
                        <a:pt x="320" y="1436"/>
                        <a:pt x="1" y="1117"/>
                        <a:pt x="1" y="734"/>
                      </a:cubicBezTo>
                      <a:cubicBezTo>
                        <a:pt x="1" y="319"/>
                        <a:pt x="320" y="0"/>
                        <a:pt x="735" y="0"/>
                      </a:cubicBezTo>
                      <a:cubicBezTo>
                        <a:pt x="1118" y="0"/>
                        <a:pt x="1437" y="319"/>
                        <a:pt x="1437" y="73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41" name="Google Shape;1041;p27"/>
                <p:cNvSpPr/>
                <p:nvPr/>
              </p:nvSpPr>
              <p:spPr>
                <a:xfrm>
                  <a:off x="9586500" y="6439625"/>
                  <a:ext cx="25550" cy="2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2" h="1022" extrusionOk="0">
                      <a:moveTo>
                        <a:pt x="1022" y="511"/>
                      </a:moveTo>
                      <a:cubicBezTo>
                        <a:pt x="1022" y="798"/>
                        <a:pt x="798" y="1021"/>
                        <a:pt x="511" y="1021"/>
                      </a:cubicBezTo>
                      <a:cubicBezTo>
                        <a:pt x="224" y="1021"/>
                        <a:pt x="0" y="798"/>
                        <a:pt x="0" y="511"/>
                      </a:cubicBezTo>
                      <a:cubicBezTo>
                        <a:pt x="0" y="224"/>
                        <a:pt x="224" y="0"/>
                        <a:pt x="511" y="0"/>
                      </a:cubicBezTo>
                      <a:cubicBezTo>
                        <a:pt x="798" y="0"/>
                        <a:pt x="1022" y="224"/>
                        <a:pt x="1022" y="5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42" name="Google Shape;1042;p27"/>
                <p:cNvSpPr/>
                <p:nvPr/>
              </p:nvSpPr>
              <p:spPr>
                <a:xfrm>
                  <a:off x="8207800" y="6939075"/>
                  <a:ext cx="25550" cy="2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2" h="1022" extrusionOk="0">
                      <a:moveTo>
                        <a:pt x="1022" y="511"/>
                      </a:moveTo>
                      <a:cubicBezTo>
                        <a:pt x="1022" y="798"/>
                        <a:pt x="798" y="1022"/>
                        <a:pt x="511" y="1022"/>
                      </a:cubicBezTo>
                      <a:cubicBezTo>
                        <a:pt x="224" y="1022"/>
                        <a:pt x="0" y="798"/>
                        <a:pt x="0" y="511"/>
                      </a:cubicBezTo>
                      <a:cubicBezTo>
                        <a:pt x="0" y="256"/>
                        <a:pt x="224" y="1"/>
                        <a:pt x="511" y="1"/>
                      </a:cubicBezTo>
                      <a:cubicBezTo>
                        <a:pt x="798" y="1"/>
                        <a:pt x="1022" y="256"/>
                        <a:pt x="1022" y="5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43" name="Google Shape;1043;p27"/>
                <p:cNvSpPr/>
                <p:nvPr/>
              </p:nvSpPr>
              <p:spPr>
                <a:xfrm>
                  <a:off x="8959375" y="602312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31"/>
                      </a:moveTo>
                      <a:cubicBezTo>
                        <a:pt x="1692" y="1309"/>
                        <a:pt x="1309" y="1692"/>
                        <a:pt x="831" y="1692"/>
                      </a:cubicBezTo>
                      <a:cubicBezTo>
                        <a:pt x="384" y="1692"/>
                        <a:pt x="1" y="1309"/>
                        <a:pt x="1" y="831"/>
                      </a:cubicBezTo>
                      <a:cubicBezTo>
                        <a:pt x="1" y="384"/>
                        <a:pt x="384" y="1"/>
                        <a:pt x="831" y="1"/>
                      </a:cubicBezTo>
                      <a:cubicBezTo>
                        <a:pt x="1309" y="1"/>
                        <a:pt x="1692" y="384"/>
                        <a:pt x="1692" y="83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44" name="Google Shape;1044;p27"/>
                <p:cNvSpPr/>
                <p:nvPr/>
              </p:nvSpPr>
              <p:spPr>
                <a:xfrm>
                  <a:off x="9869725" y="697257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63"/>
                      </a:moveTo>
                      <a:cubicBezTo>
                        <a:pt x="1692" y="1309"/>
                        <a:pt x="1309" y="1692"/>
                        <a:pt x="831" y="1692"/>
                      </a:cubicBezTo>
                      <a:cubicBezTo>
                        <a:pt x="384" y="1692"/>
                        <a:pt x="1" y="1309"/>
                        <a:pt x="1" y="863"/>
                      </a:cubicBezTo>
                      <a:cubicBezTo>
                        <a:pt x="1" y="384"/>
                        <a:pt x="384" y="1"/>
                        <a:pt x="831" y="1"/>
                      </a:cubicBezTo>
                      <a:cubicBezTo>
                        <a:pt x="1309" y="1"/>
                        <a:pt x="1692" y="384"/>
                        <a:pt x="1692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45" name="Google Shape;1045;p27"/>
                <p:cNvSpPr/>
                <p:nvPr/>
              </p:nvSpPr>
              <p:spPr>
                <a:xfrm>
                  <a:off x="10761750" y="7009300"/>
                  <a:ext cx="42300" cy="43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724" extrusionOk="0">
                      <a:moveTo>
                        <a:pt x="1692" y="862"/>
                      </a:moveTo>
                      <a:cubicBezTo>
                        <a:pt x="1692" y="1340"/>
                        <a:pt x="1309" y="1723"/>
                        <a:pt x="830" y="1723"/>
                      </a:cubicBezTo>
                      <a:cubicBezTo>
                        <a:pt x="351" y="1723"/>
                        <a:pt x="0" y="1340"/>
                        <a:pt x="0" y="862"/>
                      </a:cubicBezTo>
                      <a:cubicBezTo>
                        <a:pt x="0" y="383"/>
                        <a:pt x="351" y="0"/>
                        <a:pt x="830" y="0"/>
                      </a:cubicBezTo>
                      <a:cubicBezTo>
                        <a:pt x="1309" y="0"/>
                        <a:pt x="1692" y="383"/>
                        <a:pt x="1692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46" name="Google Shape;1046;p27"/>
                <p:cNvSpPr/>
                <p:nvPr/>
              </p:nvSpPr>
              <p:spPr>
                <a:xfrm>
                  <a:off x="11751075" y="770102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63"/>
                      </a:moveTo>
                      <a:cubicBezTo>
                        <a:pt x="1692" y="1341"/>
                        <a:pt x="1309" y="1692"/>
                        <a:pt x="831" y="1692"/>
                      </a:cubicBezTo>
                      <a:cubicBezTo>
                        <a:pt x="352" y="1692"/>
                        <a:pt x="1" y="1341"/>
                        <a:pt x="1" y="863"/>
                      </a:cubicBezTo>
                      <a:cubicBezTo>
                        <a:pt x="1" y="384"/>
                        <a:pt x="352" y="1"/>
                        <a:pt x="831" y="1"/>
                      </a:cubicBezTo>
                      <a:cubicBezTo>
                        <a:pt x="1309" y="1"/>
                        <a:pt x="1692" y="384"/>
                        <a:pt x="1692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47" name="Google Shape;1047;p27"/>
                <p:cNvSpPr/>
                <p:nvPr/>
              </p:nvSpPr>
              <p:spPr>
                <a:xfrm>
                  <a:off x="13032450" y="8323375"/>
                  <a:ext cx="43100" cy="42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" h="1692" extrusionOk="0">
                      <a:moveTo>
                        <a:pt x="1724" y="862"/>
                      </a:moveTo>
                      <a:cubicBezTo>
                        <a:pt x="1724" y="1340"/>
                        <a:pt x="1341" y="1692"/>
                        <a:pt x="862" y="1692"/>
                      </a:cubicBezTo>
                      <a:cubicBezTo>
                        <a:pt x="383" y="1692"/>
                        <a:pt x="0" y="1340"/>
                        <a:pt x="0" y="862"/>
                      </a:cubicBezTo>
                      <a:cubicBezTo>
                        <a:pt x="0" y="383"/>
                        <a:pt x="383" y="0"/>
                        <a:pt x="862" y="0"/>
                      </a:cubicBezTo>
                      <a:cubicBezTo>
                        <a:pt x="1341" y="0"/>
                        <a:pt x="1724" y="383"/>
                        <a:pt x="1724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48" name="Google Shape;1048;p27"/>
                <p:cNvSpPr/>
                <p:nvPr/>
              </p:nvSpPr>
              <p:spPr>
                <a:xfrm>
                  <a:off x="14446250" y="9501800"/>
                  <a:ext cx="42300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693" extrusionOk="0">
                      <a:moveTo>
                        <a:pt x="1692" y="830"/>
                      </a:moveTo>
                      <a:cubicBezTo>
                        <a:pt x="1692" y="1309"/>
                        <a:pt x="1341" y="1692"/>
                        <a:pt x="862" y="1692"/>
                      </a:cubicBezTo>
                      <a:cubicBezTo>
                        <a:pt x="383" y="1692"/>
                        <a:pt x="0" y="1309"/>
                        <a:pt x="0" y="830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41" y="1"/>
                        <a:pt x="1692" y="384"/>
                        <a:pt x="1692" y="83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49" name="Google Shape;1049;p27"/>
                <p:cNvSpPr/>
                <p:nvPr/>
              </p:nvSpPr>
              <p:spPr>
                <a:xfrm>
                  <a:off x="11427150" y="921297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62"/>
                      </a:moveTo>
                      <a:cubicBezTo>
                        <a:pt x="1692" y="1341"/>
                        <a:pt x="1309" y="1692"/>
                        <a:pt x="830" y="1692"/>
                      </a:cubicBezTo>
                      <a:cubicBezTo>
                        <a:pt x="352" y="1692"/>
                        <a:pt x="1" y="1341"/>
                        <a:pt x="1" y="862"/>
                      </a:cubicBezTo>
                      <a:cubicBezTo>
                        <a:pt x="1" y="384"/>
                        <a:pt x="352" y="1"/>
                        <a:pt x="830" y="1"/>
                      </a:cubicBezTo>
                      <a:cubicBezTo>
                        <a:pt x="1309" y="1"/>
                        <a:pt x="1692" y="384"/>
                        <a:pt x="1692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50" name="Google Shape;1050;p27"/>
                <p:cNvSpPr/>
                <p:nvPr/>
              </p:nvSpPr>
              <p:spPr>
                <a:xfrm>
                  <a:off x="12190700" y="9100475"/>
                  <a:ext cx="42325" cy="4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725" extrusionOk="0">
                      <a:moveTo>
                        <a:pt x="1692" y="862"/>
                      </a:moveTo>
                      <a:cubicBezTo>
                        <a:pt x="1692" y="1341"/>
                        <a:pt x="1309" y="1724"/>
                        <a:pt x="830" y="1724"/>
                      </a:cubicBezTo>
                      <a:cubicBezTo>
                        <a:pt x="384" y="1724"/>
                        <a:pt x="1" y="1341"/>
                        <a:pt x="1" y="862"/>
                      </a:cubicBezTo>
                      <a:cubicBezTo>
                        <a:pt x="1" y="384"/>
                        <a:pt x="384" y="1"/>
                        <a:pt x="830" y="1"/>
                      </a:cubicBezTo>
                      <a:cubicBezTo>
                        <a:pt x="1309" y="1"/>
                        <a:pt x="1692" y="384"/>
                        <a:pt x="1692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51" name="Google Shape;1051;p27"/>
                <p:cNvSpPr/>
                <p:nvPr/>
              </p:nvSpPr>
              <p:spPr>
                <a:xfrm>
                  <a:off x="12419700" y="8567500"/>
                  <a:ext cx="43100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" h="1693" extrusionOk="0">
                      <a:moveTo>
                        <a:pt x="1723" y="863"/>
                      </a:moveTo>
                      <a:cubicBezTo>
                        <a:pt x="1723" y="1309"/>
                        <a:pt x="1341" y="1692"/>
                        <a:pt x="862" y="1692"/>
                      </a:cubicBezTo>
                      <a:cubicBezTo>
                        <a:pt x="383" y="1692"/>
                        <a:pt x="0" y="1309"/>
                        <a:pt x="0" y="863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41" y="1"/>
                        <a:pt x="1723" y="384"/>
                        <a:pt x="1723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52" name="Google Shape;1052;p27"/>
                <p:cNvSpPr/>
                <p:nvPr/>
              </p:nvSpPr>
              <p:spPr>
                <a:xfrm>
                  <a:off x="9401400" y="7784000"/>
                  <a:ext cx="42300" cy="4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725" extrusionOk="0">
                      <a:moveTo>
                        <a:pt x="1692" y="863"/>
                      </a:moveTo>
                      <a:cubicBezTo>
                        <a:pt x="1692" y="1341"/>
                        <a:pt x="1309" y="1724"/>
                        <a:pt x="862" y="1724"/>
                      </a:cubicBezTo>
                      <a:cubicBezTo>
                        <a:pt x="383" y="1724"/>
                        <a:pt x="0" y="1341"/>
                        <a:pt x="0" y="863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09" y="1"/>
                        <a:pt x="1692" y="384"/>
                        <a:pt x="1692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53" name="Google Shape;1053;p27"/>
                <p:cNvSpPr/>
                <p:nvPr/>
              </p:nvSpPr>
              <p:spPr>
                <a:xfrm>
                  <a:off x="9415750" y="844542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31"/>
                      </a:moveTo>
                      <a:cubicBezTo>
                        <a:pt x="1692" y="1309"/>
                        <a:pt x="1309" y="1692"/>
                        <a:pt x="862" y="1692"/>
                      </a:cubicBezTo>
                      <a:cubicBezTo>
                        <a:pt x="384" y="1692"/>
                        <a:pt x="1" y="1309"/>
                        <a:pt x="1" y="831"/>
                      </a:cubicBezTo>
                      <a:cubicBezTo>
                        <a:pt x="1" y="352"/>
                        <a:pt x="384" y="1"/>
                        <a:pt x="862" y="1"/>
                      </a:cubicBezTo>
                      <a:cubicBezTo>
                        <a:pt x="1309" y="1"/>
                        <a:pt x="1692" y="352"/>
                        <a:pt x="1692" y="83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54" name="Google Shape;1054;p27"/>
                <p:cNvSpPr/>
                <p:nvPr/>
              </p:nvSpPr>
              <p:spPr>
                <a:xfrm>
                  <a:off x="10410675" y="8856325"/>
                  <a:ext cx="423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693" extrusionOk="0">
                      <a:moveTo>
                        <a:pt x="1692" y="863"/>
                      </a:moveTo>
                      <a:cubicBezTo>
                        <a:pt x="1692" y="1309"/>
                        <a:pt x="1341" y="1692"/>
                        <a:pt x="863" y="1692"/>
                      </a:cubicBezTo>
                      <a:cubicBezTo>
                        <a:pt x="384" y="1692"/>
                        <a:pt x="1" y="1309"/>
                        <a:pt x="1" y="863"/>
                      </a:cubicBezTo>
                      <a:cubicBezTo>
                        <a:pt x="1" y="384"/>
                        <a:pt x="384" y="1"/>
                        <a:pt x="863" y="1"/>
                      </a:cubicBezTo>
                      <a:cubicBezTo>
                        <a:pt x="1341" y="1"/>
                        <a:pt x="1692" y="384"/>
                        <a:pt x="1692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55" name="Google Shape;1055;p27"/>
                <p:cNvSpPr/>
                <p:nvPr/>
              </p:nvSpPr>
              <p:spPr>
                <a:xfrm>
                  <a:off x="10907750" y="7981875"/>
                  <a:ext cx="42300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693" extrusionOk="0">
                      <a:moveTo>
                        <a:pt x="1692" y="862"/>
                      </a:moveTo>
                      <a:cubicBezTo>
                        <a:pt x="1692" y="1341"/>
                        <a:pt x="1309" y="1692"/>
                        <a:pt x="862" y="1692"/>
                      </a:cubicBezTo>
                      <a:cubicBezTo>
                        <a:pt x="383" y="1692"/>
                        <a:pt x="0" y="1341"/>
                        <a:pt x="0" y="862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09" y="1"/>
                        <a:pt x="1692" y="384"/>
                        <a:pt x="1692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56" name="Google Shape;1056;p27"/>
                <p:cNvSpPr/>
                <p:nvPr/>
              </p:nvSpPr>
              <p:spPr>
                <a:xfrm>
                  <a:off x="10089150" y="7779225"/>
                  <a:ext cx="43100" cy="42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" h="1692" extrusionOk="0">
                      <a:moveTo>
                        <a:pt x="1724" y="862"/>
                      </a:moveTo>
                      <a:cubicBezTo>
                        <a:pt x="1724" y="1309"/>
                        <a:pt x="1341" y="1692"/>
                        <a:pt x="862" y="1692"/>
                      </a:cubicBezTo>
                      <a:cubicBezTo>
                        <a:pt x="383" y="1692"/>
                        <a:pt x="0" y="1309"/>
                        <a:pt x="0" y="862"/>
                      </a:cubicBezTo>
                      <a:cubicBezTo>
                        <a:pt x="0" y="383"/>
                        <a:pt x="383" y="0"/>
                        <a:pt x="862" y="0"/>
                      </a:cubicBezTo>
                      <a:cubicBezTo>
                        <a:pt x="1341" y="0"/>
                        <a:pt x="1724" y="383"/>
                        <a:pt x="1724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57" name="Google Shape;1057;p27"/>
                <p:cNvSpPr/>
                <p:nvPr/>
              </p:nvSpPr>
              <p:spPr>
                <a:xfrm>
                  <a:off x="8353800" y="7746500"/>
                  <a:ext cx="43125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5" h="1693" extrusionOk="0">
                      <a:moveTo>
                        <a:pt x="1724" y="863"/>
                      </a:moveTo>
                      <a:cubicBezTo>
                        <a:pt x="1724" y="1341"/>
                        <a:pt x="1341" y="1692"/>
                        <a:pt x="862" y="1692"/>
                      </a:cubicBezTo>
                      <a:cubicBezTo>
                        <a:pt x="384" y="1692"/>
                        <a:pt x="1" y="1341"/>
                        <a:pt x="1" y="863"/>
                      </a:cubicBezTo>
                      <a:cubicBezTo>
                        <a:pt x="1" y="384"/>
                        <a:pt x="384" y="1"/>
                        <a:pt x="862" y="1"/>
                      </a:cubicBezTo>
                      <a:cubicBezTo>
                        <a:pt x="1341" y="1"/>
                        <a:pt x="1724" y="384"/>
                        <a:pt x="1724" y="86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58" name="Google Shape;1058;p27"/>
                <p:cNvSpPr/>
                <p:nvPr/>
              </p:nvSpPr>
              <p:spPr>
                <a:xfrm>
                  <a:off x="8654600" y="7123375"/>
                  <a:ext cx="42300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693" extrusionOk="0">
                      <a:moveTo>
                        <a:pt x="1692" y="831"/>
                      </a:moveTo>
                      <a:cubicBezTo>
                        <a:pt x="1692" y="1309"/>
                        <a:pt x="1309" y="1692"/>
                        <a:pt x="862" y="1692"/>
                      </a:cubicBezTo>
                      <a:cubicBezTo>
                        <a:pt x="383" y="1692"/>
                        <a:pt x="0" y="1309"/>
                        <a:pt x="0" y="831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09" y="1"/>
                        <a:pt x="1692" y="384"/>
                        <a:pt x="1692" y="83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59" name="Google Shape;1059;p27"/>
                <p:cNvSpPr/>
                <p:nvPr/>
              </p:nvSpPr>
              <p:spPr>
                <a:xfrm>
                  <a:off x="7815250" y="7722575"/>
                  <a:ext cx="43100" cy="43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" h="1724" extrusionOk="0">
                      <a:moveTo>
                        <a:pt x="1724" y="862"/>
                      </a:moveTo>
                      <a:cubicBezTo>
                        <a:pt x="1724" y="1341"/>
                        <a:pt x="1341" y="1724"/>
                        <a:pt x="862" y="1724"/>
                      </a:cubicBezTo>
                      <a:cubicBezTo>
                        <a:pt x="384" y="1724"/>
                        <a:pt x="1" y="1341"/>
                        <a:pt x="1" y="862"/>
                      </a:cubicBezTo>
                      <a:cubicBezTo>
                        <a:pt x="1" y="383"/>
                        <a:pt x="384" y="1"/>
                        <a:pt x="862" y="1"/>
                      </a:cubicBezTo>
                      <a:cubicBezTo>
                        <a:pt x="1341" y="1"/>
                        <a:pt x="1724" y="383"/>
                        <a:pt x="1724" y="86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grpSp>
          <p:nvGrpSpPr>
            <p:cNvPr id="1060" name="Google Shape;1060;p27"/>
            <p:cNvGrpSpPr/>
            <p:nvPr/>
          </p:nvGrpSpPr>
          <p:grpSpPr>
            <a:xfrm>
              <a:off x="6226025" y="539494"/>
              <a:ext cx="1119226" cy="720958"/>
              <a:chOff x="7714450" y="2073044"/>
              <a:chExt cx="1119226" cy="720958"/>
            </a:xfrm>
          </p:grpSpPr>
          <p:sp>
            <p:nvSpPr>
              <p:cNvPr id="1061" name="Google Shape;1061;p27"/>
              <p:cNvSpPr/>
              <p:nvPr/>
            </p:nvSpPr>
            <p:spPr>
              <a:xfrm>
                <a:off x="7740398" y="2102385"/>
                <a:ext cx="1083165" cy="662294"/>
              </a:xfrm>
              <a:custGeom>
                <a:avLst/>
                <a:gdLst/>
                <a:ahLst/>
                <a:cxnLst/>
                <a:rect l="l" t="t" r="r" b="b"/>
                <a:pathLst>
                  <a:path w="30639" h="18734" fill="none" extrusionOk="0">
                    <a:moveTo>
                      <a:pt x="1" y="2266"/>
                    </a:moveTo>
                    <a:lnTo>
                      <a:pt x="12320" y="0"/>
                    </a:lnTo>
                    <a:lnTo>
                      <a:pt x="18703" y="957"/>
                    </a:lnTo>
                    <a:lnTo>
                      <a:pt x="18703" y="5394"/>
                    </a:lnTo>
                    <a:cubicBezTo>
                      <a:pt x="18703" y="5394"/>
                      <a:pt x="30639" y="7947"/>
                      <a:pt x="30479" y="8330"/>
                    </a:cubicBezTo>
                    <a:cubicBezTo>
                      <a:pt x="30319" y="8713"/>
                      <a:pt x="25022" y="18319"/>
                      <a:pt x="25022" y="18319"/>
                    </a:cubicBezTo>
                    <a:lnTo>
                      <a:pt x="12607" y="18734"/>
                    </a:lnTo>
                    <a:lnTo>
                      <a:pt x="18703" y="5394"/>
                    </a:lnTo>
                    <a:lnTo>
                      <a:pt x="25022" y="18319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62" name="Google Shape;1062;p27"/>
              <p:cNvSpPr/>
              <p:nvPr/>
            </p:nvSpPr>
            <p:spPr>
              <a:xfrm>
                <a:off x="8175892" y="2102385"/>
                <a:ext cx="225690" cy="190691"/>
              </a:xfrm>
              <a:custGeom>
                <a:avLst/>
                <a:gdLst/>
                <a:ahLst/>
                <a:cxnLst/>
                <a:rect l="l" t="t" r="r" b="b"/>
                <a:pathLst>
                  <a:path w="6384" h="5394" fill="none" extrusionOk="0">
                    <a:moveTo>
                      <a:pt x="1" y="0"/>
                    </a:moveTo>
                    <a:lnTo>
                      <a:pt x="6384" y="5394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grpSp>
            <p:nvGrpSpPr>
              <p:cNvPr id="1063" name="Google Shape;1063;p27"/>
              <p:cNvGrpSpPr/>
              <p:nvPr/>
            </p:nvGrpSpPr>
            <p:grpSpPr>
              <a:xfrm>
                <a:off x="7714450" y="2073044"/>
                <a:ext cx="1119226" cy="720958"/>
                <a:chOff x="7714450" y="2073044"/>
                <a:chExt cx="1119226" cy="720958"/>
              </a:xfrm>
            </p:grpSpPr>
            <p:sp>
              <p:nvSpPr>
                <p:cNvPr id="1064" name="Google Shape;1064;p27"/>
                <p:cNvSpPr/>
                <p:nvPr/>
              </p:nvSpPr>
              <p:spPr>
                <a:xfrm>
                  <a:off x="8603502" y="2726267"/>
                  <a:ext cx="41787" cy="41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2" h="1182" extrusionOk="0">
                      <a:moveTo>
                        <a:pt x="351" y="160"/>
                      </a:moveTo>
                      <a:cubicBezTo>
                        <a:pt x="607" y="1"/>
                        <a:pt x="894" y="96"/>
                        <a:pt x="1053" y="352"/>
                      </a:cubicBezTo>
                      <a:cubicBezTo>
                        <a:pt x="1181" y="575"/>
                        <a:pt x="1085" y="894"/>
                        <a:pt x="862" y="1022"/>
                      </a:cubicBezTo>
                      <a:cubicBezTo>
                        <a:pt x="607" y="1182"/>
                        <a:pt x="287" y="1086"/>
                        <a:pt x="160" y="830"/>
                      </a:cubicBezTo>
                      <a:cubicBezTo>
                        <a:pt x="0" y="607"/>
                        <a:pt x="96" y="288"/>
                        <a:pt x="351" y="12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65" name="Google Shape;1065;p27"/>
                <p:cNvSpPr/>
                <p:nvPr/>
              </p:nvSpPr>
              <p:spPr>
                <a:xfrm>
                  <a:off x="8793021" y="2376535"/>
                  <a:ext cx="40655" cy="41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0" h="1182" extrusionOk="0">
                      <a:moveTo>
                        <a:pt x="320" y="160"/>
                      </a:moveTo>
                      <a:cubicBezTo>
                        <a:pt x="575" y="0"/>
                        <a:pt x="894" y="96"/>
                        <a:pt x="1022" y="351"/>
                      </a:cubicBezTo>
                      <a:cubicBezTo>
                        <a:pt x="1150" y="575"/>
                        <a:pt x="1086" y="894"/>
                        <a:pt x="831" y="1021"/>
                      </a:cubicBezTo>
                      <a:cubicBezTo>
                        <a:pt x="575" y="1181"/>
                        <a:pt x="288" y="1085"/>
                        <a:pt x="128" y="830"/>
                      </a:cubicBezTo>
                      <a:cubicBezTo>
                        <a:pt x="1" y="607"/>
                        <a:pt x="97" y="287"/>
                        <a:pt x="320" y="16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66" name="Google Shape;1066;p27"/>
                <p:cNvSpPr/>
                <p:nvPr/>
              </p:nvSpPr>
              <p:spPr>
                <a:xfrm>
                  <a:off x="8380117" y="2271613"/>
                  <a:ext cx="40655" cy="41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0" h="1182" extrusionOk="0">
                      <a:moveTo>
                        <a:pt x="319" y="128"/>
                      </a:moveTo>
                      <a:cubicBezTo>
                        <a:pt x="575" y="0"/>
                        <a:pt x="894" y="96"/>
                        <a:pt x="1021" y="319"/>
                      </a:cubicBezTo>
                      <a:cubicBezTo>
                        <a:pt x="1149" y="575"/>
                        <a:pt x="1053" y="894"/>
                        <a:pt x="830" y="1021"/>
                      </a:cubicBezTo>
                      <a:cubicBezTo>
                        <a:pt x="575" y="1181"/>
                        <a:pt x="255" y="1085"/>
                        <a:pt x="128" y="830"/>
                      </a:cubicBezTo>
                      <a:cubicBezTo>
                        <a:pt x="0" y="575"/>
                        <a:pt x="64" y="287"/>
                        <a:pt x="319" y="12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67" name="Google Shape;1067;p27"/>
                <p:cNvSpPr/>
                <p:nvPr/>
              </p:nvSpPr>
              <p:spPr>
                <a:xfrm>
                  <a:off x="7714450" y="2159902"/>
                  <a:ext cx="40655" cy="41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0" h="1182" extrusionOk="0">
                      <a:moveTo>
                        <a:pt x="320" y="160"/>
                      </a:moveTo>
                      <a:cubicBezTo>
                        <a:pt x="575" y="1"/>
                        <a:pt x="894" y="96"/>
                        <a:pt x="1022" y="352"/>
                      </a:cubicBezTo>
                      <a:cubicBezTo>
                        <a:pt x="1150" y="607"/>
                        <a:pt x="1054" y="894"/>
                        <a:pt x="831" y="1054"/>
                      </a:cubicBezTo>
                      <a:cubicBezTo>
                        <a:pt x="575" y="1182"/>
                        <a:pt x="256" y="1086"/>
                        <a:pt x="128" y="862"/>
                      </a:cubicBezTo>
                      <a:cubicBezTo>
                        <a:pt x="1" y="607"/>
                        <a:pt x="65" y="288"/>
                        <a:pt x="320" y="16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68" name="Google Shape;1068;p27"/>
                <p:cNvSpPr/>
                <p:nvPr/>
              </p:nvSpPr>
              <p:spPr>
                <a:xfrm>
                  <a:off x="8381248" y="2115925"/>
                  <a:ext cx="40655" cy="406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0" h="1149" extrusionOk="0">
                      <a:moveTo>
                        <a:pt x="319" y="128"/>
                      </a:moveTo>
                      <a:cubicBezTo>
                        <a:pt x="575" y="0"/>
                        <a:pt x="894" y="96"/>
                        <a:pt x="1021" y="319"/>
                      </a:cubicBezTo>
                      <a:cubicBezTo>
                        <a:pt x="1149" y="574"/>
                        <a:pt x="1085" y="894"/>
                        <a:pt x="830" y="1021"/>
                      </a:cubicBezTo>
                      <a:cubicBezTo>
                        <a:pt x="575" y="1149"/>
                        <a:pt x="287" y="1085"/>
                        <a:pt x="128" y="830"/>
                      </a:cubicBezTo>
                      <a:cubicBezTo>
                        <a:pt x="0" y="574"/>
                        <a:pt x="96" y="255"/>
                        <a:pt x="319" y="12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69" name="Google Shape;1069;p27"/>
                <p:cNvSpPr/>
                <p:nvPr/>
              </p:nvSpPr>
              <p:spPr>
                <a:xfrm>
                  <a:off x="8155600" y="2725135"/>
                  <a:ext cx="67735" cy="688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6" h="1948" extrusionOk="0">
                      <a:moveTo>
                        <a:pt x="543" y="224"/>
                      </a:moveTo>
                      <a:cubicBezTo>
                        <a:pt x="958" y="1"/>
                        <a:pt x="1468" y="160"/>
                        <a:pt x="1692" y="543"/>
                      </a:cubicBezTo>
                      <a:cubicBezTo>
                        <a:pt x="1915" y="958"/>
                        <a:pt x="1787" y="1469"/>
                        <a:pt x="1373" y="1724"/>
                      </a:cubicBezTo>
                      <a:cubicBezTo>
                        <a:pt x="958" y="1948"/>
                        <a:pt x="447" y="1788"/>
                        <a:pt x="224" y="1405"/>
                      </a:cubicBezTo>
                      <a:cubicBezTo>
                        <a:pt x="0" y="990"/>
                        <a:pt x="128" y="480"/>
                        <a:pt x="543" y="22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070" name="Google Shape;1070;p27"/>
                <p:cNvSpPr/>
                <p:nvPr/>
              </p:nvSpPr>
              <p:spPr>
                <a:xfrm>
                  <a:off x="8133010" y="2073044"/>
                  <a:ext cx="68867" cy="688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8" h="1948" extrusionOk="0">
                      <a:moveTo>
                        <a:pt x="575" y="256"/>
                      </a:moveTo>
                      <a:cubicBezTo>
                        <a:pt x="958" y="0"/>
                        <a:pt x="1501" y="160"/>
                        <a:pt x="1724" y="575"/>
                      </a:cubicBezTo>
                      <a:cubicBezTo>
                        <a:pt x="1948" y="958"/>
                        <a:pt x="1820" y="1500"/>
                        <a:pt x="1405" y="1724"/>
                      </a:cubicBezTo>
                      <a:cubicBezTo>
                        <a:pt x="990" y="1947"/>
                        <a:pt x="480" y="1819"/>
                        <a:pt x="256" y="1404"/>
                      </a:cubicBezTo>
                      <a:cubicBezTo>
                        <a:pt x="1" y="990"/>
                        <a:pt x="161" y="479"/>
                        <a:pt x="575" y="25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cxnSp>
          <p:nvCxnSpPr>
            <p:cNvPr id="1071" name="Google Shape;1071;p27"/>
            <p:cNvCxnSpPr/>
            <p:nvPr/>
          </p:nvCxnSpPr>
          <p:spPr>
            <a:xfrm rot="10800000" flipH="1">
              <a:off x="7329050" y="840175"/>
              <a:ext cx="802200" cy="2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2" name="Google Shape;1072;p27"/>
            <p:cNvCxnSpPr/>
            <p:nvPr/>
          </p:nvCxnSpPr>
          <p:spPr>
            <a:xfrm flipH="1">
              <a:off x="7326275" y="442125"/>
              <a:ext cx="250500" cy="4218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3" name="Google Shape;1073;p27"/>
            <p:cNvCxnSpPr/>
            <p:nvPr/>
          </p:nvCxnSpPr>
          <p:spPr>
            <a:xfrm>
              <a:off x="6863125" y="374300"/>
              <a:ext cx="47100" cy="2331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4" name="Google Shape;1074;p27"/>
            <p:cNvCxnSpPr/>
            <p:nvPr/>
          </p:nvCxnSpPr>
          <p:spPr>
            <a:xfrm>
              <a:off x="6913525" y="606175"/>
              <a:ext cx="418500" cy="2526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075" name="Google Shape;1075;p27"/>
          <p:cNvSpPr/>
          <p:nvPr/>
        </p:nvSpPr>
        <p:spPr>
          <a:xfrm>
            <a:off x="3823633" y="3853533"/>
            <a:ext cx="7546000" cy="7546000"/>
          </a:xfrm>
          <a:prstGeom prst="ellipse">
            <a:avLst/>
          </a:prstGeom>
          <a:gradFill>
            <a:gsLst>
              <a:gs pos="0">
                <a:schemeClr val="dk2"/>
              </a:gs>
              <a:gs pos="50000">
                <a:srgbClr val="942290">
                  <a:alpha val="0"/>
                </a:srgbClr>
              </a:gs>
              <a:gs pos="100000">
                <a:srgbClr val="94229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8500966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28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1078" name="Google Shape;1078;p28"/>
          <p:cNvSpPr txBox="1">
            <a:spLocks noGrp="1"/>
          </p:cNvSpPr>
          <p:nvPr>
            <p:ph type="subTitle" idx="1"/>
          </p:nvPr>
        </p:nvSpPr>
        <p:spPr>
          <a:xfrm>
            <a:off x="960000" y="2890203"/>
            <a:ext cx="3325600" cy="7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079" name="Google Shape;1079;p28"/>
          <p:cNvSpPr txBox="1">
            <a:spLocks noGrp="1"/>
          </p:cNvSpPr>
          <p:nvPr>
            <p:ph type="subTitle" idx="2"/>
          </p:nvPr>
        </p:nvSpPr>
        <p:spPr>
          <a:xfrm>
            <a:off x="960000" y="2413700"/>
            <a:ext cx="3325600" cy="59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080" name="Google Shape;1080;p28"/>
          <p:cNvSpPr txBox="1">
            <a:spLocks noGrp="1"/>
          </p:cNvSpPr>
          <p:nvPr>
            <p:ph type="subTitle" idx="3"/>
          </p:nvPr>
        </p:nvSpPr>
        <p:spPr>
          <a:xfrm>
            <a:off x="4433200" y="2890203"/>
            <a:ext cx="3325600" cy="7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081" name="Google Shape;1081;p28"/>
          <p:cNvSpPr txBox="1">
            <a:spLocks noGrp="1"/>
          </p:cNvSpPr>
          <p:nvPr>
            <p:ph type="subTitle" idx="4"/>
          </p:nvPr>
        </p:nvSpPr>
        <p:spPr>
          <a:xfrm>
            <a:off x="4433200" y="2413700"/>
            <a:ext cx="3325600" cy="59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082" name="Google Shape;1082;p28"/>
          <p:cNvSpPr txBox="1">
            <a:spLocks noGrp="1"/>
          </p:cNvSpPr>
          <p:nvPr>
            <p:ph type="subTitle" idx="5"/>
          </p:nvPr>
        </p:nvSpPr>
        <p:spPr>
          <a:xfrm>
            <a:off x="7906400" y="2890203"/>
            <a:ext cx="3325600" cy="7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083" name="Google Shape;1083;p28"/>
          <p:cNvSpPr txBox="1">
            <a:spLocks noGrp="1"/>
          </p:cNvSpPr>
          <p:nvPr>
            <p:ph type="subTitle" idx="6"/>
          </p:nvPr>
        </p:nvSpPr>
        <p:spPr>
          <a:xfrm>
            <a:off x="7906400" y="2413700"/>
            <a:ext cx="3325600" cy="59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084" name="Google Shape;1084;p28"/>
          <p:cNvSpPr txBox="1">
            <a:spLocks noGrp="1"/>
          </p:cNvSpPr>
          <p:nvPr>
            <p:ph type="subTitle" idx="7"/>
          </p:nvPr>
        </p:nvSpPr>
        <p:spPr>
          <a:xfrm>
            <a:off x="960000" y="4687501"/>
            <a:ext cx="3325600" cy="7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085" name="Google Shape;1085;p28"/>
          <p:cNvSpPr txBox="1">
            <a:spLocks noGrp="1"/>
          </p:cNvSpPr>
          <p:nvPr>
            <p:ph type="subTitle" idx="8"/>
          </p:nvPr>
        </p:nvSpPr>
        <p:spPr>
          <a:xfrm>
            <a:off x="960000" y="4210999"/>
            <a:ext cx="3325600" cy="59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086" name="Google Shape;1086;p28"/>
          <p:cNvSpPr txBox="1">
            <a:spLocks noGrp="1"/>
          </p:cNvSpPr>
          <p:nvPr>
            <p:ph type="subTitle" idx="9"/>
          </p:nvPr>
        </p:nvSpPr>
        <p:spPr>
          <a:xfrm>
            <a:off x="4433200" y="4687501"/>
            <a:ext cx="3325600" cy="7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087" name="Google Shape;1087;p28"/>
          <p:cNvSpPr txBox="1">
            <a:spLocks noGrp="1"/>
          </p:cNvSpPr>
          <p:nvPr>
            <p:ph type="subTitle" idx="13"/>
          </p:nvPr>
        </p:nvSpPr>
        <p:spPr>
          <a:xfrm>
            <a:off x="4433200" y="4210999"/>
            <a:ext cx="3325600" cy="59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088" name="Google Shape;1088;p28"/>
          <p:cNvSpPr txBox="1">
            <a:spLocks noGrp="1"/>
          </p:cNvSpPr>
          <p:nvPr>
            <p:ph type="subTitle" idx="14"/>
          </p:nvPr>
        </p:nvSpPr>
        <p:spPr>
          <a:xfrm>
            <a:off x="7906400" y="4687501"/>
            <a:ext cx="3325600" cy="7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089" name="Google Shape;1089;p28"/>
          <p:cNvSpPr txBox="1">
            <a:spLocks noGrp="1"/>
          </p:cNvSpPr>
          <p:nvPr>
            <p:ph type="subTitle" idx="15"/>
          </p:nvPr>
        </p:nvSpPr>
        <p:spPr>
          <a:xfrm>
            <a:off x="7906400" y="4210999"/>
            <a:ext cx="3325600" cy="59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090" name="Google Shape;1090;p28"/>
          <p:cNvSpPr/>
          <p:nvPr/>
        </p:nvSpPr>
        <p:spPr>
          <a:xfrm>
            <a:off x="770351" y="4477067"/>
            <a:ext cx="5832800" cy="58328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7A0B3">
                  <a:alpha val="0"/>
                </a:srgbClr>
              </a:gs>
              <a:gs pos="100000">
                <a:srgbClr val="07A0B3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91" name="Google Shape;1091;p28"/>
          <p:cNvGrpSpPr/>
          <p:nvPr/>
        </p:nvGrpSpPr>
        <p:grpSpPr>
          <a:xfrm>
            <a:off x="11314667" y="4195633"/>
            <a:ext cx="2081567" cy="3259600"/>
            <a:chOff x="8399950" y="3146725"/>
            <a:chExt cx="1561175" cy="2444700"/>
          </a:xfrm>
        </p:grpSpPr>
        <p:sp>
          <p:nvSpPr>
            <p:cNvPr id="1092" name="Google Shape;1092;p28"/>
            <p:cNvSpPr/>
            <p:nvPr/>
          </p:nvSpPr>
          <p:spPr>
            <a:xfrm>
              <a:off x="8925975" y="4245775"/>
              <a:ext cx="28525" cy="25100"/>
            </a:xfrm>
            <a:custGeom>
              <a:avLst/>
              <a:gdLst/>
              <a:ahLst/>
              <a:cxnLst/>
              <a:rect l="l" t="t" r="r" b="b"/>
              <a:pathLst>
                <a:path w="1141" h="1004" extrusionOk="0">
                  <a:moveTo>
                    <a:pt x="569" y="1"/>
                  </a:moveTo>
                  <a:cubicBezTo>
                    <a:pt x="406" y="1"/>
                    <a:pt x="250" y="75"/>
                    <a:pt x="154" y="209"/>
                  </a:cubicBezTo>
                  <a:cubicBezTo>
                    <a:pt x="0" y="456"/>
                    <a:pt x="62" y="733"/>
                    <a:pt x="278" y="918"/>
                  </a:cubicBezTo>
                  <a:cubicBezTo>
                    <a:pt x="371" y="976"/>
                    <a:pt x="472" y="1004"/>
                    <a:pt x="571" y="1004"/>
                  </a:cubicBezTo>
                  <a:cubicBezTo>
                    <a:pt x="735" y="1004"/>
                    <a:pt x="890" y="929"/>
                    <a:pt x="986" y="795"/>
                  </a:cubicBezTo>
                  <a:cubicBezTo>
                    <a:pt x="1140" y="548"/>
                    <a:pt x="1079" y="240"/>
                    <a:pt x="863" y="86"/>
                  </a:cubicBezTo>
                  <a:cubicBezTo>
                    <a:pt x="770" y="28"/>
                    <a:pt x="668" y="1"/>
                    <a:pt x="56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3" name="Google Shape;1093;p28"/>
            <p:cNvSpPr/>
            <p:nvPr/>
          </p:nvSpPr>
          <p:spPr>
            <a:xfrm>
              <a:off x="8485425" y="3146725"/>
              <a:ext cx="27750" cy="24325"/>
            </a:xfrm>
            <a:custGeom>
              <a:avLst/>
              <a:gdLst/>
              <a:ahLst/>
              <a:cxnLst/>
              <a:rect l="l" t="t" r="r" b="b"/>
              <a:pathLst>
                <a:path w="1110" h="973" extrusionOk="0">
                  <a:moveTo>
                    <a:pt x="562" y="1"/>
                  </a:moveTo>
                  <a:cubicBezTo>
                    <a:pt x="406" y="1"/>
                    <a:pt x="251" y="75"/>
                    <a:pt x="155" y="210"/>
                  </a:cubicBezTo>
                  <a:cubicBezTo>
                    <a:pt x="1" y="425"/>
                    <a:pt x="62" y="733"/>
                    <a:pt x="278" y="887"/>
                  </a:cubicBezTo>
                  <a:cubicBezTo>
                    <a:pt x="359" y="946"/>
                    <a:pt x="454" y="973"/>
                    <a:pt x="548" y="973"/>
                  </a:cubicBezTo>
                  <a:cubicBezTo>
                    <a:pt x="704" y="973"/>
                    <a:pt x="860" y="898"/>
                    <a:pt x="956" y="764"/>
                  </a:cubicBezTo>
                  <a:cubicBezTo>
                    <a:pt x="1110" y="549"/>
                    <a:pt x="1079" y="240"/>
                    <a:pt x="832" y="86"/>
                  </a:cubicBezTo>
                  <a:cubicBezTo>
                    <a:pt x="751" y="28"/>
                    <a:pt x="656" y="1"/>
                    <a:pt x="562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4" name="Google Shape;1094;p28"/>
            <p:cNvSpPr/>
            <p:nvPr/>
          </p:nvSpPr>
          <p:spPr>
            <a:xfrm>
              <a:off x="8399950" y="4013950"/>
              <a:ext cx="27750" cy="24325"/>
            </a:xfrm>
            <a:custGeom>
              <a:avLst/>
              <a:gdLst/>
              <a:ahLst/>
              <a:cxnLst/>
              <a:rect l="l" t="t" r="r" b="b"/>
              <a:pathLst>
                <a:path w="1110" h="973" extrusionOk="0">
                  <a:moveTo>
                    <a:pt x="561" y="1"/>
                  </a:moveTo>
                  <a:cubicBezTo>
                    <a:pt x="406" y="1"/>
                    <a:pt x="250" y="75"/>
                    <a:pt x="154" y="209"/>
                  </a:cubicBezTo>
                  <a:cubicBezTo>
                    <a:pt x="0" y="425"/>
                    <a:pt x="31" y="733"/>
                    <a:pt x="277" y="887"/>
                  </a:cubicBezTo>
                  <a:cubicBezTo>
                    <a:pt x="359" y="945"/>
                    <a:pt x="453" y="973"/>
                    <a:pt x="548" y="973"/>
                  </a:cubicBezTo>
                  <a:cubicBezTo>
                    <a:pt x="704" y="973"/>
                    <a:pt x="859" y="898"/>
                    <a:pt x="955" y="764"/>
                  </a:cubicBezTo>
                  <a:cubicBezTo>
                    <a:pt x="1109" y="548"/>
                    <a:pt x="1048" y="240"/>
                    <a:pt x="832" y="86"/>
                  </a:cubicBezTo>
                  <a:cubicBezTo>
                    <a:pt x="750" y="28"/>
                    <a:pt x="656" y="1"/>
                    <a:pt x="561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5" name="Google Shape;1095;p28"/>
            <p:cNvSpPr/>
            <p:nvPr/>
          </p:nvSpPr>
          <p:spPr>
            <a:xfrm>
              <a:off x="9562900" y="3506975"/>
              <a:ext cx="28525" cy="24525"/>
            </a:xfrm>
            <a:custGeom>
              <a:avLst/>
              <a:gdLst/>
              <a:ahLst/>
              <a:cxnLst/>
              <a:rect l="l" t="t" r="r" b="b"/>
              <a:pathLst>
                <a:path w="1141" h="981" extrusionOk="0">
                  <a:moveTo>
                    <a:pt x="549" y="0"/>
                  </a:moveTo>
                  <a:cubicBezTo>
                    <a:pt x="394" y="0"/>
                    <a:pt x="247" y="70"/>
                    <a:pt x="155" y="217"/>
                  </a:cubicBezTo>
                  <a:cubicBezTo>
                    <a:pt x="1" y="433"/>
                    <a:pt x="62" y="741"/>
                    <a:pt x="278" y="895"/>
                  </a:cubicBezTo>
                  <a:cubicBezTo>
                    <a:pt x="371" y="953"/>
                    <a:pt x="473" y="981"/>
                    <a:pt x="572" y="981"/>
                  </a:cubicBezTo>
                  <a:cubicBezTo>
                    <a:pt x="735" y="981"/>
                    <a:pt x="891" y="906"/>
                    <a:pt x="987" y="772"/>
                  </a:cubicBezTo>
                  <a:cubicBezTo>
                    <a:pt x="1141" y="556"/>
                    <a:pt x="1079" y="248"/>
                    <a:pt x="863" y="94"/>
                  </a:cubicBezTo>
                  <a:cubicBezTo>
                    <a:pt x="764" y="32"/>
                    <a:pt x="655" y="0"/>
                    <a:pt x="54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6" name="Google Shape;1096;p28"/>
            <p:cNvSpPr/>
            <p:nvPr/>
          </p:nvSpPr>
          <p:spPr>
            <a:xfrm>
              <a:off x="8844325" y="3449375"/>
              <a:ext cx="40075" cy="34650"/>
            </a:xfrm>
            <a:custGeom>
              <a:avLst/>
              <a:gdLst/>
              <a:ahLst/>
              <a:cxnLst/>
              <a:rect l="l" t="t" r="r" b="b"/>
              <a:pathLst>
                <a:path w="1603" h="1386" extrusionOk="0">
                  <a:moveTo>
                    <a:pt x="826" y="1"/>
                  </a:moveTo>
                  <a:cubicBezTo>
                    <a:pt x="604" y="1"/>
                    <a:pt x="383" y="109"/>
                    <a:pt x="247" y="303"/>
                  </a:cubicBezTo>
                  <a:cubicBezTo>
                    <a:pt x="1" y="611"/>
                    <a:pt x="93" y="1043"/>
                    <a:pt x="401" y="1258"/>
                  </a:cubicBezTo>
                  <a:cubicBezTo>
                    <a:pt x="524" y="1344"/>
                    <a:pt x="666" y="1386"/>
                    <a:pt x="808" y="1386"/>
                  </a:cubicBezTo>
                  <a:cubicBezTo>
                    <a:pt x="1023" y="1386"/>
                    <a:pt x="1239" y="1290"/>
                    <a:pt x="1387" y="1104"/>
                  </a:cubicBezTo>
                  <a:lnTo>
                    <a:pt x="1356" y="1104"/>
                  </a:lnTo>
                  <a:cubicBezTo>
                    <a:pt x="1603" y="765"/>
                    <a:pt x="1510" y="334"/>
                    <a:pt x="1202" y="118"/>
                  </a:cubicBezTo>
                  <a:cubicBezTo>
                    <a:pt x="1088" y="39"/>
                    <a:pt x="957" y="1"/>
                    <a:pt x="826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7" name="Google Shape;1097;p28"/>
            <p:cNvSpPr/>
            <p:nvPr/>
          </p:nvSpPr>
          <p:spPr>
            <a:xfrm>
              <a:off x="8413800" y="3231275"/>
              <a:ext cx="1547325" cy="1367875"/>
            </a:xfrm>
            <a:custGeom>
              <a:avLst/>
              <a:gdLst/>
              <a:ahLst/>
              <a:cxnLst/>
              <a:rect l="l" t="t" r="r" b="b"/>
              <a:pathLst>
                <a:path w="61893" h="54715" fill="none" extrusionOk="0">
                  <a:moveTo>
                    <a:pt x="1" y="31794"/>
                  </a:moveTo>
                  <a:lnTo>
                    <a:pt x="1079" y="54714"/>
                  </a:lnTo>
                  <a:lnTo>
                    <a:pt x="21042" y="41097"/>
                  </a:lnTo>
                  <a:lnTo>
                    <a:pt x="46519" y="11523"/>
                  </a:lnTo>
                  <a:lnTo>
                    <a:pt x="61892" y="1"/>
                  </a:lnTo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3080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8" name="Google Shape;1098;p28"/>
            <p:cNvSpPr/>
            <p:nvPr/>
          </p:nvSpPr>
          <p:spPr>
            <a:xfrm>
              <a:off x="8864350" y="3466950"/>
              <a:ext cx="712450" cy="791775"/>
            </a:xfrm>
            <a:custGeom>
              <a:avLst/>
              <a:gdLst/>
              <a:ahLst/>
              <a:cxnLst/>
              <a:rect l="l" t="t" r="r" b="b"/>
              <a:pathLst>
                <a:path w="28498" h="31671" fill="none" extrusionOk="0">
                  <a:moveTo>
                    <a:pt x="28497" y="2096"/>
                  </a:moveTo>
                  <a:lnTo>
                    <a:pt x="1" y="1"/>
                  </a:lnTo>
                  <a:lnTo>
                    <a:pt x="3020" y="31670"/>
                  </a:lnTo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3080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9" name="Google Shape;1099;p28"/>
            <p:cNvSpPr/>
            <p:nvPr/>
          </p:nvSpPr>
          <p:spPr>
            <a:xfrm>
              <a:off x="8499300" y="3158875"/>
              <a:ext cx="365075" cy="308100"/>
            </a:xfrm>
            <a:custGeom>
              <a:avLst/>
              <a:gdLst/>
              <a:ahLst/>
              <a:cxnLst/>
              <a:rect l="l" t="t" r="r" b="b"/>
              <a:pathLst>
                <a:path w="14603" h="12324" fill="none" extrusionOk="0">
                  <a:moveTo>
                    <a:pt x="14603" y="12324"/>
                  </a:moveTo>
                  <a:lnTo>
                    <a:pt x="0" y="1"/>
                  </a:lnTo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3080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100" name="Google Shape;1100;p28"/>
            <p:cNvGrpSpPr/>
            <p:nvPr/>
          </p:nvGrpSpPr>
          <p:grpSpPr>
            <a:xfrm>
              <a:off x="8427700" y="4294400"/>
              <a:ext cx="1277000" cy="1297025"/>
              <a:chOff x="7606975" y="5116375"/>
              <a:chExt cx="1277000" cy="1297025"/>
            </a:xfrm>
          </p:grpSpPr>
          <p:sp>
            <p:nvSpPr>
              <p:cNvPr id="1101" name="Google Shape;1101;p28"/>
              <p:cNvSpPr/>
              <p:nvPr/>
            </p:nvSpPr>
            <p:spPr>
              <a:xfrm>
                <a:off x="7972050" y="6042875"/>
                <a:ext cx="27750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989" extrusionOk="0">
                    <a:moveTo>
                      <a:pt x="572" y="0"/>
                    </a:moveTo>
                    <a:cubicBezTo>
                      <a:pt x="431" y="0"/>
                      <a:pt x="285" y="55"/>
                      <a:pt x="185" y="155"/>
                    </a:cubicBezTo>
                    <a:cubicBezTo>
                      <a:pt x="1" y="371"/>
                      <a:pt x="31" y="679"/>
                      <a:pt x="216" y="864"/>
                    </a:cubicBezTo>
                    <a:cubicBezTo>
                      <a:pt x="301" y="949"/>
                      <a:pt x="418" y="988"/>
                      <a:pt x="538" y="988"/>
                    </a:cubicBezTo>
                    <a:cubicBezTo>
                      <a:pt x="679" y="988"/>
                      <a:pt x="825" y="933"/>
                      <a:pt x="925" y="833"/>
                    </a:cubicBezTo>
                    <a:cubicBezTo>
                      <a:pt x="1110" y="648"/>
                      <a:pt x="1079" y="340"/>
                      <a:pt x="894" y="125"/>
                    </a:cubicBezTo>
                    <a:cubicBezTo>
                      <a:pt x="809" y="40"/>
                      <a:pt x="692" y="0"/>
                      <a:pt x="5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02" name="Google Shape;1102;p28"/>
              <p:cNvSpPr/>
              <p:nvPr/>
            </p:nvSpPr>
            <p:spPr>
              <a:xfrm>
                <a:off x="8678300" y="6388675"/>
                <a:ext cx="27750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989" extrusionOk="0">
                    <a:moveTo>
                      <a:pt x="575" y="1"/>
                    </a:moveTo>
                    <a:cubicBezTo>
                      <a:pt x="437" y="1"/>
                      <a:pt x="300" y="56"/>
                      <a:pt x="216" y="156"/>
                    </a:cubicBezTo>
                    <a:cubicBezTo>
                      <a:pt x="1" y="341"/>
                      <a:pt x="31" y="680"/>
                      <a:pt x="216" y="864"/>
                    </a:cubicBezTo>
                    <a:cubicBezTo>
                      <a:pt x="315" y="949"/>
                      <a:pt x="434" y="989"/>
                      <a:pt x="550" y="989"/>
                    </a:cubicBezTo>
                    <a:cubicBezTo>
                      <a:pt x="689" y="989"/>
                      <a:pt x="825" y="934"/>
                      <a:pt x="925" y="834"/>
                    </a:cubicBezTo>
                    <a:cubicBezTo>
                      <a:pt x="1110" y="649"/>
                      <a:pt x="1110" y="310"/>
                      <a:pt x="894" y="125"/>
                    </a:cubicBezTo>
                    <a:cubicBezTo>
                      <a:pt x="809" y="40"/>
                      <a:pt x="692" y="1"/>
                      <a:pt x="57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03" name="Google Shape;1103;p28"/>
              <p:cNvSpPr/>
              <p:nvPr/>
            </p:nvSpPr>
            <p:spPr>
              <a:xfrm>
                <a:off x="8856225" y="5432900"/>
                <a:ext cx="27750" cy="24700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988" extrusionOk="0">
                    <a:moveTo>
                      <a:pt x="572" y="0"/>
                    </a:moveTo>
                    <a:cubicBezTo>
                      <a:pt x="430" y="0"/>
                      <a:pt x="285" y="55"/>
                      <a:pt x="185" y="155"/>
                    </a:cubicBezTo>
                    <a:cubicBezTo>
                      <a:pt x="0" y="371"/>
                      <a:pt x="31" y="679"/>
                      <a:pt x="216" y="864"/>
                    </a:cubicBezTo>
                    <a:cubicBezTo>
                      <a:pt x="315" y="948"/>
                      <a:pt x="433" y="988"/>
                      <a:pt x="550" y="988"/>
                    </a:cubicBezTo>
                    <a:cubicBezTo>
                      <a:pt x="688" y="988"/>
                      <a:pt x="824" y="933"/>
                      <a:pt x="924" y="833"/>
                    </a:cubicBezTo>
                    <a:cubicBezTo>
                      <a:pt x="1109" y="648"/>
                      <a:pt x="1078" y="309"/>
                      <a:pt x="893" y="124"/>
                    </a:cubicBezTo>
                    <a:cubicBezTo>
                      <a:pt x="809" y="40"/>
                      <a:pt x="692" y="0"/>
                      <a:pt x="5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04" name="Google Shape;1104;p28"/>
              <p:cNvSpPr/>
              <p:nvPr/>
            </p:nvSpPr>
            <p:spPr>
              <a:xfrm>
                <a:off x="8535050" y="5672525"/>
                <a:ext cx="38525" cy="34800"/>
              </a:xfrm>
              <a:custGeom>
                <a:avLst/>
                <a:gdLst/>
                <a:ahLst/>
                <a:cxnLst/>
                <a:rect l="l" t="t" r="r" b="b"/>
                <a:pathLst>
                  <a:path w="1541" h="1392" extrusionOk="0">
                    <a:moveTo>
                      <a:pt x="756" y="1"/>
                    </a:moveTo>
                    <a:cubicBezTo>
                      <a:pt x="573" y="1"/>
                      <a:pt x="390" y="70"/>
                      <a:pt x="247" y="213"/>
                    </a:cubicBezTo>
                    <a:cubicBezTo>
                      <a:pt x="0" y="490"/>
                      <a:pt x="0" y="952"/>
                      <a:pt x="278" y="1199"/>
                    </a:cubicBezTo>
                    <a:cubicBezTo>
                      <a:pt x="409" y="1330"/>
                      <a:pt x="581" y="1392"/>
                      <a:pt x="752" y="1392"/>
                    </a:cubicBezTo>
                    <a:cubicBezTo>
                      <a:pt x="943" y="1392"/>
                      <a:pt x="1134" y="1314"/>
                      <a:pt x="1264" y="1168"/>
                    </a:cubicBezTo>
                    <a:cubicBezTo>
                      <a:pt x="1541" y="891"/>
                      <a:pt x="1510" y="459"/>
                      <a:pt x="1233" y="182"/>
                    </a:cubicBezTo>
                    <a:cubicBezTo>
                      <a:pt x="1098" y="62"/>
                      <a:pt x="927" y="1"/>
                      <a:pt x="75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05" name="Google Shape;1105;p28"/>
              <p:cNvSpPr/>
              <p:nvPr/>
            </p:nvSpPr>
            <p:spPr>
              <a:xfrm>
                <a:off x="7606975" y="5415000"/>
                <a:ext cx="38550" cy="34700"/>
              </a:xfrm>
              <a:custGeom>
                <a:avLst/>
                <a:gdLst/>
                <a:ahLst/>
                <a:cxnLst/>
                <a:rect l="l" t="t" r="r" b="b"/>
                <a:pathLst>
                  <a:path w="1542" h="1388" extrusionOk="0">
                    <a:moveTo>
                      <a:pt x="790" y="0"/>
                    </a:moveTo>
                    <a:cubicBezTo>
                      <a:pt x="598" y="0"/>
                      <a:pt x="408" y="78"/>
                      <a:pt x="278" y="224"/>
                    </a:cubicBezTo>
                    <a:cubicBezTo>
                      <a:pt x="1" y="501"/>
                      <a:pt x="32" y="933"/>
                      <a:pt x="309" y="1179"/>
                    </a:cubicBezTo>
                    <a:cubicBezTo>
                      <a:pt x="448" y="1318"/>
                      <a:pt x="625" y="1387"/>
                      <a:pt x="798" y="1387"/>
                    </a:cubicBezTo>
                    <a:cubicBezTo>
                      <a:pt x="971" y="1387"/>
                      <a:pt x="1141" y="1318"/>
                      <a:pt x="1264" y="1179"/>
                    </a:cubicBezTo>
                    <a:cubicBezTo>
                      <a:pt x="1541" y="871"/>
                      <a:pt x="1510" y="440"/>
                      <a:pt x="1264" y="193"/>
                    </a:cubicBezTo>
                    <a:cubicBezTo>
                      <a:pt x="1133" y="62"/>
                      <a:pt x="961" y="0"/>
                      <a:pt x="7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06" name="Google Shape;1106;p28"/>
              <p:cNvSpPr/>
              <p:nvPr/>
            </p:nvSpPr>
            <p:spPr>
              <a:xfrm>
                <a:off x="8553525" y="5445250"/>
                <a:ext cx="316575" cy="244925"/>
              </a:xfrm>
              <a:custGeom>
                <a:avLst/>
                <a:gdLst/>
                <a:ahLst/>
                <a:cxnLst/>
                <a:rect l="l" t="t" r="r" b="b"/>
                <a:pathLst>
                  <a:path w="12663" h="9797" fill="none" extrusionOk="0">
                    <a:moveTo>
                      <a:pt x="1" y="9797"/>
                    </a:moveTo>
                    <a:lnTo>
                      <a:pt x="12663" y="0"/>
                    </a:lnTo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miter lim="3080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07" name="Google Shape;1107;p28"/>
              <p:cNvSpPr/>
              <p:nvPr/>
            </p:nvSpPr>
            <p:spPr>
              <a:xfrm>
                <a:off x="7626250" y="5116375"/>
                <a:ext cx="1065950" cy="1284675"/>
              </a:xfrm>
              <a:custGeom>
                <a:avLst/>
                <a:gdLst/>
                <a:ahLst/>
                <a:cxnLst/>
                <a:rect l="l" t="t" r="r" b="b"/>
                <a:pathLst>
                  <a:path w="42638" h="51387" fill="none" extrusionOk="0">
                    <a:moveTo>
                      <a:pt x="24985" y="0"/>
                    </a:moveTo>
                    <a:lnTo>
                      <a:pt x="14387" y="37554"/>
                    </a:lnTo>
                    <a:lnTo>
                      <a:pt x="0" y="12631"/>
                    </a:lnTo>
                    <a:lnTo>
                      <a:pt x="37123" y="22952"/>
                    </a:lnTo>
                    <a:lnTo>
                      <a:pt x="42637" y="51387"/>
                    </a:lnTo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miter lim="3080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1108" name="Google Shape;1108;p28"/>
          <p:cNvGrpSpPr/>
          <p:nvPr/>
        </p:nvGrpSpPr>
        <p:grpSpPr>
          <a:xfrm flipH="1">
            <a:off x="-199833" y="5513868"/>
            <a:ext cx="1951033" cy="1502265"/>
            <a:chOff x="406700" y="4604000"/>
            <a:chExt cx="1463275" cy="1126699"/>
          </a:xfrm>
        </p:grpSpPr>
        <p:grpSp>
          <p:nvGrpSpPr>
            <p:cNvPr id="1109" name="Google Shape;1109;p28"/>
            <p:cNvGrpSpPr/>
            <p:nvPr/>
          </p:nvGrpSpPr>
          <p:grpSpPr>
            <a:xfrm>
              <a:off x="406700" y="4604000"/>
              <a:ext cx="842600" cy="803325"/>
              <a:chOff x="8040600" y="3586025"/>
              <a:chExt cx="842600" cy="803325"/>
            </a:xfrm>
          </p:grpSpPr>
          <p:sp>
            <p:nvSpPr>
              <p:cNvPr id="1110" name="Google Shape;1110;p28"/>
              <p:cNvSpPr/>
              <p:nvPr/>
            </p:nvSpPr>
            <p:spPr>
              <a:xfrm>
                <a:off x="8747625" y="3586025"/>
                <a:ext cx="40850" cy="40125"/>
              </a:xfrm>
              <a:custGeom>
                <a:avLst/>
                <a:gdLst/>
                <a:ahLst/>
                <a:cxnLst/>
                <a:rect l="l" t="t" r="r" b="b"/>
                <a:pathLst>
                  <a:path w="1634" h="1605" extrusionOk="0">
                    <a:moveTo>
                      <a:pt x="801" y="1"/>
                    </a:moveTo>
                    <a:cubicBezTo>
                      <a:pt x="339" y="1"/>
                      <a:pt x="0" y="370"/>
                      <a:pt x="0" y="832"/>
                    </a:cubicBezTo>
                    <a:cubicBezTo>
                      <a:pt x="0" y="1247"/>
                      <a:pt x="342" y="1604"/>
                      <a:pt x="778" y="1604"/>
                    </a:cubicBezTo>
                    <a:cubicBezTo>
                      <a:pt x="796" y="1604"/>
                      <a:pt x="814" y="1604"/>
                      <a:pt x="832" y="1603"/>
                    </a:cubicBezTo>
                    <a:cubicBezTo>
                      <a:pt x="1263" y="1603"/>
                      <a:pt x="1633" y="1233"/>
                      <a:pt x="1633" y="802"/>
                    </a:cubicBezTo>
                    <a:cubicBezTo>
                      <a:pt x="1602" y="340"/>
                      <a:pt x="1233" y="1"/>
                      <a:pt x="80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11" name="Google Shape;1111;p28"/>
              <p:cNvSpPr/>
              <p:nvPr/>
            </p:nvSpPr>
            <p:spPr>
              <a:xfrm>
                <a:off x="8857750" y="4364675"/>
                <a:ext cx="25450" cy="2467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987" extrusionOk="0">
                    <a:moveTo>
                      <a:pt x="494" y="1"/>
                    </a:moveTo>
                    <a:cubicBezTo>
                      <a:pt x="216" y="1"/>
                      <a:pt x="1" y="216"/>
                      <a:pt x="31" y="494"/>
                    </a:cubicBezTo>
                    <a:cubicBezTo>
                      <a:pt x="31" y="771"/>
                      <a:pt x="247" y="986"/>
                      <a:pt x="524" y="986"/>
                    </a:cubicBezTo>
                    <a:cubicBezTo>
                      <a:pt x="802" y="986"/>
                      <a:pt x="1017" y="740"/>
                      <a:pt x="986" y="494"/>
                    </a:cubicBezTo>
                    <a:cubicBezTo>
                      <a:pt x="986" y="216"/>
                      <a:pt x="771" y="1"/>
                      <a:pt x="49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12" name="Google Shape;1112;p28"/>
              <p:cNvSpPr/>
              <p:nvPr/>
            </p:nvSpPr>
            <p:spPr>
              <a:xfrm>
                <a:off x="8040600" y="4085875"/>
                <a:ext cx="43925" cy="43925"/>
              </a:xfrm>
              <a:custGeom>
                <a:avLst/>
                <a:gdLst/>
                <a:ahLst/>
                <a:cxnLst/>
                <a:rect l="l" t="t" r="r" b="b"/>
                <a:pathLst>
                  <a:path w="1757" h="1757" extrusionOk="0">
                    <a:moveTo>
                      <a:pt x="863" y="0"/>
                    </a:moveTo>
                    <a:cubicBezTo>
                      <a:pt x="370" y="31"/>
                      <a:pt x="0" y="432"/>
                      <a:pt x="0" y="894"/>
                    </a:cubicBezTo>
                    <a:cubicBezTo>
                      <a:pt x="0" y="1387"/>
                      <a:pt x="401" y="1756"/>
                      <a:pt x="894" y="1756"/>
                    </a:cubicBezTo>
                    <a:cubicBezTo>
                      <a:pt x="1387" y="1756"/>
                      <a:pt x="1756" y="1356"/>
                      <a:pt x="1756" y="863"/>
                    </a:cubicBezTo>
                    <a:cubicBezTo>
                      <a:pt x="1756" y="370"/>
                      <a:pt x="1356" y="0"/>
                      <a:pt x="86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13" name="Google Shape;1113;p28"/>
              <p:cNvSpPr/>
              <p:nvPr/>
            </p:nvSpPr>
            <p:spPr>
              <a:xfrm>
                <a:off x="8418750" y="3606050"/>
                <a:ext cx="452125" cy="770975"/>
              </a:xfrm>
              <a:custGeom>
                <a:avLst/>
                <a:gdLst/>
                <a:ahLst/>
                <a:cxnLst/>
                <a:rect l="l" t="t" r="r" b="b"/>
                <a:pathLst>
                  <a:path w="18085" h="30839" fill="none" extrusionOk="0">
                    <a:moveTo>
                      <a:pt x="18084" y="30839"/>
                    </a:moveTo>
                    <a:lnTo>
                      <a:pt x="1" y="20303"/>
                    </a:lnTo>
                    <a:lnTo>
                      <a:pt x="13956" y="1"/>
                    </a:lnTo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miter lim="3080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14" name="Google Shape;1114;p28"/>
              <p:cNvSpPr/>
              <p:nvPr/>
            </p:nvSpPr>
            <p:spPr>
              <a:xfrm>
                <a:off x="8062150" y="4108200"/>
                <a:ext cx="356625" cy="5425"/>
              </a:xfrm>
              <a:custGeom>
                <a:avLst/>
                <a:gdLst/>
                <a:ahLst/>
                <a:cxnLst/>
                <a:rect l="l" t="t" r="r" b="b"/>
                <a:pathLst>
                  <a:path w="14265" h="217" fill="none" extrusionOk="0">
                    <a:moveTo>
                      <a:pt x="1" y="1"/>
                    </a:moveTo>
                    <a:lnTo>
                      <a:pt x="14265" y="217"/>
                    </a:lnTo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miter lim="3080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115" name="Google Shape;1115;p28"/>
            <p:cNvGrpSpPr/>
            <p:nvPr/>
          </p:nvGrpSpPr>
          <p:grpSpPr>
            <a:xfrm>
              <a:off x="787875" y="5017100"/>
              <a:ext cx="1082100" cy="713599"/>
              <a:chOff x="787875" y="5017100"/>
              <a:chExt cx="1082100" cy="713599"/>
            </a:xfrm>
          </p:grpSpPr>
          <p:sp>
            <p:nvSpPr>
              <p:cNvPr id="1116" name="Google Shape;1116;p28"/>
              <p:cNvSpPr/>
              <p:nvPr/>
            </p:nvSpPr>
            <p:spPr>
              <a:xfrm>
                <a:off x="787875" y="5046142"/>
                <a:ext cx="1072059" cy="655503"/>
              </a:xfrm>
              <a:custGeom>
                <a:avLst/>
                <a:gdLst/>
                <a:ahLst/>
                <a:cxnLst/>
                <a:rect l="l" t="t" r="r" b="b"/>
                <a:pathLst>
                  <a:path w="30639" h="18734" fill="none" extrusionOk="0">
                    <a:moveTo>
                      <a:pt x="1" y="2266"/>
                    </a:moveTo>
                    <a:lnTo>
                      <a:pt x="12320" y="0"/>
                    </a:lnTo>
                    <a:lnTo>
                      <a:pt x="18703" y="957"/>
                    </a:lnTo>
                    <a:lnTo>
                      <a:pt x="18703" y="5394"/>
                    </a:lnTo>
                    <a:cubicBezTo>
                      <a:pt x="18703" y="5394"/>
                      <a:pt x="30639" y="7947"/>
                      <a:pt x="30479" y="8330"/>
                    </a:cubicBezTo>
                    <a:cubicBezTo>
                      <a:pt x="30319" y="8713"/>
                      <a:pt x="25022" y="18319"/>
                      <a:pt x="25022" y="18319"/>
                    </a:cubicBezTo>
                    <a:lnTo>
                      <a:pt x="12607" y="18734"/>
                    </a:lnTo>
                    <a:lnTo>
                      <a:pt x="18703" y="5394"/>
                    </a:lnTo>
                    <a:lnTo>
                      <a:pt x="25022" y="18319"/>
                    </a:lnTo>
                  </a:path>
                </a:pathLst>
              </a:custGeom>
              <a:solidFill>
                <a:schemeClr val="accent2"/>
              </a:solidFill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17" name="Google Shape;1117;p28"/>
              <p:cNvSpPr/>
              <p:nvPr/>
            </p:nvSpPr>
            <p:spPr>
              <a:xfrm>
                <a:off x="1218917" y="5046142"/>
                <a:ext cx="223376" cy="188736"/>
              </a:xfrm>
              <a:custGeom>
                <a:avLst/>
                <a:gdLst/>
                <a:ahLst/>
                <a:cxnLst/>
                <a:rect l="l" t="t" r="r" b="b"/>
                <a:pathLst>
                  <a:path w="6384" h="5394" fill="none" extrusionOk="0">
                    <a:moveTo>
                      <a:pt x="1" y="0"/>
                    </a:moveTo>
                    <a:lnTo>
                      <a:pt x="6384" y="5394"/>
                    </a:lnTo>
                  </a:path>
                </a:pathLst>
              </a:custGeom>
              <a:solidFill>
                <a:schemeClr val="accent2"/>
              </a:solidFill>
              <a:ln w="717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18" name="Google Shape;1118;p28"/>
              <p:cNvSpPr/>
              <p:nvPr/>
            </p:nvSpPr>
            <p:spPr>
              <a:xfrm>
                <a:off x="1642155" y="5663658"/>
                <a:ext cx="41358" cy="41358"/>
              </a:xfrm>
              <a:custGeom>
                <a:avLst/>
                <a:gdLst/>
                <a:ahLst/>
                <a:cxnLst/>
                <a:rect l="l" t="t" r="r" b="b"/>
                <a:pathLst>
                  <a:path w="1182" h="1182" extrusionOk="0">
                    <a:moveTo>
                      <a:pt x="351" y="160"/>
                    </a:moveTo>
                    <a:cubicBezTo>
                      <a:pt x="607" y="1"/>
                      <a:pt x="894" y="96"/>
                      <a:pt x="1053" y="352"/>
                    </a:cubicBezTo>
                    <a:cubicBezTo>
                      <a:pt x="1181" y="575"/>
                      <a:pt x="1085" y="894"/>
                      <a:pt x="862" y="1022"/>
                    </a:cubicBezTo>
                    <a:cubicBezTo>
                      <a:pt x="607" y="1182"/>
                      <a:pt x="287" y="1086"/>
                      <a:pt x="160" y="830"/>
                    </a:cubicBezTo>
                    <a:cubicBezTo>
                      <a:pt x="0" y="607"/>
                      <a:pt x="96" y="288"/>
                      <a:pt x="351" y="128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19" name="Google Shape;1119;p28"/>
              <p:cNvSpPr/>
              <p:nvPr/>
            </p:nvSpPr>
            <p:spPr>
              <a:xfrm>
                <a:off x="1829737" y="5317495"/>
                <a:ext cx="40238" cy="41358"/>
              </a:xfrm>
              <a:custGeom>
                <a:avLst/>
                <a:gdLst/>
                <a:ahLst/>
                <a:cxnLst/>
                <a:rect l="l" t="t" r="r" b="b"/>
                <a:pathLst>
                  <a:path w="1150" h="1182" extrusionOk="0">
                    <a:moveTo>
                      <a:pt x="320" y="160"/>
                    </a:moveTo>
                    <a:cubicBezTo>
                      <a:pt x="575" y="0"/>
                      <a:pt x="894" y="96"/>
                      <a:pt x="1022" y="351"/>
                    </a:cubicBezTo>
                    <a:cubicBezTo>
                      <a:pt x="1150" y="575"/>
                      <a:pt x="1086" y="894"/>
                      <a:pt x="831" y="1021"/>
                    </a:cubicBezTo>
                    <a:cubicBezTo>
                      <a:pt x="575" y="1181"/>
                      <a:pt x="288" y="1085"/>
                      <a:pt x="128" y="830"/>
                    </a:cubicBezTo>
                    <a:cubicBezTo>
                      <a:pt x="1" y="607"/>
                      <a:pt x="97" y="287"/>
                      <a:pt x="320" y="16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20" name="Google Shape;1120;p28"/>
              <p:cNvSpPr/>
              <p:nvPr/>
            </p:nvSpPr>
            <p:spPr>
              <a:xfrm>
                <a:off x="1421054" y="5213643"/>
                <a:ext cx="40239" cy="41358"/>
              </a:xfrm>
              <a:custGeom>
                <a:avLst/>
                <a:gdLst/>
                <a:ahLst/>
                <a:cxnLst/>
                <a:rect l="l" t="t" r="r" b="b"/>
                <a:pathLst>
                  <a:path w="1150" h="1182" extrusionOk="0">
                    <a:moveTo>
                      <a:pt x="319" y="128"/>
                    </a:moveTo>
                    <a:cubicBezTo>
                      <a:pt x="575" y="0"/>
                      <a:pt x="894" y="96"/>
                      <a:pt x="1021" y="319"/>
                    </a:cubicBezTo>
                    <a:cubicBezTo>
                      <a:pt x="1149" y="575"/>
                      <a:pt x="1053" y="894"/>
                      <a:pt x="830" y="1021"/>
                    </a:cubicBezTo>
                    <a:cubicBezTo>
                      <a:pt x="575" y="1181"/>
                      <a:pt x="255" y="1085"/>
                      <a:pt x="128" y="830"/>
                    </a:cubicBezTo>
                    <a:cubicBezTo>
                      <a:pt x="0" y="575"/>
                      <a:pt x="64" y="287"/>
                      <a:pt x="319" y="128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21" name="Google Shape;1121;p28"/>
              <p:cNvSpPr/>
              <p:nvPr/>
            </p:nvSpPr>
            <p:spPr>
              <a:xfrm>
                <a:off x="1422173" y="5059544"/>
                <a:ext cx="40239" cy="40204"/>
              </a:xfrm>
              <a:custGeom>
                <a:avLst/>
                <a:gdLst/>
                <a:ahLst/>
                <a:cxnLst/>
                <a:rect l="l" t="t" r="r" b="b"/>
                <a:pathLst>
                  <a:path w="1150" h="1149" extrusionOk="0">
                    <a:moveTo>
                      <a:pt x="319" y="128"/>
                    </a:moveTo>
                    <a:cubicBezTo>
                      <a:pt x="575" y="0"/>
                      <a:pt x="894" y="96"/>
                      <a:pt x="1021" y="319"/>
                    </a:cubicBezTo>
                    <a:cubicBezTo>
                      <a:pt x="1149" y="574"/>
                      <a:pt x="1085" y="894"/>
                      <a:pt x="830" y="1021"/>
                    </a:cubicBezTo>
                    <a:cubicBezTo>
                      <a:pt x="575" y="1149"/>
                      <a:pt x="287" y="1085"/>
                      <a:pt x="128" y="830"/>
                    </a:cubicBezTo>
                    <a:cubicBezTo>
                      <a:pt x="0" y="574"/>
                      <a:pt x="96" y="255"/>
                      <a:pt x="319" y="128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22" name="Google Shape;1122;p28"/>
              <p:cNvSpPr/>
              <p:nvPr/>
            </p:nvSpPr>
            <p:spPr>
              <a:xfrm>
                <a:off x="1198832" y="5662538"/>
                <a:ext cx="67041" cy="68161"/>
              </a:xfrm>
              <a:custGeom>
                <a:avLst/>
                <a:gdLst/>
                <a:ahLst/>
                <a:cxnLst/>
                <a:rect l="l" t="t" r="r" b="b"/>
                <a:pathLst>
                  <a:path w="1916" h="1948" extrusionOk="0">
                    <a:moveTo>
                      <a:pt x="543" y="224"/>
                    </a:moveTo>
                    <a:cubicBezTo>
                      <a:pt x="958" y="1"/>
                      <a:pt x="1468" y="160"/>
                      <a:pt x="1692" y="543"/>
                    </a:cubicBezTo>
                    <a:cubicBezTo>
                      <a:pt x="1915" y="958"/>
                      <a:pt x="1787" y="1469"/>
                      <a:pt x="1373" y="1724"/>
                    </a:cubicBezTo>
                    <a:cubicBezTo>
                      <a:pt x="958" y="1948"/>
                      <a:pt x="447" y="1788"/>
                      <a:pt x="224" y="1405"/>
                    </a:cubicBezTo>
                    <a:cubicBezTo>
                      <a:pt x="0" y="990"/>
                      <a:pt x="128" y="480"/>
                      <a:pt x="543" y="22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23" name="Google Shape;1123;p28"/>
              <p:cNvSpPr/>
              <p:nvPr/>
            </p:nvSpPr>
            <p:spPr>
              <a:xfrm>
                <a:off x="1176474" y="5017100"/>
                <a:ext cx="68161" cy="68161"/>
              </a:xfrm>
              <a:custGeom>
                <a:avLst/>
                <a:gdLst/>
                <a:ahLst/>
                <a:cxnLst/>
                <a:rect l="l" t="t" r="r" b="b"/>
                <a:pathLst>
                  <a:path w="1948" h="1948" extrusionOk="0">
                    <a:moveTo>
                      <a:pt x="575" y="256"/>
                    </a:moveTo>
                    <a:cubicBezTo>
                      <a:pt x="958" y="0"/>
                      <a:pt x="1501" y="160"/>
                      <a:pt x="1724" y="575"/>
                    </a:cubicBezTo>
                    <a:cubicBezTo>
                      <a:pt x="1948" y="958"/>
                      <a:pt x="1820" y="1500"/>
                      <a:pt x="1405" y="1724"/>
                    </a:cubicBezTo>
                    <a:cubicBezTo>
                      <a:pt x="990" y="1947"/>
                      <a:pt x="480" y="1819"/>
                      <a:pt x="256" y="1404"/>
                    </a:cubicBezTo>
                    <a:cubicBezTo>
                      <a:pt x="1" y="990"/>
                      <a:pt x="161" y="479"/>
                      <a:pt x="575" y="2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1124" name="Google Shape;1124;p28"/>
            <p:cNvSpPr/>
            <p:nvPr/>
          </p:nvSpPr>
          <p:spPr>
            <a:xfrm>
              <a:off x="765675" y="5101325"/>
              <a:ext cx="43925" cy="43925"/>
            </a:xfrm>
            <a:custGeom>
              <a:avLst/>
              <a:gdLst/>
              <a:ahLst/>
              <a:cxnLst/>
              <a:rect l="l" t="t" r="r" b="b"/>
              <a:pathLst>
                <a:path w="1757" h="1757" extrusionOk="0">
                  <a:moveTo>
                    <a:pt x="863" y="0"/>
                  </a:moveTo>
                  <a:cubicBezTo>
                    <a:pt x="370" y="31"/>
                    <a:pt x="0" y="432"/>
                    <a:pt x="0" y="894"/>
                  </a:cubicBezTo>
                  <a:cubicBezTo>
                    <a:pt x="0" y="1387"/>
                    <a:pt x="401" y="1756"/>
                    <a:pt x="894" y="1756"/>
                  </a:cubicBezTo>
                  <a:cubicBezTo>
                    <a:pt x="1387" y="1756"/>
                    <a:pt x="1756" y="1356"/>
                    <a:pt x="1756" y="863"/>
                  </a:cubicBezTo>
                  <a:cubicBezTo>
                    <a:pt x="1756" y="370"/>
                    <a:pt x="1356" y="0"/>
                    <a:pt x="863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125" name="Google Shape;1125;p28"/>
          <p:cNvSpPr/>
          <p:nvPr/>
        </p:nvSpPr>
        <p:spPr>
          <a:xfrm>
            <a:off x="7044933" y="-3451867"/>
            <a:ext cx="5832800" cy="5832800"/>
          </a:xfrm>
          <a:prstGeom prst="ellipse">
            <a:avLst/>
          </a:prstGeom>
          <a:gradFill>
            <a:gsLst>
              <a:gs pos="0">
                <a:schemeClr val="dk2"/>
              </a:gs>
              <a:gs pos="50000">
                <a:srgbClr val="942290">
                  <a:alpha val="0"/>
                </a:srgbClr>
              </a:gs>
              <a:gs pos="100000">
                <a:srgbClr val="94229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8914706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eight columns">
  <p:cSld name="Title and eight columns"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29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1128" name="Google Shape;1128;p29"/>
          <p:cNvSpPr txBox="1">
            <a:spLocks noGrp="1"/>
          </p:cNvSpPr>
          <p:nvPr>
            <p:ph type="subTitle" idx="1"/>
          </p:nvPr>
        </p:nvSpPr>
        <p:spPr>
          <a:xfrm>
            <a:off x="950967" y="2190344"/>
            <a:ext cx="46120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129" name="Google Shape;1129;p29"/>
          <p:cNvSpPr txBox="1">
            <a:spLocks noGrp="1"/>
          </p:cNvSpPr>
          <p:nvPr>
            <p:ph type="subTitle" idx="2"/>
          </p:nvPr>
        </p:nvSpPr>
        <p:spPr>
          <a:xfrm>
            <a:off x="950967" y="1715211"/>
            <a:ext cx="46120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130" name="Google Shape;1130;p29"/>
          <p:cNvSpPr txBox="1">
            <a:spLocks noGrp="1"/>
          </p:cNvSpPr>
          <p:nvPr>
            <p:ph type="subTitle" idx="3"/>
          </p:nvPr>
        </p:nvSpPr>
        <p:spPr>
          <a:xfrm>
            <a:off x="950967" y="3360456"/>
            <a:ext cx="46120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131" name="Google Shape;1131;p29"/>
          <p:cNvSpPr txBox="1">
            <a:spLocks noGrp="1"/>
          </p:cNvSpPr>
          <p:nvPr>
            <p:ph type="subTitle" idx="4"/>
          </p:nvPr>
        </p:nvSpPr>
        <p:spPr>
          <a:xfrm>
            <a:off x="950967" y="2885323"/>
            <a:ext cx="46120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132" name="Google Shape;1132;p29"/>
          <p:cNvSpPr txBox="1">
            <a:spLocks noGrp="1"/>
          </p:cNvSpPr>
          <p:nvPr>
            <p:ph type="subTitle" idx="5"/>
          </p:nvPr>
        </p:nvSpPr>
        <p:spPr>
          <a:xfrm>
            <a:off x="950967" y="4530567"/>
            <a:ext cx="46120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133" name="Google Shape;1133;p29"/>
          <p:cNvSpPr txBox="1">
            <a:spLocks noGrp="1"/>
          </p:cNvSpPr>
          <p:nvPr>
            <p:ph type="subTitle" idx="6"/>
          </p:nvPr>
        </p:nvSpPr>
        <p:spPr>
          <a:xfrm>
            <a:off x="950967" y="4055433"/>
            <a:ext cx="46120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134" name="Google Shape;1134;p29"/>
          <p:cNvSpPr txBox="1">
            <a:spLocks noGrp="1"/>
          </p:cNvSpPr>
          <p:nvPr>
            <p:ph type="subTitle" idx="7"/>
          </p:nvPr>
        </p:nvSpPr>
        <p:spPr>
          <a:xfrm>
            <a:off x="950967" y="5700677"/>
            <a:ext cx="46120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135" name="Google Shape;1135;p29"/>
          <p:cNvSpPr txBox="1">
            <a:spLocks noGrp="1"/>
          </p:cNvSpPr>
          <p:nvPr>
            <p:ph type="subTitle" idx="8"/>
          </p:nvPr>
        </p:nvSpPr>
        <p:spPr>
          <a:xfrm>
            <a:off x="950967" y="5225544"/>
            <a:ext cx="46120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136" name="Google Shape;1136;p29"/>
          <p:cNvSpPr txBox="1">
            <a:spLocks noGrp="1"/>
          </p:cNvSpPr>
          <p:nvPr>
            <p:ph type="subTitle" idx="9"/>
          </p:nvPr>
        </p:nvSpPr>
        <p:spPr>
          <a:xfrm>
            <a:off x="6044667" y="2190344"/>
            <a:ext cx="46120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137" name="Google Shape;1137;p29"/>
          <p:cNvSpPr txBox="1">
            <a:spLocks noGrp="1"/>
          </p:cNvSpPr>
          <p:nvPr>
            <p:ph type="subTitle" idx="13"/>
          </p:nvPr>
        </p:nvSpPr>
        <p:spPr>
          <a:xfrm>
            <a:off x="6044667" y="1715211"/>
            <a:ext cx="46120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138" name="Google Shape;1138;p29"/>
          <p:cNvSpPr txBox="1">
            <a:spLocks noGrp="1"/>
          </p:cNvSpPr>
          <p:nvPr>
            <p:ph type="subTitle" idx="14"/>
          </p:nvPr>
        </p:nvSpPr>
        <p:spPr>
          <a:xfrm>
            <a:off x="6044667" y="3360456"/>
            <a:ext cx="46120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139" name="Google Shape;1139;p29"/>
          <p:cNvSpPr txBox="1">
            <a:spLocks noGrp="1"/>
          </p:cNvSpPr>
          <p:nvPr>
            <p:ph type="subTitle" idx="15"/>
          </p:nvPr>
        </p:nvSpPr>
        <p:spPr>
          <a:xfrm>
            <a:off x="6044667" y="2885323"/>
            <a:ext cx="46120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140" name="Google Shape;1140;p29"/>
          <p:cNvSpPr txBox="1">
            <a:spLocks noGrp="1"/>
          </p:cNvSpPr>
          <p:nvPr>
            <p:ph type="subTitle" idx="16"/>
          </p:nvPr>
        </p:nvSpPr>
        <p:spPr>
          <a:xfrm>
            <a:off x="6044667" y="4530567"/>
            <a:ext cx="46120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141" name="Google Shape;1141;p29"/>
          <p:cNvSpPr txBox="1">
            <a:spLocks noGrp="1"/>
          </p:cNvSpPr>
          <p:nvPr>
            <p:ph type="subTitle" idx="17"/>
          </p:nvPr>
        </p:nvSpPr>
        <p:spPr>
          <a:xfrm>
            <a:off x="6044667" y="4055433"/>
            <a:ext cx="46120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142" name="Google Shape;1142;p29"/>
          <p:cNvSpPr txBox="1">
            <a:spLocks noGrp="1"/>
          </p:cNvSpPr>
          <p:nvPr>
            <p:ph type="subTitle" idx="18"/>
          </p:nvPr>
        </p:nvSpPr>
        <p:spPr>
          <a:xfrm>
            <a:off x="6044667" y="5700677"/>
            <a:ext cx="46120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143" name="Google Shape;1143;p29"/>
          <p:cNvSpPr txBox="1">
            <a:spLocks noGrp="1"/>
          </p:cNvSpPr>
          <p:nvPr>
            <p:ph type="subTitle" idx="19"/>
          </p:nvPr>
        </p:nvSpPr>
        <p:spPr>
          <a:xfrm>
            <a:off x="6044667" y="5225544"/>
            <a:ext cx="46120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grpSp>
        <p:nvGrpSpPr>
          <p:cNvPr id="1144" name="Google Shape;1144;p29"/>
          <p:cNvGrpSpPr/>
          <p:nvPr/>
        </p:nvGrpSpPr>
        <p:grpSpPr>
          <a:xfrm rot="9121839">
            <a:off x="9805414" y="4936104"/>
            <a:ext cx="3447220" cy="2324659"/>
            <a:chOff x="87900" y="-332975"/>
            <a:chExt cx="2585411" cy="1743491"/>
          </a:xfrm>
        </p:grpSpPr>
        <p:grpSp>
          <p:nvGrpSpPr>
            <p:cNvPr id="1145" name="Google Shape;1145;p29"/>
            <p:cNvGrpSpPr/>
            <p:nvPr/>
          </p:nvGrpSpPr>
          <p:grpSpPr>
            <a:xfrm>
              <a:off x="87900" y="-332975"/>
              <a:ext cx="2585411" cy="1464000"/>
              <a:chOff x="87900" y="-332975"/>
              <a:chExt cx="2585411" cy="1464000"/>
            </a:xfrm>
          </p:grpSpPr>
          <p:sp>
            <p:nvSpPr>
              <p:cNvPr id="1146" name="Google Shape;1146;p29"/>
              <p:cNvSpPr/>
              <p:nvPr/>
            </p:nvSpPr>
            <p:spPr>
              <a:xfrm>
                <a:off x="1599802" y="-332975"/>
                <a:ext cx="1073509" cy="543049"/>
              </a:xfrm>
              <a:custGeom>
                <a:avLst/>
                <a:gdLst/>
                <a:ahLst/>
                <a:cxnLst/>
                <a:rect l="l" t="t" r="r" b="b"/>
                <a:pathLst>
                  <a:path w="40845" h="20662" fill="none" extrusionOk="0">
                    <a:moveTo>
                      <a:pt x="40844" y="0"/>
                    </a:moveTo>
                    <a:lnTo>
                      <a:pt x="20566" y="3630"/>
                    </a:lnTo>
                    <a:lnTo>
                      <a:pt x="18146" y="17446"/>
                    </a:lnTo>
                    <a:lnTo>
                      <a:pt x="6017" y="20661"/>
                    </a:lnTo>
                    <a:lnTo>
                      <a:pt x="0" y="4234"/>
                    </a:lnTo>
                    <a:lnTo>
                      <a:pt x="20566" y="3630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83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47" name="Google Shape;1147;p29"/>
              <p:cNvSpPr/>
              <p:nvPr/>
            </p:nvSpPr>
            <p:spPr>
              <a:xfrm>
                <a:off x="278682" y="-237597"/>
                <a:ext cx="2264132" cy="1102787"/>
              </a:xfrm>
              <a:custGeom>
                <a:avLst/>
                <a:gdLst/>
                <a:ahLst/>
                <a:cxnLst/>
                <a:rect l="l" t="t" r="r" b="b"/>
                <a:pathLst>
                  <a:path w="86146" h="41959" fill="none" extrusionOk="0">
                    <a:moveTo>
                      <a:pt x="50267" y="605"/>
                    </a:moveTo>
                    <a:lnTo>
                      <a:pt x="37024" y="14963"/>
                    </a:lnTo>
                    <a:lnTo>
                      <a:pt x="20056" y="31262"/>
                    </a:lnTo>
                    <a:lnTo>
                      <a:pt x="0" y="29766"/>
                    </a:lnTo>
                    <a:lnTo>
                      <a:pt x="414" y="41959"/>
                    </a:lnTo>
                    <a:lnTo>
                      <a:pt x="20056" y="31262"/>
                    </a:lnTo>
                    <a:lnTo>
                      <a:pt x="43136" y="29511"/>
                    </a:lnTo>
                    <a:lnTo>
                      <a:pt x="37024" y="14963"/>
                    </a:lnTo>
                    <a:lnTo>
                      <a:pt x="56284" y="17032"/>
                    </a:lnTo>
                    <a:lnTo>
                      <a:pt x="70833" y="1"/>
                    </a:lnTo>
                    <a:lnTo>
                      <a:pt x="86145" y="3693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83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48" name="Google Shape;1148;p29"/>
              <p:cNvSpPr/>
              <p:nvPr/>
            </p:nvSpPr>
            <p:spPr>
              <a:xfrm>
                <a:off x="112999" y="584039"/>
                <a:ext cx="692807" cy="524625"/>
              </a:xfrm>
              <a:custGeom>
                <a:avLst/>
                <a:gdLst/>
                <a:ahLst/>
                <a:cxnLst/>
                <a:rect l="l" t="t" r="r" b="b"/>
                <a:pathLst>
                  <a:path w="26360" h="19961" fill="none" extrusionOk="0">
                    <a:moveTo>
                      <a:pt x="26360" y="0"/>
                    </a:moveTo>
                    <a:lnTo>
                      <a:pt x="24800" y="9296"/>
                    </a:lnTo>
                    <a:lnTo>
                      <a:pt x="6718" y="10697"/>
                    </a:lnTo>
                    <a:lnTo>
                      <a:pt x="1" y="19961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83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49" name="Google Shape;1149;p29"/>
              <p:cNvSpPr/>
              <p:nvPr/>
            </p:nvSpPr>
            <p:spPr>
              <a:xfrm>
                <a:off x="764795" y="538019"/>
                <a:ext cx="646786" cy="290343"/>
              </a:xfrm>
              <a:custGeom>
                <a:avLst/>
                <a:gdLst/>
                <a:ahLst/>
                <a:cxnLst/>
                <a:rect l="l" t="t" r="r" b="b"/>
                <a:pathLst>
                  <a:path w="24609" h="11047" fill="none" extrusionOk="0">
                    <a:moveTo>
                      <a:pt x="0" y="11047"/>
                    </a:moveTo>
                    <a:lnTo>
                      <a:pt x="24608" y="0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83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grpSp>
            <p:nvGrpSpPr>
              <p:cNvPr id="1150" name="Google Shape;1150;p29"/>
              <p:cNvGrpSpPr/>
              <p:nvPr/>
            </p:nvGrpSpPr>
            <p:grpSpPr>
              <a:xfrm>
                <a:off x="87900" y="-262197"/>
                <a:ext cx="2505918" cy="1393222"/>
                <a:chOff x="87900" y="-262197"/>
                <a:chExt cx="2505918" cy="1393222"/>
              </a:xfrm>
            </p:grpSpPr>
            <p:sp>
              <p:nvSpPr>
                <p:cNvPr id="1151" name="Google Shape;1151;p29"/>
                <p:cNvSpPr/>
                <p:nvPr/>
              </p:nvSpPr>
              <p:spPr>
                <a:xfrm>
                  <a:off x="2052432" y="91089"/>
                  <a:ext cx="50252" cy="442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2" h="1685" extrusionOk="0">
                      <a:moveTo>
                        <a:pt x="969" y="0"/>
                      </a:moveTo>
                      <a:cubicBezTo>
                        <a:pt x="860" y="0"/>
                        <a:pt x="748" y="22"/>
                        <a:pt x="638" y="69"/>
                      </a:cubicBezTo>
                      <a:cubicBezTo>
                        <a:pt x="224" y="260"/>
                        <a:pt x="1" y="738"/>
                        <a:pt x="192" y="1152"/>
                      </a:cubicBezTo>
                      <a:cubicBezTo>
                        <a:pt x="314" y="1493"/>
                        <a:pt x="641" y="1685"/>
                        <a:pt x="973" y="1685"/>
                      </a:cubicBezTo>
                      <a:cubicBezTo>
                        <a:pt x="1075" y="1685"/>
                        <a:pt x="1177" y="1666"/>
                        <a:pt x="1274" y="1629"/>
                      </a:cubicBezTo>
                      <a:cubicBezTo>
                        <a:pt x="1720" y="1438"/>
                        <a:pt x="1911" y="961"/>
                        <a:pt x="1720" y="515"/>
                      </a:cubicBezTo>
                      <a:cubicBezTo>
                        <a:pt x="1600" y="203"/>
                        <a:pt x="1300" y="0"/>
                        <a:pt x="96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52" name="Google Shape;1152;p29"/>
                <p:cNvSpPr/>
                <p:nvPr/>
              </p:nvSpPr>
              <p:spPr>
                <a:xfrm>
                  <a:off x="1578882" y="-242406"/>
                  <a:ext cx="50226" cy="43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1" h="1672" extrusionOk="0">
                      <a:moveTo>
                        <a:pt x="938" y="0"/>
                      </a:moveTo>
                      <a:cubicBezTo>
                        <a:pt x="837" y="0"/>
                        <a:pt x="735" y="18"/>
                        <a:pt x="637" y="56"/>
                      </a:cubicBezTo>
                      <a:cubicBezTo>
                        <a:pt x="191" y="247"/>
                        <a:pt x="0" y="725"/>
                        <a:pt x="160" y="1170"/>
                      </a:cubicBezTo>
                      <a:cubicBezTo>
                        <a:pt x="305" y="1486"/>
                        <a:pt x="617" y="1672"/>
                        <a:pt x="955" y="1672"/>
                      </a:cubicBezTo>
                      <a:cubicBezTo>
                        <a:pt x="1060" y="1672"/>
                        <a:pt x="1168" y="1654"/>
                        <a:pt x="1274" y="1616"/>
                      </a:cubicBezTo>
                      <a:cubicBezTo>
                        <a:pt x="1688" y="1425"/>
                        <a:pt x="1911" y="948"/>
                        <a:pt x="1720" y="502"/>
                      </a:cubicBezTo>
                      <a:cubicBezTo>
                        <a:pt x="1574" y="186"/>
                        <a:pt x="1262" y="0"/>
                        <a:pt x="93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53" name="Google Shape;1153;p29"/>
                <p:cNvSpPr/>
                <p:nvPr/>
              </p:nvSpPr>
              <p:spPr>
                <a:xfrm>
                  <a:off x="1231643" y="139606"/>
                  <a:ext cx="50252" cy="442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2" h="1685" extrusionOk="0">
                      <a:moveTo>
                        <a:pt x="955" y="0"/>
                      </a:moveTo>
                      <a:cubicBezTo>
                        <a:pt x="848" y="0"/>
                        <a:pt x="740" y="22"/>
                        <a:pt x="638" y="70"/>
                      </a:cubicBezTo>
                      <a:cubicBezTo>
                        <a:pt x="192" y="229"/>
                        <a:pt x="1" y="738"/>
                        <a:pt x="192" y="1152"/>
                      </a:cubicBezTo>
                      <a:cubicBezTo>
                        <a:pt x="314" y="1493"/>
                        <a:pt x="622" y="1685"/>
                        <a:pt x="960" y="1685"/>
                      </a:cubicBezTo>
                      <a:cubicBezTo>
                        <a:pt x="1063" y="1685"/>
                        <a:pt x="1170" y="1667"/>
                        <a:pt x="1274" y="1630"/>
                      </a:cubicBezTo>
                      <a:cubicBezTo>
                        <a:pt x="1688" y="1439"/>
                        <a:pt x="1911" y="961"/>
                        <a:pt x="1720" y="515"/>
                      </a:cubicBezTo>
                      <a:cubicBezTo>
                        <a:pt x="1600" y="204"/>
                        <a:pt x="1282" y="0"/>
                        <a:pt x="95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54" name="Google Shape;1154;p29"/>
                <p:cNvSpPr/>
                <p:nvPr/>
              </p:nvSpPr>
              <p:spPr>
                <a:xfrm>
                  <a:off x="744715" y="805125"/>
                  <a:ext cx="50226" cy="4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1" h="1686" extrusionOk="0">
                      <a:moveTo>
                        <a:pt x="938" y="1"/>
                      </a:moveTo>
                      <a:cubicBezTo>
                        <a:pt x="836" y="1"/>
                        <a:pt x="734" y="19"/>
                        <a:pt x="637" y="56"/>
                      </a:cubicBezTo>
                      <a:cubicBezTo>
                        <a:pt x="191" y="247"/>
                        <a:pt x="0" y="725"/>
                        <a:pt x="159" y="1170"/>
                      </a:cubicBezTo>
                      <a:cubicBezTo>
                        <a:pt x="303" y="1482"/>
                        <a:pt x="609" y="1685"/>
                        <a:pt x="942" y="1685"/>
                      </a:cubicBezTo>
                      <a:cubicBezTo>
                        <a:pt x="1051" y="1685"/>
                        <a:pt x="1163" y="1663"/>
                        <a:pt x="1273" y="1616"/>
                      </a:cubicBezTo>
                      <a:cubicBezTo>
                        <a:pt x="1687" y="1457"/>
                        <a:pt x="1910" y="948"/>
                        <a:pt x="1719" y="534"/>
                      </a:cubicBezTo>
                      <a:cubicBezTo>
                        <a:pt x="1597" y="193"/>
                        <a:pt x="1270" y="1"/>
                        <a:pt x="93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55" name="Google Shape;1155;p29"/>
                <p:cNvSpPr/>
                <p:nvPr/>
              </p:nvSpPr>
              <p:spPr>
                <a:xfrm>
                  <a:off x="256920" y="523642"/>
                  <a:ext cx="50226" cy="4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1" h="1686" extrusionOk="0">
                      <a:moveTo>
                        <a:pt x="955" y="1"/>
                      </a:moveTo>
                      <a:cubicBezTo>
                        <a:pt x="847" y="1"/>
                        <a:pt x="739" y="23"/>
                        <a:pt x="637" y="70"/>
                      </a:cubicBezTo>
                      <a:cubicBezTo>
                        <a:pt x="191" y="261"/>
                        <a:pt x="0" y="738"/>
                        <a:pt x="159" y="1152"/>
                      </a:cubicBezTo>
                      <a:cubicBezTo>
                        <a:pt x="306" y="1493"/>
                        <a:pt x="620" y="1685"/>
                        <a:pt x="959" y="1685"/>
                      </a:cubicBezTo>
                      <a:cubicBezTo>
                        <a:pt x="1063" y="1685"/>
                        <a:pt x="1169" y="1667"/>
                        <a:pt x="1274" y="1630"/>
                      </a:cubicBezTo>
                      <a:cubicBezTo>
                        <a:pt x="1688" y="1439"/>
                        <a:pt x="1910" y="961"/>
                        <a:pt x="1719" y="515"/>
                      </a:cubicBezTo>
                      <a:cubicBezTo>
                        <a:pt x="1600" y="204"/>
                        <a:pt x="1281" y="1"/>
                        <a:pt x="955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56" name="Google Shape;1156;p29"/>
                <p:cNvSpPr/>
                <p:nvPr/>
              </p:nvSpPr>
              <p:spPr>
                <a:xfrm>
                  <a:off x="87900" y="1086739"/>
                  <a:ext cx="50226" cy="442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1" h="1685" extrusionOk="0">
                      <a:moveTo>
                        <a:pt x="969" y="0"/>
                      </a:moveTo>
                      <a:cubicBezTo>
                        <a:pt x="860" y="0"/>
                        <a:pt x="748" y="22"/>
                        <a:pt x="637" y="69"/>
                      </a:cubicBezTo>
                      <a:cubicBezTo>
                        <a:pt x="224" y="260"/>
                        <a:pt x="1" y="738"/>
                        <a:pt x="192" y="1152"/>
                      </a:cubicBezTo>
                      <a:cubicBezTo>
                        <a:pt x="313" y="1493"/>
                        <a:pt x="640" y="1685"/>
                        <a:pt x="973" y="1685"/>
                      </a:cubicBezTo>
                      <a:cubicBezTo>
                        <a:pt x="1074" y="1685"/>
                        <a:pt x="1177" y="1667"/>
                        <a:pt x="1274" y="1629"/>
                      </a:cubicBezTo>
                      <a:cubicBezTo>
                        <a:pt x="1720" y="1438"/>
                        <a:pt x="1911" y="961"/>
                        <a:pt x="1752" y="515"/>
                      </a:cubicBezTo>
                      <a:cubicBezTo>
                        <a:pt x="1608" y="204"/>
                        <a:pt x="1302" y="0"/>
                        <a:pt x="96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57" name="Google Shape;1157;p29"/>
                <p:cNvSpPr/>
                <p:nvPr/>
              </p:nvSpPr>
              <p:spPr>
                <a:xfrm>
                  <a:off x="2089253" y="-262197"/>
                  <a:ext cx="79531" cy="71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6" h="2732" extrusionOk="0">
                      <a:moveTo>
                        <a:pt x="1521" y="1"/>
                      </a:moveTo>
                      <a:cubicBezTo>
                        <a:pt x="1408" y="1"/>
                        <a:pt x="1293" y="15"/>
                        <a:pt x="1179" y="45"/>
                      </a:cubicBezTo>
                      <a:cubicBezTo>
                        <a:pt x="446" y="236"/>
                        <a:pt x="1" y="1000"/>
                        <a:pt x="192" y="1732"/>
                      </a:cubicBezTo>
                      <a:cubicBezTo>
                        <a:pt x="353" y="2322"/>
                        <a:pt x="920" y="2732"/>
                        <a:pt x="1514" y="2732"/>
                      </a:cubicBezTo>
                      <a:cubicBezTo>
                        <a:pt x="1625" y="2732"/>
                        <a:pt x="1737" y="2717"/>
                        <a:pt x="1847" y="2687"/>
                      </a:cubicBezTo>
                      <a:cubicBezTo>
                        <a:pt x="2579" y="2496"/>
                        <a:pt x="3025" y="1764"/>
                        <a:pt x="2834" y="1032"/>
                      </a:cubicBezTo>
                      <a:cubicBezTo>
                        <a:pt x="2673" y="415"/>
                        <a:pt x="2127" y="1"/>
                        <a:pt x="1521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58" name="Google Shape;1158;p29"/>
                <p:cNvSpPr/>
                <p:nvPr/>
              </p:nvSpPr>
              <p:spPr>
                <a:xfrm>
                  <a:off x="2515128" y="-174887"/>
                  <a:ext cx="78690" cy="71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4" h="2723" extrusionOk="0">
                      <a:moveTo>
                        <a:pt x="1460" y="0"/>
                      </a:moveTo>
                      <a:cubicBezTo>
                        <a:pt x="1357" y="0"/>
                        <a:pt x="1252" y="11"/>
                        <a:pt x="1147" y="34"/>
                      </a:cubicBezTo>
                      <a:cubicBezTo>
                        <a:pt x="415" y="225"/>
                        <a:pt x="1" y="989"/>
                        <a:pt x="192" y="1721"/>
                      </a:cubicBezTo>
                      <a:cubicBezTo>
                        <a:pt x="351" y="2333"/>
                        <a:pt x="889" y="2723"/>
                        <a:pt x="1489" y="2723"/>
                      </a:cubicBezTo>
                      <a:cubicBezTo>
                        <a:pt x="1607" y="2723"/>
                        <a:pt x="1727" y="2708"/>
                        <a:pt x="1847" y="2676"/>
                      </a:cubicBezTo>
                      <a:cubicBezTo>
                        <a:pt x="2579" y="2485"/>
                        <a:pt x="2993" y="1753"/>
                        <a:pt x="2802" y="1021"/>
                      </a:cubicBezTo>
                      <a:cubicBezTo>
                        <a:pt x="2639" y="394"/>
                        <a:pt x="2078" y="0"/>
                        <a:pt x="146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59" name="Google Shape;1159;p29"/>
                <p:cNvSpPr/>
                <p:nvPr/>
              </p:nvSpPr>
              <p:spPr>
                <a:xfrm>
                  <a:off x="1716941" y="161184"/>
                  <a:ext cx="79505" cy="71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5" h="2732" extrusionOk="0">
                      <a:moveTo>
                        <a:pt x="1520" y="0"/>
                      </a:moveTo>
                      <a:cubicBezTo>
                        <a:pt x="1408" y="0"/>
                        <a:pt x="1293" y="15"/>
                        <a:pt x="1178" y="44"/>
                      </a:cubicBezTo>
                      <a:cubicBezTo>
                        <a:pt x="446" y="235"/>
                        <a:pt x="0" y="1000"/>
                        <a:pt x="191" y="1732"/>
                      </a:cubicBezTo>
                      <a:cubicBezTo>
                        <a:pt x="352" y="2322"/>
                        <a:pt x="920" y="2731"/>
                        <a:pt x="1533" y="2731"/>
                      </a:cubicBezTo>
                      <a:cubicBezTo>
                        <a:pt x="1647" y="2731"/>
                        <a:pt x="1763" y="2717"/>
                        <a:pt x="1878" y="2687"/>
                      </a:cubicBezTo>
                      <a:cubicBezTo>
                        <a:pt x="2611" y="2496"/>
                        <a:pt x="3025" y="1764"/>
                        <a:pt x="2834" y="1031"/>
                      </a:cubicBezTo>
                      <a:cubicBezTo>
                        <a:pt x="2672" y="414"/>
                        <a:pt x="2127" y="0"/>
                        <a:pt x="152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60" name="Google Shape;1160;p29"/>
                <p:cNvSpPr/>
                <p:nvPr/>
              </p:nvSpPr>
              <p:spPr>
                <a:xfrm>
                  <a:off x="760590" y="551843"/>
                  <a:ext cx="79531" cy="710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6" h="2705" extrusionOk="0">
                      <a:moveTo>
                        <a:pt x="1508" y="1"/>
                      </a:moveTo>
                      <a:cubicBezTo>
                        <a:pt x="1388" y="1"/>
                        <a:pt x="1267" y="16"/>
                        <a:pt x="1147" y="47"/>
                      </a:cubicBezTo>
                      <a:cubicBezTo>
                        <a:pt x="447" y="238"/>
                        <a:pt x="1" y="970"/>
                        <a:pt x="192" y="1703"/>
                      </a:cubicBezTo>
                      <a:cubicBezTo>
                        <a:pt x="352" y="2315"/>
                        <a:pt x="889" y="2704"/>
                        <a:pt x="1489" y="2704"/>
                      </a:cubicBezTo>
                      <a:cubicBezTo>
                        <a:pt x="1607" y="2704"/>
                        <a:pt x="1727" y="2689"/>
                        <a:pt x="1847" y="2658"/>
                      </a:cubicBezTo>
                      <a:cubicBezTo>
                        <a:pt x="2580" y="2467"/>
                        <a:pt x="3025" y="1735"/>
                        <a:pt x="2834" y="1002"/>
                      </a:cubicBezTo>
                      <a:cubicBezTo>
                        <a:pt x="2675" y="390"/>
                        <a:pt x="2115" y="1"/>
                        <a:pt x="150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61" name="Google Shape;1161;p29"/>
                <p:cNvSpPr/>
                <p:nvPr/>
              </p:nvSpPr>
              <p:spPr>
                <a:xfrm>
                  <a:off x="257761" y="836322"/>
                  <a:ext cx="79505" cy="718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5" h="2734" extrusionOk="0">
                      <a:moveTo>
                        <a:pt x="1537" y="1"/>
                      </a:moveTo>
                      <a:cubicBezTo>
                        <a:pt x="1419" y="1"/>
                        <a:pt x="1298" y="16"/>
                        <a:pt x="1178" y="47"/>
                      </a:cubicBezTo>
                      <a:cubicBezTo>
                        <a:pt x="446" y="238"/>
                        <a:pt x="0" y="970"/>
                        <a:pt x="191" y="1702"/>
                      </a:cubicBezTo>
                      <a:cubicBezTo>
                        <a:pt x="352" y="2320"/>
                        <a:pt x="921" y="2734"/>
                        <a:pt x="1534" y="2734"/>
                      </a:cubicBezTo>
                      <a:cubicBezTo>
                        <a:pt x="1648" y="2734"/>
                        <a:pt x="1764" y="2719"/>
                        <a:pt x="1878" y="2689"/>
                      </a:cubicBezTo>
                      <a:cubicBezTo>
                        <a:pt x="2579" y="2498"/>
                        <a:pt x="3024" y="1734"/>
                        <a:pt x="2833" y="1002"/>
                      </a:cubicBezTo>
                      <a:cubicBezTo>
                        <a:pt x="2674" y="390"/>
                        <a:pt x="2136" y="1"/>
                        <a:pt x="153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grpSp>
          <p:nvGrpSpPr>
            <p:cNvPr id="1162" name="Google Shape;1162;p29"/>
            <p:cNvGrpSpPr/>
            <p:nvPr/>
          </p:nvGrpSpPr>
          <p:grpSpPr>
            <a:xfrm rot="7018040">
              <a:off x="1012370" y="631076"/>
              <a:ext cx="927961" cy="503495"/>
              <a:chOff x="3176988" y="6051975"/>
              <a:chExt cx="927925" cy="503475"/>
            </a:xfrm>
          </p:grpSpPr>
          <p:sp>
            <p:nvSpPr>
              <p:cNvPr id="1163" name="Google Shape;1163;p29"/>
              <p:cNvSpPr/>
              <p:nvPr/>
            </p:nvSpPr>
            <p:spPr>
              <a:xfrm>
                <a:off x="3198538" y="6072725"/>
                <a:ext cx="893625" cy="472350"/>
              </a:xfrm>
              <a:custGeom>
                <a:avLst/>
                <a:gdLst/>
                <a:ahLst/>
                <a:cxnLst/>
                <a:rect l="l" t="t" r="r" b="b"/>
                <a:pathLst>
                  <a:path w="35745" h="18894" fill="none" extrusionOk="0">
                    <a:moveTo>
                      <a:pt x="0" y="1"/>
                    </a:moveTo>
                    <a:lnTo>
                      <a:pt x="6862" y="17809"/>
                    </a:lnTo>
                    <a:lnTo>
                      <a:pt x="35744" y="18894"/>
                    </a:lnTo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64" name="Google Shape;1164;p29"/>
              <p:cNvSpPr/>
              <p:nvPr/>
            </p:nvSpPr>
            <p:spPr>
              <a:xfrm>
                <a:off x="4079363" y="6529900"/>
                <a:ext cx="25550" cy="25550"/>
              </a:xfrm>
              <a:custGeom>
                <a:avLst/>
                <a:gdLst/>
                <a:ahLst/>
                <a:cxnLst/>
                <a:rect l="l" t="t" r="r" b="b"/>
                <a:pathLst>
                  <a:path w="1022" h="1022" extrusionOk="0">
                    <a:moveTo>
                      <a:pt x="1022" y="511"/>
                    </a:moveTo>
                    <a:cubicBezTo>
                      <a:pt x="1022" y="798"/>
                      <a:pt x="798" y="1022"/>
                      <a:pt x="511" y="1022"/>
                    </a:cubicBezTo>
                    <a:cubicBezTo>
                      <a:pt x="224" y="1022"/>
                      <a:pt x="0" y="798"/>
                      <a:pt x="0" y="511"/>
                    </a:cubicBezTo>
                    <a:cubicBezTo>
                      <a:pt x="0" y="224"/>
                      <a:pt x="224" y="1"/>
                      <a:pt x="511" y="1"/>
                    </a:cubicBezTo>
                    <a:cubicBezTo>
                      <a:pt x="798" y="1"/>
                      <a:pt x="1022" y="224"/>
                      <a:pt x="1022" y="5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65" name="Google Shape;1165;p29"/>
              <p:cNvSpPr/>
              <p:nvPr/>
            </p:nvSpPr>
            <p:spPr>
              <a:xfrm>
                <a:off x="3176988" y="6051975"/>
                <a:ext cx="42300" cy="42325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1693" extrusionOk="0">
                    <a:moveTo>
                      <a:pt x="1692" y="831"/>
                    </a:moveTo>
                    <a:cubicBezTo>
                      <a:pt x="1692" y="1309"/>
                      <a:pt x="1309" y="1692"/>
                      <a:pt x="862" y="1692"/>
                    </a:cubicBezTo>
                    <a:cubicBezTo>
                      <a:pt x="383" y="1692"/>
                      <a:pt x="0" y="1309"/>
                      <a:pt x="0" y="831"/>
                    </a:cubicBezTo>
                    <a:cubicBezTo>
                      <a:pt x="0" y="384"/>
                      <a:pt x="383" y="1"/>
                      <a:pt x="862" y="1"/>
                    </a:cubicBezTo>
                    <a:cubicBezTo>
                      <a:pt x="1309" y="1"/>
                      <a:pt x="1692" y="384"/>
                      <a:pt x="1692" y="83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66" name="Google Shape;1166;p29"/>
              <p:cNvSpPr/>
              <p:nvPr/>
            </p:nvSpPr>
            <p:spPr>
              <a:xfrm>
                <a:off x="3354113" y="6491600"/>
                <a:ext cx="42300" cy="42325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1693" extrusionOk="0">
                    <a:moveTo>
                      <a:pt x="1692" y="830"/>
                    </a:moveTo>
                    <a:cubicBezTo>
                      <a:pt x="1692" y="1309"/>
                      <a:pt x="1309" y="1692"/>
                      <a:pt x="862" y="1692"/>
                    </a:cubicBezTo>
                    <a:cubicBezTo>
                      <a:pt x="383" y="1692"/>
                      <a:pt x="0" y="1309"/>
                      <a:pt x="0" y="830"/>
                    </a:cubicBezTo>
                    <a:cubicBezTo>
                      <a:pt x="0" y="384"/>
                      <a:pt x="383" y="1"/>
                      <a:pt x="862" y="1"/>
                    </a:cubicBezTo>
                    <a:cubicBezTo>
                      <a:pt x="1309" y="1"/>
                      <a:pt x="1692" y="384"/>
                      <a:pt x="1692" y="83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1167" name="Google Shape;1167;p29"/>
          <p:cNvGrpSpPr/>
          <p:nvPr/>
        </p:nvGrpSpPr>
        <p:grpSpPr>
          <a:xfrm rot="3578081">
            <a:off x="273885" y="-17891"/>
            <a:ext cx="779783" cy="792581"/>
            <a:chOff x="2214950" y="5878400"/>
            <a:chExt cx="584850" cy="594450"/>
          </a:xfrm>
        </p:grpSpPr>
        <p:sp>
          <p:nvSpPr>
            <p:cNvPr id="1168" name="Google Shape;1168;p29"/>
            <p:cNvSpPr/>
            <p:nvPr/>
          </p:nvSpPr>
          <p:spPr>
            <a:xfrm>
              <a:off x="2228500" y="5891175"/>
              <a:ext cx="546575" cy="562525"/>
            </a:xfrm>
            <a:custGeom>
              <a:avLst/>
              <a:gdLst/>
              <a:ahLst/>
              <a:cxnLst/>
              <a:rect l="l" t="t" r="r" b="b"/>
              <a:pathLst>
                <a:path w="21863" h="22501" fill="none" extrusionOk="0">
                  <a:moveTo>
                    <a:pt x="14969" y="1"/>
                  </a:moveTo>
                  <a:lnTo>
                    <a:pt x="1" y="17202"/>
                  </a:lnTo>
                  <a:lnTo>
                    <a:pt x="21862" y="22500"/>
                  </a:lnTo>
                  <a:lnTo>
                    <a:pt x="16213" y="12192"/>
                  </a:lnTo>
                  <a:lnTo>
                    <a:pt x="1" y="17202"/>
                  </a:lnTo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319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9" name="Google Shape;1169;p29"/>
            <p:cNvSpPr/>
            <p:nvPr/>
          </p:nvSpPr>
          <p:spPr>
            <a:xfrm>
              <a:off x="2589950" y="5878400"/>
              <a:ext cx="25550" cy="25575"/>
            </a:xfrm>
            <a:custGeom>
              <a:avLst/>
              <a:gdLst/>
              <a:ahLst/>
              <a:cxnLst/>
              <a:rect l="l" t="t" r="r" b="b"/>
              <a:pathLst>
                <a:path w="1022" h="1023" extrusionOk="0">
                  <a:moveTo>
                    <a:pt x="1021" y="512"/>
                  </a:moveTo>
                  <a:cubicBezTo>
                    <a:pt x="1021" y="799"/>
                    <a:pt x="798" y="1022"/>
                    <a:pt x="511" y="1022"/>
                  </a:cubicBezTo>
                  <a:cubicBezTo>
                    <a:pt x="224" y="1022"/>
                    <a:pt x="0" y="799"/>
                    <a:pt x="0" y="512"/>
                  </a:cubicBezTo>
                  <a:cubicBezTo>
                    <a:pt x="0" y="256"/>
                    <a:pt x="224" y="1"/>
                    <a:pt x="511" y="1"/>
                  </a:cubicBezTo>
                  <a:cubicBezTo>
                    <a:pt x="798" y="1"/>
                    <a:pt x="1021" y="256"/>
                    <a:pt x="1021" y="512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0" name="Google Shape;1170;p29"/>
            <p:cNvSpPr/>
            <p:nvPr/>
          </p:nvSpPr>
          <p:spPr>
            <a:xfrm>
              <a:off x="2621050" y="6183200"/>
              <a:ext cx="25575" cy="25550"/>
            </a:xfrm>
            <a:custGeom>
              <a:avLst/>
              <a:gdLst/>
              <a:ahLst/>
              <a:cxnLst/>
              <a:rect l="l" t="t" r="r" b="b"/>
              <a:pathLst>
                <a:path w="1023" h="1022" extrusionOk="0">
                  <a:moveTo>
                    <a:pt x="1022" y="511"/>
                  </a:moveTo>
                  <a:cubicBezTo>
                    <a:pt x="1022" y="798"/>
                    <a:pt x="799" y="1021"/>
                    <a:pt x="511" y="1021"/>
                  </a:cubicBezTo>
                  <a:cubicBezTo>
                    <a:pt x="224" y="1021"/>
                    <a:pt x="1" y="798"/>
                    <a:pt x="1" y="511"/>
                  </a:cubicBezTo>
                  <a:cubicBezTo>
                    <a:pt x="1" y="224"/>
                    <a:pt x="224" y="0"/>
                    <a:pt x="511" y="0"/>
                  </a:cubicBezTo>
                  <a:cubicBezTo>
                    <a:pt x="799" y="0"/>
                    <a:pt x="1022" y="224"/>
                    <a:pt x="1022" y="51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1" name="Google Shape;1171;p29"/>
            <p:cNvSpPr/>
            <p:nvPr/>
          </p:nvSpPr>
          <p:spPr>
            <a:xfrm>
              <a:off x="2214950" y="6294100"/>
              <a:ext cx="42300" cy="42300"/>
            </a:xfrm>
            <a:custGeom>
              <a:avLst/>
              <a:gdLst/>
              <a:ahLst/>
              <a:cxnLst/>
              <a:rect l="l" t="t" r="r" b="b"/>
              <a:pathLst>
                <a:path w="1692" h="1692" extrusionOk="0">
                  <a:moveTo>
                    <a:pt x="1692" y="830"/>
                  </a:moveTo>
                  <a:cubicBezTo>
                    <a:pt x="1692" y="1309"/>
                    <a:pt x="1309" y="1692"/>
                    <a:pt x="830" y="1692"/>
                  </a:cubicBezTo>
                  <a:cubicBezTo>
                    <a:pt x="383" y="1692"/>
                    <a:pt x="0" y="1309"/>
                    <a:pt x="0" y="830"/>
                  </a:cubicBezTo>
                  <a:cubicBezTo>
                    <a:pt x="0" y="351"/>
                    <a:pt x="383" y="0"/>
                    <a:pt x="830" y="0"/>
                  </a:cubicBezTo>
                  <a:cubicBezTo>
                    <a:pt x="1309" y="0"/>
                    <a:pt x="1692" y="351"/>
                    <a:pt x="1692" y="83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2" name="Google Shape;1172;p29"/>
            <p:cNvSpPr/>
            <p:nvPr/>
          </p:nvSpPr>
          <p:spPr>
            <a:xfrm>
              <a:off x="2757500" y="6430525"/>
              <a:ext cx="42300" cy="42325"/>
            </a:xfrm>
            <a:custGeom>
              <a:avLst/>
              <a:gdLst/>
              <a:ahLst/>
              <a:cxnLst/>
              <a:rect l="l" t="t" r="r" b="b"/>
              <a:pathLst>
                <a:path w="1692" h="1693" extrusionOk="0">
                  <a:moveTo>
                    <a:pt x="1692" y="830"/>
                  </a:moveTo>
                  <a:cubicBezTo>
                    <a:pt x="1692" y="1309"/>
                    <a:pt x="1309" y="1692"/>
                    <a:pt x="830" y="1692"/>
                  </a:cubicBezTo>
                  <a:cubicBezTo>
                    <a:pt x="383" y="1692"/>
                    <a:pt x="0" y="1309"/>
                    <a:pt x="0" y="830"/>
                  </a:cubicBezTo>
                  <a:cubicBezTo>
                    <a:pt x="0" y="384"/>
                    <a:pt x="383" y="1"/>
                    <a:pt x="830" y="1"/>
                  </a:cubicBezTo>
                  <a:cubicBezTo>
                    <a:pt x="1309" y="1"/>
                    <a:pt x="1692" y="384"/>
                    <a:pt x="1692" y="83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173" name="Google Shape;1173;p29"/>
          <p:cNvSpPr/>
          <p:nvPr/>
        </p:nvSpPr>
        <p:spPr>
          <a:xfrm>
            <a:off x="9728800" y="93533"/>
            <a:ext cx="5832800" cy="5832800"/>
          </a:xfrm>
          <a:prstGeom prst="ellipse">
            <a:avLst/>
          </a:prstGeom>
          <a:gradFill>
            <a:gsLst>
              <a:gs pos="0">
                <a:schemeClr val="dk2"/>
              </a:gs>
              <a:gs pos="50000">
                <a:srgbClr val="942290">
                  <a:alpha val="0"/>
                </a:srgbClr>
              </a:gs>
              <a:gs pos="100000">
                <a:srgbClr val="94229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74" name="Google Shape;1174;p29"/>
          <p:cNvSpPr/>
          <p:nvPr/>
        </p:nvSpPr>
        <p:spPr>
          <a:xfrm>
            <a:off x="642367" y="-3724467"/>
            <a:ext cx="5832800" cy="58328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7A0B3">
                  <a:alpha val="0"/>
                </a:srgbClr>
              </a:gs>
              <a:gs pos="100000">
                <a:srgbClr val="07A0B3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6415777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30"/>
          <p:cNvSpPr txBox="1">
            <a:spLocks noGrp="1"/>
          </p:cNvSpPr>
          <p:nvPr>
            <p:ph type="title" hasCustomPrompt="1"/>
          </p:nvPr>
        </p:nvSpPr>
        <p:spPr>
          <a:xfrm>
            <a:off x="950967" y="1217800"/>
            <a:ext cx="4768400" cy="10252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3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77" name="Google Shape;1177;p30"/>
          <p:cNvSpPr txBox="1">
            <a:spLocks noGrp="1"/>
          </p:cNvSpPr>
          <p:nvPr>
            <p:ph type="subTitle" idx="1"/>
          </p:nvPr>
        </p:nvSpPr>
        <p:spPr>
          <a:xfrm>
            <a:off x="950967" y="2563160"/>
            <a:ext cx="4768400" cy="4968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178" name="Google Shape;1178;p30"/>
          <p:cNvSpPr txBox="1">
            <a:spLocks noGrp="1"/>
          </p:cNvSpPr>
          <p:nvPr>
            <p:ph type="title" idx="2" hasCustomPrompt="1"/>
          </p:nvPr>
        </p:nvSpPr>
        <p:spPr>
          <a:xfrm>
            <a:off x="3711784" y="3794600"/>
            <a:ext cx="4768400" cy="10252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3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79" name="Google Shape;1179;p30"/>
          <p:cNvSpPr txBox="1">
            <a:spLocks noGrp="1"/>
          </p:cNvSpPr>
          <p:nvPr>
            <p:ph type="subTitle" idx="3"/>
          </p:nvPr>
        </p:nvSpPr>
        <p:spPr>
          <a:xfrm>
            <a:off x="3711784" y="5143392"/>
            <a:ext cx="4768400" cy="4968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180" name="Google Shape;1180;p30"/>
          <p:cNvSpPr txBox="1">
            <a:spLocks noGrp="1"/>
          </p:cNvSpPr>
          <p:nvPr>
            <p:ph type="title" idx="4" hasCustomPrompt="1"/>
          </p:nvPr>
        </p:nvSpPr>
        <p:spPr>
          <a:xfrm>
            <a:off x="6472633" y="1217800"/>
            <a:ext cx="4768400" cy="10252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3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81" name="Google Shape;1181;p30"/>
          <p:cNvSpPr txBox="1">
            <a:spLocks noGrp="1"/>
          </p:cNvSpPr>
          <p:nvPr>
            <p:ph type="subTitle" idx="5"/>
          </p:nvPr>
        </p:nvSpPr>
        <p:spPr>
          <a:xfrm>
            <a:off x="6472633" y="2569996"/>
            <a:ext cx="4768400" cy="4968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182" name="Google Shape;1182;p30"/>
          <p:cNvSpPr/>
          <p:nvPr/>
        </p:nvSpPr>
        <p:spPr>
          <a:xfrm>
            <a:off x="6764433" y="-3403067"/>
            <a:ext cx="5832800" cy="5832800"/>
          </a:xfrm>
          <a:prstGeom prst="ellipse">
            <a:avLst/>
          </a:prstGeom>
          <a:gradFill>
            <a:gsLst>
              <a:gs pos="0">
                <a:schemeClr val="dk2"/>
              </a:gs>
              <a:gs pos="50000">
                <a:srgbClr val="942290">
                  <a:alpha val="0"/>
                </a:srgbClr>
              </a:gs>
              <a:gs pos="100000">
                <a:srgbClr val="94229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83" name="Google Shape;1183;p30"/>
          <p:cNvSpPr/>
          <p:nvPr/>
        </p:nvSpPr>
        <p:spPr>
          <a:xfrm>
            <a:off x="1358784" y="4961833"/>
            <a:ext cx="5832800" cy="58328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7A0B3">
                  <a:alpha val="0"/>
                </a:srgbClr>
              </a:gs>
              <a:gs pos="100000">
                <a:srgbClr val="07A0B3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1709771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31"/>
          <p:cNvSpPr txBox="1">
            <a:spLocks noGrp="1"/>
          </p:cNvSpPr>
          <p:nvPr>
            <p:ph type="title" hasCustomPrompt="1"/>
          </p:nvPr>
        </p:nvSpPr>
        <p:spPr>
          <a:xfrm>
            <a:off x="950967" y="2105233"/>
            <a:ext cx="1393600" cy="9360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86" name="Google Shape;1186;p31"/>
          <p:cNvSpPr txBox="1">
            <a:spLocks noGrp="1"/>
          </p:cNvSpPr>
          <p:nvPr>
            <p:ph type="title" idx="2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1187" name="Google Shape;1187;p31"/>
          <p:cNvSpPr txBox="1">
            <a:spLocks noGrp="1"/>
          </p:cNvSpPr>
          <p:nvPr>
            <p:ph type="subTitle" idx="1"/>
          </p:nvPr>
        </p:nvSpPr>
        <p:spPr>
          <a:xfrm>
            <a:off x="7839600" y="2419667"/>
            <a:ext cx="3392400" cy="7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188" name="Google Shape;1188;p31"/>
          <p:cNvSpPr txBox="1">
            <a:spLocks noGrp="1"/>
          </p:cNvSpPr>
          <p:nvPr>
            <p:ph type="subTitle" idx="3"/>
          </p:nvPr>
        </p:nvSpPr>
        <p:spPr>
          <a:xfrm>
            <a:off x="7839600" y="1944533"/>
            <a:ext cx="33924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189" name="Google Shape;1189;p31"/>
          <p:cNvSpPr txBox="1">
            <a:spLocks noGrp="1"/>
          </p:cNvSpPr>
          <p:nvPr>
            <p:ph type="title" idx="4" hasCustomPrompt="1"/>
          </p:nvPr>
        </p:nvSpPr>
        <p:spPr>
          <a:xfrm>
            <a:off x="950967" y="3607933"/>
            <a:ext cx="1393600" cy="9360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90" name="Google Shape;1190;p31"/>
          <p:cNvSpPr txBox="1">
            <a:spLocks noGrp="1"/>
          </p:cNvSpPr>
          <p:nvPr>
            <p:ph type="subTitle" idx="5"/>
          </p:nvPr>
        </p:nvSpPr>
        <p:spPr>
          <a:xfrm>
            <a:off x="7839600" y="3922367"/>
            <a:ext cx="3392400" cy="7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191" name="Google Shape;1191;p31"/>
          <p:cNvSpPr txBox="1">
            <a:spLocks noGrp="1"/>
          </p:cNvSpPr>
          <p:nvPr>
            <p:ph type="subTitle" idx="6"/>
          </p:nvPr>
        </p:nvSpPr>
        <p:spPr>
          <a:xfrm>
            <a:off x="7839600" y="3447233"/>
            <a:ext cx="33924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192" name="Google Shape;1192;p31"/>
          <p:cNvSpPr txBox="1">
            <a:spLocks noGrp="1"/>
          </p:cNvSpPr>
          <p:nvPr>
            <p:ph type="title" idx="7" hasCustomPrompt="1"/>
          </p:nvPr>
        </p:nvSpPr>
        <p:spPr>
          <a:xfrm>
            <a:off x="950967" y="5110633"/>
            <a:ext cx="1393600" cy="9360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93" name="Google Shape;1193;p31"/>
          <p:cNvSpPr txBox="1">
            <a:spLocks noGrp="1"/>
          </p:cNvSpPr>
          <p:nvPr>
            <p:ph type="subTitle" idx="8"/>
          </p:nvPr>
        </p:nvSpPr>
        <p:spPr>
          <a:xfrm>
            <a:off x="7839600" y="5425067"/>
            <a:ext cx="3392400" cy="7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194" name="Google Shape;1194;p31"/>
          <p:cNvSpPr txBox="1">
            <a:spLocks noGrp="1"/>
          </p:cNvSpPr>
          <p:nvPr>
            <p:ph type="subTitle" idx="9"/>
          </p:nvPr>
        </p:nvSpPr>
        <p:spPr>
          <a:xfrm>
            <a:off x="7839600" y="4949933"/>
            <a:ext cx="33924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grpSp>
        <p:nvGrpSpPr>
          <p:cNvPr id="1195" name="Google Shape;1195;p31"/>
          <p:cNvGrpSpPr/>
          <p:nvPr/>
        </p:nvGrpSpPr>
        <p:grpSpPr>
          <a:xfrm rot="-6494791">
            <a:off x="148216" y="208077"/>
            <a:ext cx="779785" cy="792585"/>
            <a:chOff x="2214950" y="5878400"/>
            <a:chExt cx="584850" cy="594450"/>
          </a:xfrm>
        </p:grpSpPr>
        <p:sp>
          <p:nvSpPr>
            <p:cNvPr id="1196" name="Google Shape;1196;p31"/>
            <p:cNvSpPr/>
            <p:nvPr/>
          </p:nvSpPr>
          <p:spPr>
            <a:xfrm>
              <a:off x="2228500" y="5891175"/>
              <a:ext cx="546575" cy="562525"/>
            </a:xfrm>
            <a:custGeom>
              <a:avLst/>
              <a:gdLst/>
              <a:ahLst/>
              <a:cxnLst/>
              <a:rect l="l" t="t" r="r" b="b"/>
              <a:pathLst>
                <a:path w="21863" h="22501" fill="none" extrusionOk="0">
                  <a:moveTo>
                    <a:pt x="14969" y="1"/>
                  </a:moveTo>
                  <a:lnTo>
                    <a:pt x="1" y="17202"/>
                  </a:lnTo>
                  <a:lnTo>
                    <a:pt x="21862" y="22500"/>
                  </a:lnTo>
                  <a:lnTo>
                    <a:pt x="16213" y="12192"/>
                  </a:lnTo>
                  <a:lnTo>
                    <a:pt x="1" y="17202"/>
                  </a:lnTo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319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7" name="Google Shape;1197;p31"/>
            <p:cNvSpPr/>
            <p:nvPr/>
          </p:nvSpPr>
          <p:spPr>
            <a:xfrm>
              <a:off x="2589950" y="5878400"/>
              <a:ext cx="25550" cy="25575"/>
            </a:xfrm>
            <a:custGeom>
              <a:avLst/>
              <a:gdLst/>
              <a:ahLst/>
              <a:cxnLst/>
              <a:rect l="l" t="t" r="r" b="b"/>
              <a:pathLst>
                <a:path w="1022" h="1023" extrusionOk="0">
                  <a:moveTo>
                    <a:pt x="1021" y="512"/>
                  </a:moveTo>
                  <a:cubicBezTo>
                    <a:pt x="1021" y="799"/>
                    <a:pt x="798" y="1022"/>
                    <a:pt x="511" y="1022"/>
                  </a:cubicBezTo>
                  <a:cubicBezTo>
                    <a:pt x="224" y="1022"/>
                    <a:pt x="0" y="799"/>
                    <a:pt x="0" y="512"/>
                  </a:cubicBezTo>
                  <a:cubicBezTo>
                    <a:pt x="0" y="256"/>
                    <a:pt x="224" y="1"/>
                    <a:pt x="511" y="1"/>
                  </a:cubicBezTo>
                  <a:cubicBezTo>
                    <a:pt x="798" y="1"/>
                    <a:pt x="1021" y="256"/>
                    <a:pt x="1021" y="512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8" name="Google Shape;1198;p31"/>
            <p:cNvSpPr/>
            <p:nvPr/>
          </p:nvSpPr>
          <p:spPr>
            <a:xfrm>
              <a:off x="2621050" y="6183200"/>
              <a:ext cx="25575" cy="25550"/>
            </a:xfrm>
            <a:custGeom>
              <a:avLst/>
              <a:gdLst/>
              <a:ahLst/>
              <a:cxnLst/>
              <a:rect l="l" t="t" r="r" b="b"/>
              <a:pathLst>
                <a:path w="1023" h="1022" extrusionOk="0">
                  <a:moveTo>
                    <a:pt x="1022" y="511"/>
                  </a:moveTo>
                  <a:cubicBezTo>
                    <a:pt x="1022" y="798"/>
                    <a:pt x="799" y="1021"/>
                    <a:pt x="511" y="1021"/>
                  </a:cubicBezTo>
                  <a:cubicBezTo>
                    <a:pt x="224" y="1021"/>
                    <a:pt x="1" y="798"/>
                    <a:pt x="1" y="511"/>
                  </a:cubicBezTo>
                  <a:cubicBezTo>
                    <a:pt x="1" y="224"/>
                    <a:pt x="224" y="0"/>
                    <a:pt x="511" y="0"/>
                  </a:cubicBezTo>
                  <a:cubicBezTo>
                    <a:pt x="799" y="0"/>
                    <a:pt x="1022" y="224"/>
                    <a:pt x="1022" y="51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9" name="Google Shape;1199;p31"/>
            <p:cNvSpPr/>
            <p:nvPr/>
          </p:nvSpPr>
          <p:spPr>
            <a:xfrm>
              <a:off x="2214950" y="6294100"/>
              <a:ext cx="42300" cy="42300"/>
            </a:xfrm>
            <a:custGeom>
              <a:avLst/>
              <a:gdLst/>
              <a:ahLst/>
              <a:cxnLst/>
              <a:rect l="l" t="t" r="r" b="b"/>
              <a:pathLst>
                <a:path w="1692" h="1692" extrusionOk="0">
                  <a:moveTo>
                    <a:pt x="1692" y="830"/>
                  </a:moveTo>
                  <a:cubicBezTo>
                    <a:pt x="1692" y="1309"/>
                    <a:pt x="1309" y="1692"/>
                    <a:pt x="830" y="1692"/>
                  </a:cubicBezTo>
                  <a:cubicBezTo>
                    <a:pt x="383" y="1692"/>
                    <a:pt x="0" y="1309"/>
                    <a:pt x="0" y="830"/>
                  </a:cubicBezTo>
                  <a:cubicBezTo>
                    <a:pt x="0" y="351"/>
                    <a:pt x="383" y="0"/>
                    <a:pt x="830" y="0"/>
                  </a:cubicBezTo>
                  <a:cubicBezTo>
                    <a:pt x="1309" y="0"/>
                    <a:pt x="1692" y="351"/>
                    <a:pt x="1692" y="83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0" name="Google Shape;1200;p31"/>
            <p:cNvSpPr/>
            <p:nvPr/>
          </p:nvSpPr>
          <p:spPr>
            <a:xfrm>
              <a:off x="2757500" y="6430525"/>
              <a:ext cx="42300" cy="42325"/>
            </a:xfrm>
            <a:custGeom>
              <a:avLst/>
              <a:gdLst/>
              <a:ahLst/>
              <a:cxnLst/>
              <a:rect l="l" t="t" r="r" b="b"/>
              <a:pathLst>
                <a:path w="1692" h="1693" extrusionOk="0">
                  <a:moveTo>
                    <a:pt x="1692" y="830"/>
                  </a:moveTo>
                  <a:cubicBezTo>
                    <a:pt x="1692" y="1309"/>
                    <a:pt x="1309" y="1692"/>
                    <a:pt x="830" y="1692"/>
                  </a:cubicBezTo>
                  <a:cubicBezTo>
                    <a:pt x="383" y="1692"/>
                    <a:pt x="0" y="1309"/>
                    <a:pt x="0" y="830"/>
                  </a:cubicBezTo>
                  <a:cubicBezTo>
                    <a:pt x="0" y="384"/>
                    <a:pt x="383" y="1"/>
                    <a:pt x="830" y="1"/>
                  </a:cubicBezTo>
                  <a:cubicBezTo>
                    <a:pt x="1309" y="1"/>
                    <a:pt x="1692" y="384"/>
                    <a:pt x="1692" y="83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201" name="Google Shape;1201;p31"/>
          <p:cNvGrpSpPr/>
          <p:nvPr/>
        </p:nvGrpSpPr>
        <p:grpSpPr>
          <a:xfrm flipH="1">
            <a:off x="9517434" y="-557966"/>
            <a:ext cx="3447215" cy="2324655"/>
            <a:chOff x="-282975" y="-249850"/>
            <a:chExt cx="2585411" cy="1743491"/>
          </a:xfrm>
        </p:grpSpPr>
        <p:grpSp>
          <p:nvGrpSpPr>
            <p:cNvPr id="1202" name="Google Shape;1202;p31"/>
            <p:cNvGrpSpPr/>
            <p:nvPr/>
          </p:nvGrpSpPr>
          <p:grpSpPr>
            <a:xfrm>
              <a:off x="-282975" y="-249850"/>
              <a:ext cx="2585411" cy="1743491"/>
              <a:chOff x="87900" y="-332975"/>
              <a:chExt cx="2585411" cy="1743491"/>
            </a:xfrm>
          </p:grpSpPr>
          <p:grpSp>
            <p:nvGrpSpPr>
              <p:cNvPr id="1203" name="Google Shape;1203;p31"/>
              <p:cNvGrpSpPr/>
              <p:nvPr/>
            </p:nvGrpSpPr>
            <p:grpSpPr>
              <a:xfrm>
                <a:off x="87900" y="-332975"/>
                <a:ext cx="2585411" cy="1464000"/>
                <a:chOff x="87900" y="-332975"/>
                <a:chExt cx="2585411" cy="1464000"/>
              </a:xfrm>
            </p:grpSpPr>
            <p:sp>
              <p:nvSpPr>
                <p:cNvPr id="1204" name="Google Shape;1204;p31"/>
                <p:cNvSpPr/>
                <p:nvPr/>
              </p:nvSpPr>
              <p:spPr>
                <a:xfrm>
                  <a:off x="1599802" y="-332975"/>
                  <a:ext cx="1073509" cy="5430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845" h="20662" fill="none" extrusionOk="0">
                      <a:moveTo>
                        <a:pt x="40844" y="0"/>
                      </a:moveTo>
                      <a:lnTo>
                        <a:pt x="20566" y="3630"/>
                      </a:lnTo>
                      <a:lnTo>
                        <a:pt x="18146" y="17446"/>
                      </a:lnTo>
                      <a:lnTo>
                        <a:pt x="6017" y="20661"/>
                      </a:lnTo>
                      <a:lnTo>
                        <a:pt x="0" y="4234"/>
                      </a:lnTo>
                      <a:lnTo>
                        <a:pt x="20566" y="363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2"/>
                  </a:solidFill>
                  <a:prstDash val="solid"/>
                  <a:miter lim="3183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205" name="Google Shape;1205;p31"/>
                <p:cNvSpPr/>
                <p:nvPr/>
              </p:nvSpPr>
              <p:spPr>
                <a:xfrm>
                  <a:off x="278682" y="-237597"/>
                  <a:ext cx="2264132" cy="1102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146" h="41959" fill="none" extrusionOk="0">
                      <a:moveTo>
                        <a:pt x="50267" y="605"/>
                      </a:moveTo>
                      <a:lnTo>
                        <a:pt x="37024" y="14963"/>
                      </a:lnTo>
                      <a:lnTo>
                        <a:pt x="20056" y="31262"/>
                      </a:lnTo>
                      <a:lnTo>
                        <a:pt x="0" y="29766"/>
                      </a:lnTo>
                      <a:lnTo>
                        <a:pt x="414" y="41959"/>
                      </a:lnTo>
                      <a:lnTo>
                        <a:pt x="20056" y="31262"/>
                      </a:lnTo>
                      <a:lnTo>
                        <a:pt x="43136" y="29511"/>
                      </a:lnTo>
                      <a:lnTo>
                        <a:pt x="37024" y="14963"/>
                      </a:lnTo>
                      <a:lnTo>
                        <a:pt x="56284" y="17032"/>
                      </a:lnTo>
                      <a:lnTo>
                        <a:pt x="70833" y="1"/>
                      </a:lnTo>
                      <a:lnTo>
                        <a:pt x="86145" y="369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2"/>
                  </a:solidFill>
                  <a:prstDash val="solid"/>
                  <a:miter lim="3183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206" name="Google Shape;1206;p31"/>
                <p:cNvSpPr/>
                <p:nvPr/>
              </p:nvSpPr>
              <p:spPr>
                <a:xfrm>
                  <a:off x="112999" y="584039"/>
                  <a:ext cx="692807" cy="524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60" h="19961" fill="none" extrusionOk="0">
                      <a:moveTo>
                        <a:pt x="26360" y="0"/>
                      </a:moveTo>
                      <a:lnTo>
                        <a:pt x="24800" y="9296"/>
                      </a:lnTo>
                      <a:lnTo>
                        <a:pt x="6718" y="10697"/>
                      </a:lnTo>
                      <a:lnTo>
                        <a:pt x="1" y="1996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2"/>
                  </a:solidFill>
                  <a:prstDash val="solid"/>
                  <a:miter lim="3183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207" name="Google Shape;1207;p31"/>
                <p:cNvSpPr/>
                <p:nvPr/>
              </p:nvSpPr>
              <p:spPr>
                <a:xfrm>
                  <a:off x="764795" y="538019"/>
                  <a:ext cx="646786" cy="290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609" h="11047" fill="none" extrusionOk="0">
                      <a:moveTo>
                        <a:pt x="0" y="11047"/>
                      </a:moveTo>
                      <a:lnTo>
                        <a:pt x="24608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2"/>
                  </a:solidFill>
                  <a:prstDash val="solid"/>
                  <a:miter lim="3183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grpSp>
              <p:nvGrpSpPr>
                <p:cNvPr id="1208" name="Google Shape;1208;p31"/>
                <p:cNvGrpSpPr/>
                <p:nvPr/>
              </p:nvGrpSpPr>
              <p:grpSpPr>
                <a:xfrm>
                  <a:off x="87900" y="-262197"/>
                  <a:ext cx="2505918" cy="1393222"/>
                  <a:chOff x="87900" y="-262197"/>
                  <a:chExt cx="2505918" cy="1393222"/>
                </a:xfrm>
              </p:grpSpPr>
              <p:sp>
                <p:nvSpPr>
                  <p:cNvPr id="1209" name="Google Shape;1209;p31"/>
                  <p:cNvSpPr/>
                  <p:nvPr/>
                </p:nvSpPr>
                <p:spPr>
                  <a:xfrm>
                    <a:off x="2052432" y="91089"/>
                    <a:ext cx="50252" cy="442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2" h="1685" extrusionOk="0">
                        <a:moveTo>
                          <a:pt x="969" y="0"/>
                        </a:moveTo>
                        <a:cubicBezTo>
                          <a:pt x="860" y="0"/>
                          <a:pt x="748" y="22"/>
                          <a:pt x="638" y="69"/>
                        </a:cubicBezTo>
                        <a:cubicBezTo>
                          <a:pt x="224" y="260"/>
                          <a:pt x="1" y="738"/>
                          <a:pt x="192" y="1152"/>
                        </a:cubicBezTo>
                        <a:cubicBezTo>
                          <a:pt x="314" y="1493"/>
                          <a:pt x="641" y="1685"/>
                          <a:pt x="973" y="1685"/>
                        </a:cubicBezTo>
                        <a:cubicBezTo>
                          <a:pt x="1075" y="1685"/>
                          <a:pt x="1177" y="1666"/>
                          <a:pt x="1274" y="1629"/>
                        </a:cubicBezTo>
                        <a:cubicBezTo>
                          <a:pt x="1720" y="1438"/>
                          <a:pt x="1911" y="961"/>
                          <a:pt x="1720" y="515"/>
                        </a:cubicBezTo>
                        <a:cubicBezTo>
                          <a:pt x="1600" y="203"/>
                          <a:pt x="1300" y="0"/>
                          <a:pt x="969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210" name="Google Shape;1210;p31"/>
                  <p:cNvSpPr/>
                  <p:nvPr/>
                </p:nvSpPr>
                <p:spPr>
                  <a:xfrm>
                    <a:off x="1578882" y="-242406"/>
                    <a:ext cx="50226" cy="439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1" h="1672" extrusionOk="0">
                        <a:moveTo>
                          <a:pt x="938" y="0"/>
                        </a:moveTo>
                        <a:cubicBezTo>
                          <a:pt x="837" y="0"/>
                          <a:pt x="735" y="18"/>
                          <a:pt x="637" y="56"/>
                        </a:cubicBezTo>
                        <a:cubicBezTo>
                          <a:pt x="191" y="247"/>
                          <a:pt x="0" y="725"/>
                          <a:pt x="160" y="1170"/>
                        </a:cubicBezTo>
                        <a:cubicBezTo>
                          <a:pt x="305" y="1486"/>
                          <a:pt x="617" y="1672"/>
                          <a:pt x="955" y="1672"/>
                        </a:cubicBezTo>
                        <a:cubicBezTo>
                          <a:pt x="1060" y="1672"/>
                          <a:pt x="1168" y="1654"/>
                          <a:pt x="1274" y="1616"/>
                        </a:cubicBezTo>
                        <a:cubicBezTo>
                          <a:pt x="1688" y="1425"/>
                          <a:pt x="1911" y="948"/>
                          <a:pt x="1720" y="502"/>
                        </a:cubicBezTo>
                        <a:cubicBezTo>
                          <a:pt x="1574" y="186"/>
                          <a:pt x="1262" y="0"/>
                          <a:pt x="938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211" name="Google Shape;1211;p31"/>
                  <p:cNvSpPr/>
                  <p:nvPr/>
                </p:nvSpPr>
                <p:spPr>
                  <a:xfrm>
                    <a:off x="1231643" y="139606"/>
                    <a:ext cx="50252" cy="442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2" h="1685" extrusionOk="0">
                        <a:moveTo>
                          <a:pt x="955" y="0"/>
                        </a:moveTo>
                        <a:cubicBezTo>
                          <a:pt x="848" y="0"/>
                          <a:pt x="740" y="22"/>
                          <a:pt x="638" y="70"/>
                        </a:cubicBezTo>
                        <a:cubicBezTo>
                          <a:pt x="192" y="229"/>
                          <a:pt x="1" y="738"/>
                          <a:pt x="192" y="1152"/>
                        </a:cubicBezTo>
                        <a:cubicBezTo>
                          <a:pt x="314" y="1493"/>
                          <a:pt x="622" y="1685"/>
                          <a:pt x="960" y="1685"/>
                        </a:cubicBezTo>
                        <a:cubicBezTo>
                          <a:pt x="1063" y="1685"/>
                          <a:pt x="1170" y="1667"/>
                          <a:pt x="1274" y="1630"/>
                        </a:cubicBezTo>
                        <a:cubicBezTo>
                          <a:pt x="1688" y="1439"/>
                          <a:pt x="1911" y="961"/>
                          <a:pt x="1720" y="515"/>
                        </a:cubicBezTo>
                        <a:cubicBezTo>
                          <a:pt x="1600" y="204"/>
                          <a:pt x="1282" y="0"/>
                          <a:pt x="955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212" name="Google Shape;1212;p31"/>
                  <p:cNvSpPr/>
                  <p:nvPr/>
                </p:nvSpPr>
                <p:spPr>
                  <a:xfrm>
                    <a:off x="744715" y="805125"/>
                    <a:ext cx="50226" cy="443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1" h="1686" extrusionOk="0">
                        <a:moveTo>
                          <a:pt x="938" y="1"/>
                        </a:moveTo>
                        <a:cubicBezTo>
                          <a:pt x="836" y="1"/>
                          <a:pt x="734" y="19"/>
                          <a:pt x="637" y="56"/>
                        </a:cubicBezTo>
                        <a:cubicBezTo>
                          <a:pt x="191" y="247"/>
                          <a:pt x="0" y="725"/>
                          <a:pt x="159" y="1170"/>
                        </a:cubicBezTo>
                        <a:cubicBezTo>
                          <a:pt x="303" y="1482"/>
                          <a:pt x="609" y="1685"/>
                          <a:pt x="942" y="1685"/>
                        </a:cubicBezTo>
                        <a:cubicBezTo>
                          <a:pt x="1051" y="1685"/>
                          <a:pt x="1163" y="1663"/>
                          <a:pt x="1273" y="1616"/>
                        </a:cubicBezTo>
                        <a:cubicBezTo>
                          <a:pt x="1687" y="1457"/>
                          <a:pt x="1910" y="948"/>
                          <a:pt x="1719" y="534"/>
                        </a:cubicBezTo>
                        <a:cubicBezTo>
                          <a:pt x="1597" y="193"/>
                          <a:pt x="1270" y="1"/>
                          <a:pt x="938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213" name="Google Shape;1213;p31"/>
                  <p:cNvSpPr/>
                  <p:nvPr/>
                </p:nvSpPr>
                <p:spPr>
                  <a:xfrm>
                    <a:off x="256920" y="523642"/>
                    <a:ext cx="50226" cy="443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1" h="1686" extrusionOk="0">
                        <a:moveTo>
                          <a:pt x="955" y="1"/>
                        </a:moveTo>
                        <a:cubicBezTo>
                          <a:pt x="847" y="1"/>
                          <a:pt x="739" y="23"/>
                          <a:pt x="637" y="70"/>
                        </a:cubicBezTo>
                        <a:cubicBezTo>
                          <a:pt x="191" y="261"/>
                          <a:pt x="0" y="738"/>
                          <a:pt x="159" y="1152"/>
                        </a:cubicBezTo>
                        <a:cubicBezTo>
                          <a:pt x="306" y="1493"/>
                          <a:pt x="620" y="1685"/>
                          <a:pt x="959" y="1685"/>
                        </a:cubicBezTo>
                        <a:cubicBezTo>
                          <a:pt x="1063" y="1685"/>
                          <a:pt x="1169" y="1667"/>
                          <a:pt x="1274" y="1630"/>
                        </a:cubicBezTo>
                        <a:cubicBezTo>
                          <a:pt x="1688" y="1439"/>
                          <a:pt x="1910" y="961"/>
                          <a:pt x="1719" y="515"/>
                        </a:cubicBezTo>
                        <a:cubicBezTo>
                          <a:pt x="1600" y="204"/>
                          <a:pt x="1281" y="1"/>
                          <a:pt x="955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214" name="Google Shape;1214;p31"/>
                  <p:cNvSpPr/>
                  <p:nvPr/>
                </p:nvSpPr>
                <p:spPr>
                  <a:xfrm>
                    <a:off x="87900" y="1086739"/>
                    <a:ext cx="50226" cy="442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1" h="1685" extrusionOk="0">
                        <a:moveTo>
                          <a:pt x="969" y="0"/>
                        </a:moveTo>
                        <a:cubicBezTo>
                          <a:pt x="860" y="0"/>
                          <a:pt x="748" y="22"/>
                          <a:pt x="637" y="69"/>
                        </a:cubicBezTo>
                        <a:cubicBezTo>
                          <a:pt x="224" y="260"/>
                          <a:pt x="1" y="738"/>
                          <a:pt x="192" y="1152"/>
                        </a:cubicBezTo>
                        <a:cubicBezTo>
                          <a:pt x="313" y="1493"/>
                          <a:pt x="640" y="1685"/>
                          <a:pt x="973" y="1685"/>
                        </a:cubicBezTo>
                        <a:cubicBezTo>
                          <a:pt x="1074" y="1685"/>
                          <a:pt x="1177" y="1667"/>
                          <a:pt x="1274" y="1629"/>
                        </a:cubicBezTo>
                        <a:cubicBezTo>
                          <a:pt x="1720" y="1438"/>
                          <a:pt x="1911" y="961"/>
                          <a:pt x="1752" y="515"/>
                        </a:cubicBezTo>
                        <a:cubicBezTo>
                          <a:pt x="1608" y="204"/>
                          <a:pt x="1302" y="0"/>
                          <a:pt x="969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215" name="Google Shape;1215;p31"/>
                  <p:cNvSpPr/>
                  <p:nvPr/>
                </p:nvSpPr>
                <p:spPr>
                  <a:xfrm>
                    <a:off x="2089253" y="-262197"/>
                    <a:ext cx="79531" cy="718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26" h="2732" extrusionOk="0">
                        <a:moveTo>
                          <a:pt x="1521" y="1"/>
                        </a:moveTo>
                        <a:cubicBezTo>
                          <a:pt x="1408" y="1"/>
                          <a:pt x="1293" y="15"/>
                          <a:pt x="1179" y="45"/>
                        </a:cubicBezTo>
                        <a:cubicBezTo>
                          <a:pt x="446" y="236"/>
                          <a:pt x="1" y="1000"/>
                          <a:pt x="192" y="1732"/>
                        </a:cubicBezTo>
                        <a:cubicBezTo>
                          <a:pt x="353" y="2322"/>
                          <a:pt x="920" y="2732"/>
                          <a:pt x="1514" y="2732"/>
                        </a:cubicBezTo>
                        <a:cubicBezTo>
                          <a:pt x="1625" y="2732"/>
                          <a:pt x="1737" y="2717"/>
                          <a:pt x="1847" y="2687"/>
                        </a:cubicBezTo>
                        <a:cubicBezTo>
                          <a:pt x="2579" y="2496"/>
                          <a:pt x="3025" y="1764"/>
                          <a:pt x="2834" y="1032"/>
                        </a:cubicBezTo>
                        <a:cubicBezTo>
                          <a:pt x="2673" y="415"/>
                          <a:pt x="2127" y="1"/>
                          <a:pt x="1521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216" name="Google Shape;1216;p31"/>
                  <p:cNvSpPr/>
                  <p:nvPr/>
                </p:nvSpPr>
                <p:spPr>
                  <a:xfrm>
                    <a:off x="2515128" y="-174887"/>
                    <a:ext cx="78690" cy="715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94" h="2723" extrusionOk="0">
                        <a:moveTo>
                          <a:pt x="1460" y="0"/>
                        </a:moveTo>
                        <a:cubicBezTo>
                          <a:pt x="1357" y="0"/>
                          <a:pt x="1252" y="11"/>
                          <a:pt x="1147" y="34"/>
                        </a:cubicBezTo>
                        <a:cubicBezTo>
                          <a:pt x="415" y="225"/>
                          <a:pt x="1" y="989"/>
                          <a:pt x="192" y="1721"/>
                        </a:cubicBezTo>
                        <a:cubicBezTo>
                          <a:pt x="351" y="2333"/>
                          <a:pt x="889" y="2723"/>
                          <a:pt x="1489" y="2723"/>
                        </a:cubicBezTo>
                        <a:cubicBezTo>
                          <a:pt x="1607" y="2723"/>
                          <a:pt x="1727" y="2708"/>
                          <a:pt x="1847" y="2676"/>
                        </a:cubicBezTo>
                        <a:cubicBezTo>
                          <a:pt x="2579" y="2485"/>
                          <a:pt x="2993" y="1753"/>
                          <a:pt x="2802" y="1021"/>
                        </a:cubicBezTo>
                        <a:cubicBezTo>
                          <a:pt x="2639" y="394"/>
                          <a:pt x="2078" y="0"/>
                          <a:pt x="1460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217" name="Google Shape;1217;p31"/>
                  <p:cNvSpPr/>
                  <p:nvPr/>
                </p:nvSpPr>
                <p:spPr>
                  <a:xfrm>
                    <a:off x="1716941" y="161184"/>
                    <a:ext cx="79505" cy="718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25" h="2732" extrusionOk="0">
                        <a:moveTo>
                          <a:pt x="1520" y="0"/>
                        </a:moveTo>
                        <a:cubicBezTo>
                          <a:pt x="1408" y="0"/>
                          <a:pt x="1293" y="15"/>
                          <a:pt x="1178" y="44"/>
                        </a:cubicBezTo>
                        <a:cubicBezTo>
                          <a:pt x="446" y="235"/>
                          <a:pt x="0" y="1000"/>
                          <a:pt x="191" y="1732"/>
                        </a:cubicBezTo>
                        <a:cubicBezTo>
                          <a:pt x="352" y="2322"/>
                          <a:pt x="920" y="2731"/>
                          <a:pt x="1533" y="2731"/>
                        </a:cubicBezTo>
                        <a:cubicBezTo>
                          <a:pt x="1647" y="2731"/>
                          <a:pt x="1763" y="2717"/>
                          <a:pt x="1878" y="2687"/>
                        </a:cubicBezTo>
                        <a:cubicBezTo>
                          <a:pt x="2611" y="2496"/>
                          <a:pt x="3025" y="1764"/>
                          <a:pt x="2834" y="1031"/>
                        </a:cubicBezTo>
                        <a:cubicBezTo>
                          <a:pt x="2672" y="414"/>
                          <a:pt x="2127" y="0"/>
                          <a:pt x="1520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218" name="Google Shape;1218;p31"/>
                  <p:cNvSpPr/>
                  <p:nvPr/>
                </p:nvSpPr>
                <p:spPr>
                  <a:xfrm>
                    <a:off x="760590" y="551843"/>
                    <a:ext cx="79531" cy="710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26" h="2705" extrusionOk="0">
                        <a:moveTo>
                          <a:pt x="1508" y="1"/>
                        </a:moveTo>
                        <a:cubicBezTo>
                          <a:pt x="1388" y="1"/>
                          <a:pt x="1267" y="16"/>
                          <a:pt x="1147" y="47"/>
                        </a:cubicBezTo>
                        <a:cubicBezTo>
                          <a:pt x="447" y="238"/>
                          <a:pt x="1" y="970"/>
                          <a:pt x="192" y="1703"/>
                        </a:cubicBezTo>
                        <a:cubicBezTo>
                          <a:pt x="352" y="2315"/>
                          <a:pt x="889" y="2704"/>
                          <a:pt x="1489" y="2704"/>
                        </a:cubicBezTo>
                        <a:cubicBezTo>
                          <a:pt x="1607" y="2704"/>
                          <a:pt x="1727" y="2689"/>
                          <a:pt x="1847" y="2658"/>
                        </a:cubicBezTo>
                        <a:cubicBezTo>
                          <a:pt x="2580" y="2467"/>
                          <a:pt x="3025" y="1735"/>
                          <a:pt x="2834" y="1002"/>
                        </a:cubicBezTo>
                        <a:cubicBezTo>
                          <a:pt x="2675" y="390"/>
                          <a:pt x="2115" y="1"/>
                          <a:pt x="1508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219" name="Google Shape;1219;p31"/>
                  <p:cNvSpPr/>
                  <p:nvPr/>
                </p:nvSpPr>
                <p:spPr>
                  <a:xfrm>
                    <a:off x="257761" y="836322"/>
                    <a:ext cx="79505" cy="718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25" h="2734" extrusionOk="0">
                        <a:moveTo>
                          <a:pt x="1537" y="1"/>
                        </a:moveTo>
                        <a:cubicBezTo>
                          <a:pt x="1419" y="1"/>
                          <a:pt x="1298" y="16"/>
                          <a:pt x="1178" y="47"/>
                        </a:cubicBezTo>
                        <a:cubicBezTo>
                          <a:pt x="446" y="238"/>
                          <a:pt x="0" y="970"/>
                          <a:pt x="191" y="1702"/>
                        </a:cubicBezTo>
                        <a:cubicBezTo>
                          <a:pt x="352" y="2320"/>
                          <a:pt x="921" y="2734"/>
                          <a:pt x="1534" y="2734"/>
                        </a:cubicBezTo>
                        <a:cubicBezTo>
                          <a:pt x="1648" y="2734"/>
                          <a:pt x="1764" y="2719"/>
                          <a:pt x="1878" y="2689"/>
                        </a:cubicBezTo>
                        <a:cubicBezTo>
                          <a:pt x="2579" y="2498"/>
                          <a:pt x="3024" y="1734"/>
                          <a:pt x="2833" y="1002"/>
                        </a:cubicBezTo>
                        <a:cubicBezTo>
                          <a:pt x="2674" y="390"/>
                          <a:pt x="2136" y="1"/>
                          <a:pt x="1537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</p:grpSp>
          </p:grpSp>
          <p:grpSp>
            <p:nvGrpSpPr>
              <p:cNvPr id="1220" name="Google Shape;1220;p31"/>
              <p:cNvGrpSpPr/>
              <p:nvPr/>
            </p:nvGrpSpPr>
            <p:grpSpPr>
              <a:xfrm rot="7018040">
                <a:off x="1012370" y="631076"/>
                <a:ext cx="927961" cy="503495"/>
                <a:chOff x="3176988" y="6051975"/>
                <a:chExt cx="927925" cy="503475"/>
              </a:xfrm>
            </p:grpSpPr>
            <p:sp>
              <p:nvSpPr>
                <p:cNvPr id="1221" name="Google Shape;1221;p31"/>
                <p:cNvSpPr/>
                <p:nvPr/>
              </p:nvSpPr>
              <p:spPr>
                <a:xfrm>
                  <a:off x="3198538" y="6072725"/>
                  <a:ext cx="893625" cy="472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45" h="18894" fill="none" extrusionOk="0">
                      <a:moveTo>
                        <a:pt x="0" y="1"/>
                      </a:moveTo>
                      <a:lnTo>
                        <a:pt x="6862" y="17809"/>
                      </a:lnTo>
                      <a:lnTo>
                        <a:pt x="35744" y="18894"/>
                      </a:lnTo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3191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222" name="Google Shape;1222;p31"/>
                <p:cNvSpPr/>
                <p:nvPr/>
              </p:nvSpPr>
              <p:spPr>
                <a:xfrm>
                  <a:off x="4079363" y="6529900"/>
                  <a:ext cx="25550" cy="2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2" h="1022" extrusionOk="0">
                      <a:moveTo>
                        <a:pt x="1022" y="511"/>
                      </a:moveTo>
                      <a:cubicBezTo>
                        <a:pt x="1022" y="798"/>
                        <a:pt x="798" y="1022"/>
                        <a:pt x="511" y="1022"/>
                      </a:cubicBezTo>
                      <a:cubicBezTo>
                        <a:pt x="224" y="1022"/>
                        <a:pt x="0" y="798"/>
                        <a:pt x="0" y="511"/>
                      </a:cubicBezTo>
                      <a:cubicBezTo>
                        <a:pt x="0" y="224"/>
                        <a:pt x="224" y="1"/>
                        <a:pt x="511" y="1"/>
                      </a:cubicBezTo>
                      <a:cubicBezTo>
                        <a:pt x="798" y="1"/>
                        <a:pt x="1022" y="224"/>
                        <a:pt x="1022" y="5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223" name="Google Shape;1223;p31"/>
                <p:cNvSpPr/>
                <p:nvPr/>
              </p:nvSpPr>
              <p:spPr>
                <a:xfrm>
                  <a:off x="3176988" y="6051975"/>
                  <a:ext cx="42300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693" extrusionOk="0">
                      <a:moveTo>
                        <a:pt x="1692" y="831"/>
                      </a:moveTo>
                      <a:cubicBezTo>
                        <a:pt x="1692" y="1309"/>
                        <a:pt x="1309" y="1692"/>
                        <a:pt x="862" y="1692"/>
                      </a:cubicBezTo>
                      <a:cubicBezTo>
                        <a:pt x="383" y="1692"/>
                        <a:pt x="0" y="1309"/>
                        <a:pt x="0" y="831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09" y="1"/>
                        <a:pt x="1692" y="384"/>
                        <a:pt x="1692" y="83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224" name="Google Shape;1224;p31"/>
                <p:cNvSpPr/>
                <p:nvPr/>
              </p:nvSpPr>
              <p:spPr>
                <a:xfrm>
                  <a:off x="3354113" y="6491600"/>
                  <a:ext cx="42300" cy="4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693" extrusionOk="0">
                      <a:moveTo>
                        <a:pt x="1692" y="830"/>
                      </a:moveTo>
                      <a:cubicBezTo>
                        <a:pt x="1692" y="1309"/>
                        <a:pt x="1309" y="1692"/>
                        <a:pt x="862" y="1692"/>
                      </a:cubicBezTo>
                      <a:cubicBezTo>
                        <a:pt x="383" y="1692"/>
                        <a:pt x="0" y="1309"/>
                        <a:pt x="0" y="830"/>
                      </a:cubicBezTo>
                      <a:cubicBezTo>
                        <a:pt x="0" y="384"/>
                        <a:pt x="383" y="1"/>
                        <a:pt x="862" y="1"/>
                      </a:cubicBezTo>
                      <a:cubicBezTo>
                        <a:pt x="1309" y="1"/>
                        <a:pt x="1692" y="384"/>
                        <a:pt x="1692" y="83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cxnSp>
          <p:nvCxnSpPr>
            <p:cNvPr id="1225" name="Google Shape;1225;p31"/>
            <p:cNvCxnSpPr/>
            <p:nvPr/>
          </p:nvCxnSpPr>
          <p:spPr>
            <a:xfrm rot="10800000">
              <a:off x="365700" y="-61325"/>
              <a:ext cx="76800" cy="7353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6" name="Google Shape;1226;p31"/>
            <p:cNvCxnSpPr/>
            <p:nvPr/>
          </p:nvCxnSpPr>
          <p:spPr>
            <a:xfrm rot="10800000">
              <a:off x="225000" y="-74250"/>
              <a:ext cx="665100" cy="3198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27" name="Google Shape;1227;p31"/>
          <p:cNvSpPr/>
          <p:nvPr/>
        </p:nvSpPr>
        <p:spPr>
          <a:xfrm>
            <a:off x="8324633" y="4689067"/>
            <a:ext cx="5832800" cy="5832800"/>
          </a:xfrm>
          <a:prstGeom prst="ellipse">
            <a:avLst/>
          </a:prstGeom>
          <a:gradFill>
            <a:gsLst>
              <a:gs pos="0">
                <a:schemeClr val="dk2"/>
              </a:gs>
              <a:gs pos="50000">
                <a:srgbClr val="942290">
                  <a:alpha val="0"/>
                </a:srgbClr>
              </a:gs>
              <a:gs pos="100000">
                <a:srgbClr val="94229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28" name="Google Shape;1228;p31"/>
          <p:cNvSpPr/>
          <p:nvPr/>
        </p:nvSpPr>
        <p:spPr>
          <a:xfrm>
            <a:off x="-539967" y="-3888267"/>
            <a:ext cx="5832800" cy="58328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7A0B3">
                  <a:alpha val="0"/>
                </a:srgbClr>
              </a:gs>
              <a:gs pos="100000">
                <a:srgbClr val="07A0B3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609159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32"/>
          <p:cNvSpPr txBox="1">
            <a:spLocks noGrp="1"/>
          </p:cNvSpPr>
          <p:nvPr>
            <p:ph type="title"/>
          </p:nvPr>
        </p:nvSpPr>
        <p:spPr>
          <a:xfrm>
            <a:off x="990000" y="1666133"/>
            <a:ext cx="5878800" cy="1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1231" name="Google Shape;1231;p32"/>
          <p:cNvSpPr txBox="1">
            <a:spLocks noGrp="1"/>
          </p:cNvSpPr>
          <p:nvPr>
            <p:ph type="subTitle" idx="1"/>
          </p:nvPr>
        </p:nvSpPr>
        <p:spPr>
          <a:xfrm>
            <a:off x="990000" y="3077733"/>
            <a:ext cx="5878800" cy="15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grpSp>
        <p:nvGrpSpPr>
          <p:cNvPr id="1232" name="Google Shape;1232;p32"/>
          <p:cNvGrpSpPr/>
          <p:nvPr/>
        </p:nvGrpSpPr>
        <p:grpSpPr>
          <a:xfrm rot="-720667">
            <a:off x="7846251" y="-1370111"/>
            <a:ext cx="4934879" cy="3929243"/>
            <a:chOff x="6007225" y="-933972"/>
            <a:chExt cx="3701187" cy="2946953"/>
          </a:xfrm>
        </p:grpSpPr>
        <p:sp>
          <p:nvSpPr>
            <p:cNvPr id="1233" name="Google Shape;1233;p32"/>
            <p:cNvSpPr/>
            <p:nvPr/>
          </p:nvSpPr>
          <p:spPr>
            <a:xfrm>
              <a:off x="8729100" y="1485550"/>
              <a:ext cx="60300" cy="6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234" name="Google Shape;1234;p32"/>
            <p:cNvGrpSpPr/>
            <p:nvPr/>
          </p:nvGrpSpPr>
          <p:grpSpPr>
            <a:xfrm>
              <a:off x="6007225" y="-933972"/>
              <a:ext cx="3701187" cy="2946953"/>
              <a:chOff x="6007225" y="-933972"/>
              <a:chExt cx="3701187" cy="2946953"/>
            </a:xfrm>
          </p:grpSpPr>
          <p:grpSp>
            <p:nvGrpSpPr>
              <p:cNvPr id="1235" name="Google Shape;1235;p32"/>
              <p:cNvGrpSpPr/>
              <p:nvPr/>
            </p:nvGrpSpPr>
            <p:grpSpPr>
              <a:xfrm rot="3188769">
                <a:off x="7054543" y="-192525"/>
                <a:ext cx="2585515" cy="1464059"/>
                <a:chOff x="87900" y="-332975"/>
                <a:chExt cx="2585411" cy="1464000"/>
              </a:xfrm>
            </p:grpSpPr>
            <p:sp>
              <p:nvSpPr>
                <p:cNvPr id="1236" name="Google Shape;1236;p32"/>
                <p:cNvSpPr/>
                <p:nvPr/>
              </p:nvSpPr>
              <p:spPr>
                <a:xfrm>
                  <a:off x="1599802" y="-332975"/>
                  <a:ext cx="1073509" cy="5430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845" h="20662" fill="none" extrusionOk="0">
                      <a:moveTo>
                        <a:pt x="40844" y="0"/>
                      </a:moveTo>
                      <a:lnTo>
                        <a:pt x="20566" y="3630"/>
                      </a:lnTo>
                      <a:lnTo>
                        <a:pt x="18146" y="17446"/>
                      </a:lnTo>
                      <a:lnTo>
                        <a:pt x="6017" y="20661"/>
                      </a:lnTo>
                      <a:lnTo>
                        <a:pt x="0" y="4234"/>
                      </a:lnTo>
                      <a:lnTo>
                        <a:pt x="20566" y="363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2"/>
                  </a:solidFill>
                  <a:prstDash val="solid"/>
                  <a:miter lim="3183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237" name="Google Shape;1237;p32"/>
                <p:cNvSpPr/>
                <p:nvPr/>
              </p:nvSpPr>
              <p:spPr>
                <a:xfrm>
                  <a:off x="278682" y="-237597"/>
                  <a:ext cx="2264132" cy="1102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146" h="41959" fill="none" extrusionOk="0">
                      <a:moveTo>
                        <a:pt x="50267" y="605"/>
                      </a:moveTo>
                      <a:lnTo>
                        <a:pt x="37024" y="14963"/>
                      </a:lnTo>
                      <a:lnTo>
                        <a:pt x="20056" y="31262"/>
                      </a:lnTo>
                      <a:lnTo>
                        <a:pt x="0" y="29766"/>
                      </a:lnTo>
                      <a:lnTo>
                        <a:pt x="414" y="41959"/>
                      </a:lnTo>
                      <a:lnTo>
                        <a:pt x="20056" y="31262"/>
                      </a:lnTo>
                      <a:lnTo>
                        <a:pt x="43136" y="29511"/>
                      </a:lnTo>
                      <a:lnTo>
                        <a:pt x="37024" y="14963"/>
                      </a:lnTo>
                      <a:lnTo>
                        <a:pt x="56284" y="17032"/>
                      </a:lnTo>
                      <a:lnTo>
                        <a:pt x="70833" y="1"/>
                      </a:lnTo>
                      <a:lnTo>
                        <a:pt x="86145" y="369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2"/>
                  </a:solidFill>
                  <a:prstDash val="solid"/>
                  <a:miter lim="3183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238" name="Google Shape;1238;p32"/>
                <p:cNvSpPr/>
                <p:nvPr/>
              </p:nvSpPr>
              <p:spPr>
                <a:xfrm>
                  <a:off x="112999" y="584039"/>
                  <a:ext cx="692807" cy="524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60" h="19961" fill="none" extrusionOk="0">
                      <a:moveTo>
                        <a:pt x="26360" y="0"/>
                      </a:moveTo>
                      <a:lnTo>
                        <a:pt x="24800" y="9296"/>
                      </a:lnTo>
                      <a:lnTo>
                        <a:pt x="6718" y="10697"/>
                      </a:lnTo>
                      <a:lnTo>
                        <a:pt x="1" y="1996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2"/>
                  </a:solidFill>
                  <a:prstDash val="solid"/>
                  <a:miter lim="3183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239" name="Google Shape;1239;p32"/>
                <p:cNvSpPr/>
                <p:nvPr/>
              </p:nvSpPr>
              <p:spPr>
                <a:xfrm>
                  <a:off x="764795" y="538019"/>
                  <a:ext cx="646786" cy="290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609" h="11047" fill="none" extrusionOk="0">
                      <a:moveTo>
                        <a:pt x="0" y="11047"/>
                      </a:moveTo>
                      <a:lnTo>
                        <a:pt x="24608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2"/>
                  </a:solidFill>
                  <a:prstDash val="solid"/>
                  <a:miter lim="3183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grpSp>
              <p:nvGrpSpPr>
                <p:cNvPr id="1240" name="Google Shape;1240;p32"/>
                <p:cNvGrpSpPr/>
                <p:nvPr/>
              </p:nvGrpSpPr>
              <p:grpSpPr>
                <a:xfrm>
                  <a:off x="87900" y="-262197"/>
                  <a:ext cx="2505918" cy="1393222"/>
                  <a:chOff x="87900" y="-262197"/>
                  <a:chExt cx="2505918" cy="1393222"/>
                </a:xfrm>
              </p:grpSpPr>
              <p:sp>
                <p:nvSpPr>
                  <p:cNvPr id="1241" name="Google Shape;1241;p32"/>
                  <p:cNvSpPr/>
                  <p:nvPr/>
                </p:nvSpPr>
                <p:spPr>
                  <a:xfrm>
                    <a:off x="2052432" y="91089"/>
                    <a:ext cx="50252" cy="442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2" h="1685" extrusionOk="0">
                        <a:moveTo>
                          <a:pt x="969" y="0"/>
                        </a:moveTo>
                        <a:cubicBezTo>
                          <a:pt x="860" y="0"/>
                          <a:pt x="748" y="22"/>
                          <a:pt x="638" y="69"/>
                        </a:cubicBezTo>
                        <a:cubicBezTo>
                          <a:pt x="224" y="260"/>
                          <a:pt x="1" y="738"/>
                          <a:pt x="192" y="1152"/>
                        </a:cubicBezTo>
                        <a:cubicBezTo>
                          <a:pt x="314" y="1493"/>
                          <a:pt x="641" y="1685"/>
                          <a:pt x="973" y="1685"/>
                        </a:cubicBezTo>
                        <a:cubicBezTo>
                          <a:pt x="1075" y="1685"/>
                          <a:pt x="1177" y="1666"/>
                          <a:pt x="1274" y="1629"/>
                        </a:cubicBezTo>
                        <a:cubicBezTo>
                          <a:pt x="1720" y="1438"/>
                          <a:pt x="1911" y="961"/>
                          <a:pt x="1720" y="515"/>
                        </a:cubicBezTo>
                        <a:cubicBezTo>
                          <a:pt x="1600" y="203"/>
                          <a:pt x="1300" y="0"/>
                          <a:pt x="969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242" name="Google Shape;1242;p32"/>
                  <p:cNvSpPr/>
                  <p:nvPr/>
                </p:nvSpPr>
                <p:spPr>
                  <a:xfrm>
                    <a:off x="1578882" y="-242406"/>
                    <a:ext cx="50226" cy="439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1" h="1672" extrusionOk="0">
                        <a:moveTo>
                          <a:pt x="938" y="0"/>
                        </a:moveTo>
                        <a:cubicBezTo>
                          <a:pt x="837" y="0"/>
                          <a:pt x="735" y="18"/>
                          <a:pt x="637" y="56"/>
                        </a:cubicBezTo>
                        <a:cubicBezTo>
                          <a:pt x="191" y="247"/>
                          <a:pt x="0" y="725"/>
                          <a:pt x="160" y="1170"/>
                        </a:cubicBezTo>
                        <a:cubicBezTo>
                          <a:pt x="305" y="1486"/>
                          <a:pt x="617" y="1672"/>
                          <a:pt x="955" y="1672"/>
                        </a:cubicBezTo>
                        <a:cubicBezTo>
                          <a:pt x="1060" y="1672"/>
                          <a:pt x="1168" y="1654"/>
                          <a:pt x="1274" y="1616"/>
                        </a:cubicBezTo>
                        <a:cubicBezTo>
                          <a:pt x="1688" y="1425"/>
                          <a:pt x="1911" y="948"/>
                          <a:pt x="1720" y="502"/>
                        </a:cubicBezTo>
                        <a:cubicBezTo>
                          <a:pt x="1574" y="186"/>
                          <a:pt x="1262" y="0"/>
                          <a:pt x="938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243" name="Google Shape;1243;p32"/>
                  <p:cNvSpPr/>
                  <p:nvPr/>
                </p:nvSpPr>
                <p:spPr>
                  <a:xfrm>
                    <a:off x="1231643" y="139606"/>
                    <a:ext cx="50252" cy="442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2" h="1685" extrusionOk="0">
                        <a:moveTo>
                          <a:pt x="955" y="0"/>
                        </a:moveTo>
                        <a:cubicBezTo>
                          <a:pt x="848" y="0"/>
                          <a:pt x="740" y="22"/>
                          <a:pt x="638" y="70"/>
                        </a:cubicBezTo>
                        <a:cubicBezTo>
                          <a:pt x="192" y="229"/>
                          <a:pt x="1" y="738"/>
                          <a:pt x="192" y="1152"/>
                        </a:cubicBezTo>
                        <a:cubicBezTo>
                          <a:pt x="314" y="1493"/>
                          <a:pt x="622" y="1685"/>
                          <a:pt x="960" y="1685"/>
                        </a:cubicBezTo>
                        <a:cubicBezTo>
                          <a:pt x="1063" y="1685"/>
                          <a:pt x="1170" y="1667"/>
                          <a:pt x="1274" y="1630"/>
                        </a:cubicBezTo>
                        <a:cubicBezTo>
                          <a:pt x="1688" y="1439"/>
                          <a:pt x="1911" y="961"/>
                          <a:pt x="1720" y="515"/>
                        </a:cubicBezTo>
                        <a:cubicBezTo>
                          <a:pt x="1600" y="204"/>
                          <a:pt x="1282" y="0"/>
                          <a:pt x="955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244" name="Google Shape;1244;p32"/>
                  <p:cNvSpPr/>
                  <p:nvPr/>
                </p:nvSpPr>
                <p:spPr>
                  <a:xfrm>
                    <a:off x="1383107" y="517781"/>
                    <a:ext cx="50226" cy="439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1" h="1672" extrusionOk="0">
                        <a:moveTo>
                          <a:pt x="954" y="1"/>
                        </a:moveTo>
                        <a:cubicBezTo>
                          <a:pt x="847" y="1"/>
                          <a:pt x="739" y="23"/>
                          <a:pt x="637" y="70"/>
                        </a:cubicBezTo>
                        <a:cubicBezTo>
                          <a:pt x="191" y="229"/>
                          <a:pt x="0" y="738"/>
                          <a:pt x="191" y="1152"/>
                        </a:cubicBezTo>
                        <a:cubicBezTo>
                          <a:pt x="309" y="1481"/>
                          <a:pt x="600" y="1672"/>
                          <a:pt x="924" y="1672"/>
                        </a:cubicBezTo>
                        <a:cubicBezTo>
                          <a:pt x="1038" y="1672"/>
                          <a:pt x="1157" y="1648"/>
                          <a:pt x="1273" y="1598"/>
                        </a:cubicBezTo>
                        <a:cubicBezTo>
                          <a:pt x="1687" y="1439"/>
                          <a:pt x="1910" y="929"/>
                          <a:pt x="1719" y="516"/>
                        </a:cubicBezTo>
                        <a:cubicBezTo>
                          <a:pt x="1599" y="204"/>
                          <a:pt x="1281" y="1"/>
                          <a:pt x="954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245" name="Google Shape;1245;p32"/>
                  <p:cNvSpPr/>
                  <p:nvPr/>
                </p:nvSpPr>
                <p:spPr>
                  <a:xfrm>
                    <a:off x="744715" y="805125"/>
                    <a:ext cx="50226" cy="443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1" h="1686" extrusionOk="0">
                        <a:moveTo>
                          <a:pt x="938" y="1"/>
                        </a:moveTo>
                        <a:cubicBezTo>
                          <a:pt x="836" y="1"/>
                          <a:pt x="734" y="19"/>
                          <a:pt x="637" y="56"/>
                        </a:cubicBezTo>
                        <a:cubicBezTo>
                          <a:pt x="191" y="247"/>
                          <a:pt x="0" y="725"/>
                          <a:pt x="159" y="1170"/>
                        </a:cubicBezTo>
                        <a:cubicBezTo>
                          <a:pt x="303" y="1482"/>
                          <a:pt x="609" y="1685"/>
                          <a:pt x="942" y="1685"/>
                        </a:cubicBezTo>
                        <a:cubicBezTo>
                          <a:pt x="1051" y="1685"/>
                          <a:pt x="1163" y="1663"/>
                          <a:pt x="1273" y="1616"/>
                        </a:cubicBezTo>
                        <a:cubicBezTo>
                          <a:pt x="1687" y="1457"/>
                          <a:pt x="1910" y="948"/>
                          <a:pt x="1719" y="534"/>
                        </a:cubicBezTo>
                        <a:cubicBezTo>
                          <a:pt x="1597" y="193"/>
                          <a:pt x="1270" y="1"/>
                          <a:pt x="938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246" name="Google Shape;1246;p32"/>
                  <p:cNvSpPr/>
                  <p:nvPr/>
                </p:nvSpPr>
                <p:spPr>
                  <a:xfrm>
                    <a:off x="256920" y="523642"/>
                    <a:ext cx="50226" cy="443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1" h="1686" extrusionOk="0">
                        <a:moveTo>
                          <a:pt x="955" y="1"/>
                        </a:moveTo>
                        <a:cubicBezTo>
                          <a:pt x="847" y="1"/>
                          <a:pt x="739" y="23"/>
                          <a:pt x="637" y="70"/>
                        </a:cubicBezTo>
                        <a:cubicBezTo>
                          <a:pt x="191" y="261"/>
                          <a:pt x="0" y="738"/>
                          <a:pt x="159" y="1152"/>
                        </a:cubicBezTo>
                        <a:cubicBezTo>
                          <a:pt x="306" y="1493"/>
                          <a:pt x="620" y="1685"/>
                          <a:pt x="959" y="1685"/>
                        </a:cubicBezTo>
                        <a:cubicBezTo>
                          <a:pt x="1063" y="1685"/>
                          <a:pt x="1169" y="1667"/>
                          <a:pt x="1274" y="1630"/>
                        </a:cubicBezTo>
                        <a:cubicBezTo>
                          <a:pt x="1688" y="1439"/>
                          <a:pt x="1910" y="961"/>
                          <a:pt x="1719" y="515"/>
                        </a:cubicBezTo>
                        <a:cubicBezTo>
                          <a:pt x="1600" y="204"/>
                          <a:pt x="1281" y="1"/>
                          <a:pt x="955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247" name="Google Shape;1247;p32"/>
                  <p:cNvSpPr/>
                  <p:nvPr/>
                </p:nvSpPr>
                <p:spPr>
                  <a:xfrm>
                    <a:off x="87900" y="1086739"/>
                    <a:ext cx="50226" cy="442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1" h="1685" extrusionOk="0">
                        <a:moveTo>
                          <a:pt x="969" y="0"/>
                        </a:moveTo>
                        <a:cubicBezTo>
                          <a:pt x="860" y="0"/>
                          <a:pt x="748" y="22"/>
                          <a:pt x="637" y="69"/>
                        </a:cubicBezTo>
                        <a:cubicBezTo>
                          <a:pt x="224" y="260"/>
                          <a:pt x="1" y="738"/>
                          <a:pt x="192" y="1152"/>
                        </a:cubicBezTo>
                        <a:cubicBezTo>
                          <a:pt x="313" y="1493"/>
                          <a:pt x="640" y="1685"/>
                          <a:pt x="973" y="1685"/>
                        </a:cubicBezTo>
                        <a:cubicBezTo>
                          <a:pt x="1074" y="1685"/>
                          <a:pt x="1177" y="1667"/>
                          <a:pt x="1274" y="1629"/>
                        </a:cubicBezTo>
                        <a:cubicBezTo>
                          <a:pt x="1720" y="1438"/>
                          <a:pt x="1911" y="961"/>
                          <a:pt x="1752" y="515"/>
                        </a:cubicBezTo>
                        <a:cubicBezTo>
                          <a:pt x="1608" y="204"/>
                          <a:pt x="1302" y="0"/>
                          <a:pt x="969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248" name="Google Shape;1248;p32"/>
                  <p:cNvSpPr/>
                  <p:nvPr/>
                </p:nvSpPr>
                <p:spPr>
                  <a:xfrm>
                    <a:off x="2089253" y="-262197"/>
                    <a:ext cx="79531" cy="718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26" h="2732" extrusionOk="0">
                        <a:moveTo>
                          <a:pt x="1521" y="1"/>
                        </a:moveTo>
                        <a:cubicBezTo>
                          <a:pt x="1408" y="1"/>
                          <a:pt x="1293" y="15"/>
                          <a:pt x="1179" y="45"/>
                        </a:cubicBezTo>
                        <a:cubicBezTo>
                          <a:pt x="446" y="236"/>
                          <a:pt x="1" y="1000"/>
                          <a:pt x="192" y="1732"/>
                        </a:cubicBezTo>
                        <a:cubicBezTo>
                          <a:pt x="353" y="2322"/>
                          <a:pt x="920" y="2732"/>
                          <a:pt x="1514" y="2732"/>
                        </a:cubicBezTo>
                        <a:cubicBezTo>
                          <a:pt x="1625" y="2732"/>
                          <a:pt x="1737" y="2717"/>
                          <a:pt x="1847" y="2687"/>
                        </a:cubicBezTo>
                        <a:cubicBezTo>
                          <a:pt x="2579" y="2496"/>
                          <a:pt x="3025" y="1764"/>
                          <a:pt x="2834" y="1032"/>
                        </a:cubicBezTo>
                        <a:cubicBezTo>
                          <a:pt x="2673" y="415"/>
                          <a:pt x="2127" y="1"/>
                          <a:pt x="1521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249" name="Google Shape;1249;p32"/>
                  <p:cNvSpPr/>
                  <p:nvPr/>
                </p:nvSpPr>
                <p:spPr>
                  <a:xfrm>
                    <a:off x="2515128" y="-174887"/>
                    <a:ext cx="78690" cy="715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94" h="2723" extrusionOk="0">
                        <a:moveTo>
                          <a:pt x="1460" y="0"/>
                        </a:moveTo>
                        <a:cubicBezTo>
                          <a:pt x="1357" y="0"/>
                          <a:pt x="1252" y="11"/>
                          <a:pt x="1147" y="34"/>
                        </a:cubicBezTo>
                        <a:cubicBezTo>
                          <a:pt x="415" y="225"/>
                          <a:pt x="1" y="989"/>
                          <a:pt x="192" y="1721"/>
                        </a:cubicBezTo>
                        <a:cubicBezTo>
                          <a:pt x="351" y="2333"/>
                          <a:pt x="889" y="2723"/>
                          <a:pt x="1489" y="2723"/>
                        </a:cubicBezTo>
                        <a:cubicBezTo>
                          <a:pt x="1607" y="2723"/>
                          <a:pt x="1727" y="2708"/>
                          <a:pt x="1847" y="2676"/>
                        </a:cubicBezTo>
                        <a:cubicBezTo>
                          <a:pt x="2579" y="2485"/>
                          <a:pt x="2993" y="1753"/>
                          <a:pt x="2802" y="1021"/>
                        </a:cubicBezTo>
                        <a:cubicBezTo>
                          <a:pt x="2639" y="394"/>
                          <a:pt x="2078" y="0"/>
                          <a:pt x="1460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250" name="Google Shape;1250;p32"/>
                  <p:cNvSpPr/>
                  <p:nvPr/>
                </p:nvSpPr>
                <p:spPr>
                  <a:xfrm>
                    <a:off x="1716941" y="161184"/>
                    <a:ext cx="79505" cy="718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25" h="2732" extrusionOk="0">
                        <a:moveTo>
                          <a:pt x="1520" y="0"/>
                        </a:moveTo>
                        <a:cubicBezTo>
                          <a:pt x="1408" y="0"/>
                          <a:pt x="1293" y="15"/>
                          <a:pt x="1178" y="44"/>
                        </a:cubicBezTo>
                        <a:cubicBezTo>
                          <a:pt x="446" y="235"/>
                          <a:pt x="0" y="1000"/>
                          <a:pt x="191" y="1732"/>
                        </a:cubicBezTo>
                        <a:cubicBezTo>
                          <a:pt x="352" y="2322"/>
                          <a:pt x="920" y="2731"/>
                          <a:pt x="1533" y="2731"/>
                        </a:cubicBezTo>
                        <a:cubicBezTo>
                          <a:pt x="1647" y="2731"/>
                          <a:pt x="1763" y="2717"/>
                          <a:pt x="1878" y="2687"/>
                        </a:cubicBezTo>
                        <a:cubicBezTo>
                          <a:pt x="2611" y="2496"/>
                          <a:pt x="3025" y="1764"/>
                          <a:pt x="2834" y="1031"/>
                        </a:cubicBezTo>
                        <a:cubicBezTo>
                          <a:pt x="2672" y="414"/>
                          <a:pt x="2127" y="0"/>
                          <a:pt x="1520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251" name="Google Shape;1251;p32"/>
                  <p:cNvSpPr/>
                  <p:nvPr/>
                </p:nvSpPr>
                <p:spPr>
                  <a:xfrm>
                    <a:off x="760590" y="551843"/>
                    <a:ext cx="79531" cy="710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26" h="2705" extrusionOk="0">
                        <a:moveTo>
                          <a:pt x="1508" y="1"/>
                        </a:moveTo>
                        <a:cubicBezTo>
                          <a:pt x="1388" y="1"/>
                          <a:pt x="1267" y="16"/>
                          <a:pt x="1147" y="47"/>
                        </a:cubicBezTo>
                        <a:cubicBezTo>
                          <a:pt x="447" y="238"/>
                          <a:pt x="1" y="970"/>
                          <a:pt x="192" y="1703"/>
                        </a:cubicBezTo>
                        <a:cubicBezTo>
                          <a:pt x="352" y="2315"/>
                          <a:pt x="889" y="2704"/>
                          <a:pt x="1489" y="2704"/>
                        </a:cubicBezTo>
                        <a:cubicBezTo>
                          <a:pt x="1607" y="2704"/>
                          <a:pt x="1727" y="2689"/>
                          <a:pt x="1847" y="2658"/>
                        </a:cubicBezTo>
                        <a:cubicBezTo>
                          <a:pt x="2580" y="2467"/>
                          <a:pt x="3025" y="1735"/>
                          <a:pt x="2834" y="1002"/>
                        </a:cubicBezTo>
                        <a:cubicBezTo>
                          <a:pt x="2675" y="390"/>
                          <a:pt x="2115" y="1"/>
                          <a:pt x="1508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252" name="Google Shape;1252;p32"/>
                  <p:cNvSpPr/>
                  <p:nvPr/>
                </p:nvSpPr>
                <p:spPr>
                  <a:xfrm>
                    <a:off x="257761" y="836322"/>
                    <a:ext cx="79505" cy="718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25" h="2734" extrusionOk="0">
                        <a:moveTo>
                          <a:pt x="1537" y="1"/>
                        </a:moveTo>
                        <a:cubicBezTo>
                          <a:pt x="1419" y="1"/>
                          <a:pt x="1298" y="16"/>
                          <a:pt x="1178" y="47"/>
                        </a:cubicBezTo>
                        <a:cubicBezTo>
                          <a:pt x="446" y="238"/>
                          <a:pt x="0" y="970"/>
                          <a:pt x="191" y="1702"/>
                        </a:cubicBezTo>
                        <a:cubicBezTo>
                          <a:pt x="352" y="2320"/>
                          <a:pt x="921" y="2734"/>
                          <a:pt x="1534" y="2734"/>
                        </a:cubicBezTo>
                        <a:cubicBezTo>
                          <a:pt x="1648" y="2734"/>
                          <a:pt x="1764" y="2719"/>
                          <a:pt x="1878" y="2689"/>
                        </a:cubicBezTo>
                        <a:cubicBezTo>
                          <a:pt x="2579" y="2498"/>
                          <a:pt x="3024" y="1734"/>
                          <a:pt x="2833" y="1002"/>
                        </a:cubicBezTo>
                        <a:cubicBezTo>
                          <a:pt x="2674" y="390"/>
                          <a:pt x="2136" y="1"/>
                          <a:pt x="1537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</p:grpSp>
          </p:grpSp>
          <p:sp>
            <p:nvSpPr>
              <p:cNvPr id="1253" name="Google Shape;1253;p32"/>
              <p:cNvSpPr/>
              <p:nvPr/>
            </p:nvSpPr>
            <p:spPr>
              <a:xfrm>
                <a:off x="6575975" y="55500"/>
                <a:ext cx="60300" cy="60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54" name="Google Shape;1254;p32"/>
              <p:cNvSpPr/>
              <p:nvPr/>
            </p:nvSpPr>
            <p:spPr>
              <a:xfrm>
                <a:off x="8317150" y="800700"/>
                <a:ext cx="60300" cy="60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55" name="Google Shape;1255;p32"/>
              <p:cNvSpPr/>
              <p:nvPr/>
            </p:nvSpPr>
            <p:spPr>
              <a:xfrm>
                <a:off x="7201950" y="840050"/>
                <a:ext cx="36600" cy="36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56" name="Google Shape;1256;p32"/>
              <p:cNvSpPr/>
              <p:nvPr/>
            </p:nvSpPr>
            <p:spPr>
              <a:xfrm>
                <a:off x="7165350" y="331000"/>
                <a:ext cx="36600" cy="36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57" name="Google Shape;1257;p32"/>
              <p:cNvSpPr/>
              <p:nvPr/>
            </p:nvSpPr>
            <p:spPr>
              <a:xfrm>
                <a:off x="6007225" y="331000"/>
                <a:ext cx="60300" cy="60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cxnSp>
            <p:nvCxnSpPr>
              <p:cNvPr id="1258" name="Google Shape;1258;p32"/>
              <p:cNvCxnSpPr>
                <a:stCxn id="1257" idx="7"/>
                <a:endCxn id="1253" idx="6"/>
              </p:cNvCxnSpPr>
              <p:nvPr/>
            </p:nvCxnSpPr>
            <p:spPr>
              <a:xfrm rot="-10079521" flipH="1">
                <a:off x="6091494" y="28437"/>
                <a:ext cx="511901" cy="36868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59" name="Google Shape;1259;p32"/>
              <p:cNvCxnSpPr>
                <a:stCxn id="1253" idx="1"/>
                <a:endCxn id="1256" idx="6"/>
              </p:cNvCxnSpPr>
              <p:nvPr/>
            </p:nvCxnSpPr>
            <p:spPr>
              <a:xfrm rot="721013">
                <a:off x="6561943" y="131693"/>
                <a:ext cx="662825" cy="15027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60" name="Google Shape;1260;p32"/>
              <p:cNvCxnSpPr>
                <a:stCxn id="1253" idx="6"/>
                <a:endCxn id="1255" idx="5"/>
              </p:cNvCxnSpPr>
              <p:nvPr/>
            </p:nvCxnSpPr>
            <p:spPr>
              <a:xfrm rot="720000">
                <a:off x="6561058" y="156293"/>
                <a:ext cx="747433" cy="64411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61" name="Google Shape;1261;p32"/>
              <p:cNvCxnSpPr>
                <a:stCxn id="1256" idx="4"/>
                <a:endCxn id="1255" idx="4"/>
              </p:cNvCxnSpPr>
              <p:nvPr/>
            </p:nvCxnSpPr>
            <p:spPr>
              <a:xfrm rot="718568">
                <a:off x="7131108" y="376938"/>
                <a:ext cx="141684" cy="49042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62" name="Google Shape;1262;p32"/>
              <p:cNvCxnSpPr>
                <a:stCxn id="1256" idx="2"/>
              </p:cNvCxnSpPr>
              <p:nvPr/>
            </p:nvCxnSpPr>
            <p:spPr>
              <a:xfrm rot="-10078273" flipH="1">
                <a:off x="7174606" y="261102"/>
                <a:ext cx="454888" cy="13709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63" name="Google Shape;1263;p32"/>
              <p:cNvCxnSpPr>
                <a:stCxn id="1255" idx="2"/>
                <a:endCxn id="1254" idx="6"/>
              </p:cNvCxnSpPr>
              <p:nvPr/>
            </p:nvCxnSpPr>
            <p:spPr>
              <a:xfrm rot="-10078974" flipH="1">
                <a:off x="7217614" y="708988"/>
                <a:ext cx="1144072" cy="27142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64" name="Google Shape;1264;p32"/>
              <p:cNvCxnSpPr>
                <a:stCxn id="1254" idx="4"/>
                <a:endCxn id="1233" idx="5"/>
              </p:cNvCxnSpPr>
              <p:nvPr/>
            </p:nvCxnSpPr>
            <p:spPr>
              <a:xfrm rot="721601">
                <a:off x="8281706" y="913553"/>
                <a:ext cx="564388" cy="571093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265" name="Google Shape;1265;p32"/>
              <p:cNvSpPr/>
              <p:nvPr/>
            </p:nvSpPr>
            <p:spPr>
              <a:xfrm>
                <a:off x="7624750" y="603850"/>
                <a:ext cx="36600" cy="36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cxnSp>
            <p:nvCxnSpPr>
              <p:cNvPr id="1266" name="Google Shape;1266;p32"/>
              <p:cNvCxnSpPr>
                <a:stCxn id="1265" idx="6"/>
                <a:endCxn id="1256" idx="5"/>
              </p:cNvCxnSpPr>
              <p:nvPr/>
            </p:nvCxnSpPr>
            <p:spPr>
              <a:xfrm rot="-10078847">
                <a:off x="7174726" y="413285"/>
                <a:ext cx="508548" cy="15762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267" name="Google Shape;1267;p32"/>
          <p:cNvSpPr/>
          <p:nvPr/>
        </p:nvSpPr>
        <p:spPr>
          <a:xfrm>
            <a:off x="1102500" y="-3442767"/>
            <a:ext cx="5832800" cy="58328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7A0B3">
                  <a:alpha val="0"/>
                </a:srgbClr>
              </a:gs>
              <a:gs pos="100000">
                <a:srgbClr val="07A0B3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68" name="Google Shape;1268;p32"/>
          <p:cNvSpPr/>
          <p:nvPr/>
        </p:nvSpPr>
        <p:spPr>
          <a:xfrm>
            <a:off x="4891133" y="4553867"/>
            <a:ext cx="5832800" cy="5832800"/>
          </a:xfrm>
          <a:prstGeom prst="ellipse">
            <a:avLst/>
          </a:prstGeom>
          <a:gradFill>
            <a:gsLst>
              <a:gs pos="0">
                <a:schemeClr val="dk2"/>
              </a:gs>
              <a:gs pos="50000">
                <a:srgbClr val="942290">
                  <a:alpha val="0"/>
                </a:srgbClr>
              </a:gs>
              <a:gs pos="100000">
                <a:srgbClr val="94229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69" name="Google Shape;1269;p32"/>
          <p:cNvGrpSpPr/>
          <p:nvPr/>
        </p:nvGrpSpPr>
        <p:grpSpPr>
          <a:xfrm rot="-10283071">
            <a:off x="10344960" y="697037"/>
            <a:ext cx="1492277" cy="961263"/>
            <a:chOff x="7714450" y="2073044"/>
            <a:chExt cx="1119226" cy="720958"/>
          </a:xfrm>
        </p:grpSpPr>
        <p:sp>
          <p:nvSpPr>
            <p:cNvPr id="1270" name="Google Shape;1270;p32"/>
            <p:cNvSpPr/>
            <p:nvPr/>
          </p:nvSpPr>
          <p:spPr>
            <a:xfrm>
              <a:off x="7740398" y="2102385"/>
              <a:ext cx="1083165" cy="662294"/>
            </a:xfrm>
            <a:custGeom>
              <a:avLst/>
              <a:gdLst/>
              <a:ahLst/>
              <a:cxnLst/>
              <a:rect l="l" t="t" r="r" b="b"/>
              <a:pathLst>
                <a:path w="30639" h="18734" fill="none" extrusionOk="0">
                  <a:moveTo>
                    <a:pt x="1" y="2266"/>
                  </a:moveTo>
                  <a:lnTo>
                    <a:pt x="12320" y="0"/>
                  </a:lnTo>
                  <a:lnTo>
                    <a:pt x="18703" y="957"/>
                  </a:lnTo>
                  <a:lnTo>
                    <a:pt x="18703" y="5394"/>
                  </a:lnTo>
                  <a:cubicBezTo>
                    <a:pt x="18703" y="5394"/>
                    <a:pt x="30639" y="7947"/>
                    <a:pt x="30479" y="8330"/>
                  </a:cubicBezTo>
                  <a:cubicBezTo>
                    <a:pt x="30319" y="8713"/>
                    <a:pt x="25022" y="18319"/>
                    <a:pt x="25022" y="18319"/>
                  </a:cubicBezTo>
                  <a:lnTo>
                    <a:pt x="12607" y="18734"/>
                  </a:lnTo>
                  <a:lnTo>
                    <a:pt x="18703" y="5394"/>
                  </a:lnTo>
                  <a:lnTo>
                    <a:pt x="25022" y="18319"/>
                  </a:lnTo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319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1" name="Google Shape;1271;p32"/>
            <p:cNvSpPr/>
            <p:nvPr/>
          </p:nvSpPr>
          <p:spPr>
            <a:xfrm>
              <a:off x="8175892" y="2102385"/>
              <a:ext cx="225690" cy="190691"/>
            </a:xfrm>
            <a:custGeom>
              <a:avLst/>
              <a:gdLst/>
              <a:ahLst/>
              <a:cxnLst/>
              <a:rect l="l" t="t" r="r" b="b"/>
              <a:pathLst>
                <a:path w="6384" h="5394" fill="none" extrusionOk="0">
                  <a:moveTo>
                    <a:pt x="1" y="0"/>
                  </a:moveTo>
                  <a:lnTo>
                    <a:pt x="6384" y="5394"/>
                  </a:lnTo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319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272" name="Google Shape;1272;p32"/>
            <p:cNvGrpSpPr/>
            <p:nvPr/>
          </p:nvGrpSpPr>
          <p:grpSpPr>
            <a:xfrm>
              <a:off x="7714450" y="2073044"/>
              <a:ext cx="1119226" cy="720958"/>
              <a:chOff x="7714450" y="2073044"/>
              <a:chExt cx="1119226" cy="720958"/>
            </a:xfrm>
          </p:grpSpPr>
          <p:sp>
            <p:nvSpPr>
              <p:cNvPr id="1273" name="Google Shape;1273;p32"/>
              <p:cNvSpPr/>
              <p:nvPr/>
            </p:nvSpPr>
            <p:spPr>
              <a:xfrm>
                <a:off x="8603502" y="2726267"/>
                <a:ext cx="41787" cy="41787"/>
              </a:xfrm>
              <a:custGeom>
                <a:avLst/>
                <a:gdLst/>
                <a:ahLst/>
                <a:cxnLst/>
                <a:rect l="l" t="t" r="r" b="b"/>
                <a:pathLst>
                  <a:path w="1182" h="1182" extrusionOk="0">
                    <a:moveTo>
                      <a:pt x="351" y="160"/>
                    </a:moveTo>
                    <a:cubicBezTo>
                      <a:pt x="607" y="1"/>
                      <a:pt x="894" y="96"/>
                      <a:pt x="1053" y="352"/>
                    </a:cubicBezTo>
                    <a:cubicBezTo>
                      <a:pt x="1181" y="575"/>
                      <a:pt x="1085" y="894"/>
                      <a:pt x="862" y="1022"/>
                    </a:cubicBezTo>
                    <a:cubicBezTo>
                      <a:pt x="607" y="1182"/>
                      <a:pt x="287" y="1086"/>
                      <a:pt x="160" y="830"/>
                    </a:cubicBezTo>
                    <a:cubicBezTo>
                      <a:pt x="0" y="607"/>
                      <a:pt x="96" y="288"/>
                      <a:pt x="351" y="128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74" name="Google Shape;1274;p32"/>
              <p:cNvSpPr/>
              <p:nvPr/>
            </p:nvSpPr>
            <p:spPr>
              <a:xfrm>
                <a:off x="8793021" y="2376535"/>
                <a:ext cx="40655" cy="41787"/>
              </a:xfrm>
              <a:custGeom>
                <a:avLst/>
                <a:gdLst/>
                <a:ahLst/>
                <a:cxnLst/>
                <a:rect l="l" t="t" r="r" b="b"/>
                <a:pathLst>
                  <a:path w="1150" h="1182" extrusionOk="0">
                    <a:moveTo>
                      <a:pt x="320" y="160"/>
                    </a:moveTo>
                    <a:cubicBezTo>
                      <a:pt x="575" y="0"/>
                      <a:pt x="894" y="96"/>
                      <a:pt x="1022" y="351"/>
                    </a:cubicBezTo>
                    <a:cubicBezTo>
                      <a:pt x="1150" y="575"/>
                      <a:pt x="1086" y="894"/>
                      <a:pt x="831" y="1021"/>
                    </a:cubicBezTo>
                    <a:cubicBezTo>
                      <a:pt x="575" y="1181"/>
                      <a:pt x="288" y="1085"/>
                      <a:pt x="128" y="830"/>
                    </a:cubicBezTo>
                    <a:cubicBezTo>
                      <a:pt x="1" y="607"/>
                      <a:pt x="97" y="287"/>
                      <a:pt x="320" y="16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75" name="Google Shape;1275;p32"/>
              <p:cNvSpPr/>
              <p:nvPr/>
            </p:nvSpPr>
            <p:spPr>
              <a:xfrm>
                <a:off x="8380117" y="2271613"/>
                <a:ext cx="40655" cy="41787"/>
              </a:xfrm>
              <a:custGeom>
                <a:avLst/>
                <a:gdLst/>
                <a:ahLst/>
                <a:cxnLst/>
                <a:rect l="l" t="t" r="r" b="b"/>
                <a:pathLst>
                  <a:path w="1150" h="1182" extrusionOk="0">
                    <a:moveTo>
                      <a:pt x="319" y="128"/>
                    </a:moveTo>
                    <a:cubicBezTo>
                      <a:pt x="575" y="0"/>
                      <a:pt x="894" y="96"/>
                      <a:pt x="1021" y="319"/>
                    </a:cubicBezTo>
                    <a:cubicBezTo>
                      <a:pt x="1149" y="575"/>
                      <a:pt x="1053" y="894"/>
                      <a:pt x="830" y="1021"/>
                    </a:cubicBezTo>
                    <a:cubicBezTo>
                      <a:pt x="575" y="1181"/>
                      <a:pt x="255" y="1085"/>
                      <a:pt x="128" y="830"/>
                    </a:cubicBezTo>
                    <a:cubicBezTo>
                      <a:pt x="0" y="575"/>
                      <a:pt x="64" y="287"/>
                      <a:pt x="319" y="128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76" name="Google Shape;1276;p32"/>
              <p:cNvSpPr/>
              <p:nvPr/>
            </p:nvSpPr>
            <p:spPr>
              <a:xfrm>
                <a:off x="7714450" y="2159902"/>
                <a:ext cx="40655" cy="41787"/>
              </a:xfrm>
              <a:custGeom>
                <a:avLst/>
                <a:gdLst/>
                <a:ahLst/>
                <a:cxnLst/>
                <a:rect l="l" t="t" r="r" b="b"/>
                <a:pathLst>
                  <a:path w="1150" h="1182" extrusionOk="0">
                    <a:moveTo>
                      <a:pt x="320" y="160"/>
                    </a:moveTo>
                    <a:cubicBezTo>
                      <a:pt x="575" y="1"/>
                      <a:pt x="894" y="96"/>
                      <a:pt x="1022" y="352"/>
                    </a:cubicBezTo>
                    <a:cubicBezTo>
                      <a:pt x="1150" y="607"/>
                      <a:pt x="1054" y="894"/>
                      <a:pt x="831" y="1054"/>
                    </a:cubicBezTo>
                    <a:cubicBezTo>
                      <a:pt x="575" y="1182"/>
                      <a:pt x="256" y="1086"/>
                      <a:pt x="128" y="862"/>
                    </a:cubicBezTo>
                    <a:cubicBezTo>
                      <a:pt x="1" y="607"/>
                      <a:pt x="65" y="288"/>
                      <a:pt x="320" y="16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77" name="Google Shape;1277;p32"/>
              <p:cNvSpPr/>
              <p:nvPr/>
            </p:nvSpPr>
            <p:spPr>
              <a:xfrm>
                <a:off x="8381248" y="2115925"/>
                <a:ext cx="40655" cy="40620"/>
              </a:xfrm>
              <a:custGeom>
                <a:avLst/>
                <a:gdLst/>
                <a:ahLst/>
                <a:cxnLst/>
                <a:rect l="l" t="t" r="r" b="b"/>
                <a:pathLst>
                  <a:path w="1150" h="1149" extrusionOk="0">
                    <a:moveTo>
                      <a:pt x="319" y="128"/>
                    </a:moveTo>
                    <a:cubicBezTo>
                      <a:pt x="575" y="0"/>
                      <a:pt x="894" y="96"/>
                      <a:pt x="1021" y="319"/>
                    </a:cubicBezTo>
                    <a:cubicBezTo>
                      <a:pt x="1149" y="574"/>
                      <a:pt x="1085" y="894"/>
                      <a:pt x="830" y="1021"/>
                    </a:cubicBezTo>
                    <a:cubicBezTo>
                      <a:pt x="575" y="1149"/>
                      <a:pt x="287" y="1085"/>
                      <a:pt x="128" y="830"/>
                    </a:cubicBezTo>
                    <a:cubicBezTo>
                      <a:pt x="0" y="574"/>
                      <a:pt x="96" y="255"/>
                      <a:pt x="319" y="128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78" name="Google Shape;1278;p32"/>
              <p:cNvSpPr/>
              <p:nvPr/>
            </p:nvSpPr>
            <p:spPr>
              <a:xfrm>
                <a:off x="8155600" y="2725135"/>
                <a:ext cx="67735" cy="68867"/>
              </a:xfrm>
              <a:custGeom>
                <a:avLst/>
                <a:gdLst/>
                <a:ahLst/>
                <a:cxnLst/>
                <a:rect l="l" t="t" r="r" b="b"/>
                <a:pathLst>
                  <a:path w="1916" h="1948" extrusionOk="0">
                    <a:moveTo>
                      <a:pt x="543" y="224"/>
                    </a:moveTo>
                    <a:cubicBezTo>
                      <a:pt x="958" y="1"/>
                      <a:pt x="1468" y="160"/>
                      <a:pt x="1692" y="543"/>
                    </a:cubicBezTo>
                    <a:cubicBezTo>
                      <a:pt x="1915" y="958"/>
                      <a:pt x="1787" y="1469"/>
                      <a:pt x="1373" y="1724"/>
                    </a:cubicBezTo>
                    <a:cubicBezTo>
                      <a:pt x="958" y="1948"/>
                      <a:pt x="447" y="1788"/>
                      <a:pt x="224" y="1405"/>
                    </a:cubicBezTo>
                    <a:cubicBezTo>
                      <a:pt x="0" y="990"/>
                      <a:pt x="128" y="480"/>
                      <a:pt x="543" y="22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79" name="Google Shape;1279;p32"/>
              <p:cNvSpPr/>
              <p:nvPr/>
            </p:nvSpPr>
            <p:spPr>
              <a:xfrm>
                <a:off x="8133010" y="2073044"/>
                <a:ext cx="68867" cy="68867"/>
              </a:xfrm>
              <a:custGeom>
                <a:avLst/>
                <a:gdLst/>
                <a:ahLst/>
                <a:cxnLst/>
                <a:rect l="l" t="t" r="r" b="b"/>
                <a:pathLst>
                  <a:path w="1948" h="1948" extrusionOk="0">
                    <a:moveTo>
                      <a:pt x="575" y="256"/>
                    </a:moveTo>
                    <a:cubicBezTo>
                      <a:pt x="958" y="0"/>
                      <a:pt x="1501" y="160"/>
                      <a:pt x="1724" y="575"/>
                    </a:cubicBezTo>
                    <a:cubicBezTo>
                      <a:pt x="1948" y="958"/>
                      <a:pt x="1820" y="1500"/>
                      <a:pt x="1405" y="1724"/>
                    </a:cubicBezTo>
                    <a:cubicBezTo>
                      <a:pt x="990" y="1947"/>
                      <a:pt x="480" y="1819"/>
                      <a:pt x="256" y="1404"/>
                    </a:cubicBezTo>
                    <a:cubicBezTo>
                      <a:pt x="1" y="990"/>
                      <a:pt x="161" y="479"/>
                      <a:pt x="575" y="2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1280" name="Google Shape;1280;p32"/>
          <p:cNvSpPr txBox="1"/>
          <p:nvPr/>
        </p:nvSpPr>
        <p:spPr>
          <a:xfrm>
            <a:off x="7181200" y="3166533"/>
            <a:ext cx="4020800" cy="8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CREDITS: This presentation template was created by </a:t>
            </a:r>
            <a:r>
              <a:rPr lang="en" sz="1600" b="1">
                <a:solidFill>
                  <a:schemeClr val="dk1"/>
                </a:solidFill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, and includes icons by </a:t>
            </a:r>
            <a:r>
              <a:rPr lang="en" sz="1600" b="1">
                <a:solidFill>
                  <a:schemeClr val="dk1"/>
                </a:solidFill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, and infographics &amp; images by </a:t>
            </a:r>
            <a:r>
              <a:rPr lang="en" sz="1600" b="1">
                <a:solidFill>
                  <a:schemeClr val="dk1"/>
                </a:solidFill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6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endParaRPr sz="160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  <p:extLst>
      <p:ext uri="{BB962C8B-B14F-4D97-AF65-F5344CB8AC3E}">
        <p14:creationId xmlns:p14="http://schemas.microsoft.com/office/powerpoint/2010/main" val="934295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2" name="Google Shape;1282;p33"/>
          <p:cNvGrpSpPr/>
          <p:nvPr/>
        </p:nvGrpSpPr>
        <p:grpSpPr>
          <a:xfrm rot="-720667">
            <a:off x="7846251" y="-1370111"/>
            <a:ext cx="4934879" cy="3929243"/>
            <a:chOff x="6007225" y="-933972"/>
            <a:chExt cx="3701187" cy="2946953"/>
          </a:xfrm>
        </p:grpSpPr>
        <p:sp>
          <p:nvSpPr>
            <p:cNvPr id="1283" name="Google Shape;1283;p33"/>
            <p:cNvSpPr/>
            <p:nvPr/>
          </p:nvSpPr>
          <p:spPr>
            <a:xfrm>
              <a:off x="8729100" y="1485550"/>
              <a:ext cx="60300" cy="6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284" name="Google Shape;1284;p33"/>
            <p:cNvGrpSpPr/>
            <p:nvPr/>
          </p:nvGrpSpPr>
          <p:grpSpPr>
            <a:xfrm>
              <a:off x="6007225" y="-933972"/>
              <a:ext cx="3701187" cy="2946953"/>
              <a:chOff x="6007225" y="-933972"/>
              <a:chExt cx="3701187" cy="2946953"/>
            </a:xfrm>
          </p:grpSpPr>
          <p:grpSp>
            <p:nvGrpSpPr>
              <p:cNvPr id="1285" name="Google Shape;1285;p33"/>
              <p:cNvGrpSpPr/>
              <p:nvPr/>
            </p:nvGrpSpPr>
            <p:grpSpPr>
              <a:xfrm rot="3188769">
                <a:off x="7054543" y="-192525"/>
                <a:ext cx="2585515" cy="1464059"/>
                <a:chOff x="87900" y="-332975"/>
                <a:chExt cx="2585411" cy="1464000"/>
              </a:xfrm>
            </p:grpSpPr>
            <p:sp>
              <p:nvSpPr>
                <p:cNvPr id="1286" name="Google Shape;1286;p33"/>
                <p:cNvSpPr/>
                <p:nvPr/>
              </p:nvSpPr>
              <p:spPr>
                <a:xfrm>
                  <a:off x="1599802" y="-332975"/>
                  <a:ext cx="1073509" cy="5430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845" h="20662" fill="none" extrusionOk="0">
                      <a:moveTo>
                        <a:pt x="40844" y="0"/>
                      </a:moveTo>
                      <a:lnTo>
                        <a:pt x="20566" y="3630"/>
                      </a:lnTo>
                      <a:lnTo>
                        <a:pt x="18146" y="17446"/>
                      </a:lnTo>
                      <a:lnTo>
                        <a:pt x="6017" y="20661"/>
                      </a:lnTo>
                      <a:lnTo>
                        <a:pt x="0" y="4234"/>
                      </a:lnTo>
                      <a:lnTo>
                        <a:pt x="20566" y="363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2"/>
                  </a:solidFill>
                  <a:prstDash val="solid"/>
                  <a:miter lim="3183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287" name="Google Shape;1287;p33"/>
                <p:cNvSpPr/>
                <p:nvPr/>
              </p:nvSpPr>
              <p:spPr>
                <a:xfrm>
                  <a:off x="278682" y="-237597"/>
                  <a:ext cx="2264132" cy="1102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146" h="41959" fill="none" extrusionOk="0">
                      <a:moveTo>
                        <a:pt x="50267" y="605"/>
                      </a:moveTo>
                      <a:lnTo>
                        <a:pt x="37024" y="14963"/>
                      </a:lnTo>
                      <a:lnTo>
                        <a:pt x="20056" y="31262"/>
                      </a:lnTo>
                      <a:lnTo>
                        <a:pt x="0" y="29766"/>
                      </a:lnTo>
                      <a:lnTo>
                        <a:pt x="414" y="41959"/>
                      </a:lnTo>
                      <a:lnTo>
                        <a:pt x="20056" y="31262"/>
                      </a:lnTo>
                      <a:lnTo>
                        <a:pt x="43136" y="29511"/>
                      </a:lnTo>
                      <a:lnTo>
                        <a:pt x="37024" y="14963"/>
                      </a:lnTo>
                      <a:lnTo>
                        <a:pt x="56284" y="17032"/>
                      </a:lnTo>
                      <a:lnTo>
                        <a:pt x="70833" y="1"/>
                      </a:lnTo>
                      <a:lnTo>
                        <a:pt x="86145" y="369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2"/>
                  </a:solidFill>
                  <a:prstDash val="solid"/>
                  <a:miter lim="3183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288" name="Google Shape;1288;p33"/>
                <p:cNvSpPr/>
                <p:nvPr/>
              </p:nvSpPr>
              <p:spPr>
                <a:xfrm>
                  <a:off x="112999" y="584039"/>
                  <a:ext cx="692807" cy="524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60" h="19961" fill="none" extrusionOk="0">
                      <a:moveTo>
                        <a:pt x="26360" y="0"/>
                      </a:moveTo>
                      <a:lnTo>
                        <a:pt x="24800" y="9296"/>
                      </a:lnTo>
                      <a:lnTo>
                        <a:pt x="6718" y="10697"/>
                      </a:lnTo>
                      <a:lnTo>
                        <a:pt x="1" y="1996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2"/>
                  </a:solidFill>
                  <a:prstDash val="solid"/>
                  <a:miter lim="3183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289" name="Google Shape;1289;p33"/>
                <p:cNvSpPr/>
                <p:nvPr/>
              </p:nvSpPr>
              <p:spPr>
                <a:xfrm>
                  <a:off x="764795" y="538019"/>
                  <a:ext cx="646786" cy="290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609" h="11047" fill="none" extrusionOk="0">
                      <a:moveTo>
                        <a:pt x="0" y="11047"/>
                      </a:moveTo>
                      <a:lnTo>
                        <a:pt x="24608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2"/>
                  </a:solidFill>
                  <a:prstDash val="solid"/>
                  <a:miter lim="3183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grpSp>
              <p:nvGrpSpPr>
                <p:cNvPr id="1290" name="Google Shape;1290;p33"/>
                <p:cNvGrpSpPr/>
                <p:nvPr/>
              </p:nvGrpSpPr>
              <p:grpSpPr>
                <a:xfrm>
                  <a:off x="87900" y="-262197"/>
                  <a:ext cx="2505918" cy="1393222"/>
                  <a:chOff x="87900" y="-262197"/>
                  <a:chExt cx="2505918" cy="1393222"/>
                </a:xfrm>
              </p:grpSpPr>
              <p:sp>
                <p:nvSpPr>
                  <p:cNvPr id="1291" name="Google Shape;1291;p33"/>
                  <p:cNvSpPr/>
                  <p:nvPr/>
                </p:nvSpPr>
                <p:spPr>
                  <a:xfrm>
                    <a:off x="2052432" y="91089"/>
                    <a:ext cx="50252" cy="442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2" h="1685" extrusionOk="0">
                        <a:moveTo>
                          <a:pt x="969" y="0"/>
                        </a:moveTo>
                        <a:cubicBezTo>
                          <a:pt x="860" y="0"/>
                          <a:pt x="748" y="22"/>
                          <a:pt x="638" y="69"/>
                        </a:cubicBezTo>
                        <a:cubicBezTo>
                          <a:pt x="224" y="260"/>
                          <a:pt x="1" y="738"/>
                          <a:pt x="192" y="1152"/>
                        </a:cubicBezTo>
                        <a:cubicBezTo>
                          <a:pt x="314" y="1493"/>
                          <a:pt x="641" y="1685"/>
                          <a:pt x="973" y="1685"/>
                        </a:cubicBezTo>
                        <a:cubicBezTo>
                          <a:pt x="1075" y="1685"/>
                          <a:pt x="1177" y="1666"/>
                          <a:pt x="1274" y="1629"/>
                        </a:cubicBezTo>
                        <a:cubicBezTo>
                          <a:pt x="1720" y="1438"/>
                          <a:pt x="1911" y="961"/>
                          <a:pt x="1720" y="515"/>
                        </a:cubicBezTo>
                        <a:cubicBezTo>
                          <a:pt x="1600" y="203"/>
                          <a:pt x="1300" y="0"/>
                          <a:pt x="969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292" name="Google Shape;1292;p33"/>
                  <p:cNvSpPr/>
                  <p:nvPr/>
                </p:nvSpPr>
                <p:spPr>
                  <a:xfrm>
                    <a:off x="1578882" y="-242406"/>
                    <a:ext cx="50226" cy="439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1" h="1672" extrusionOk="0">
                        <a:moveTo>
                          <a:pt x="938" y="0"/>
                        </a:moveTo>
                        <a:cubicBezTo>
                          <a:pt x="837" y="0"/>
                          <a:pt x="735" y="18"/>
                          <a:pt x="637" y="56"/>
                        </a:cubicBezTo>
                        <a:cubicBezTo>
                          <a:pt x="191" y="247"/>
                          <a:pt x="0" y="725"/>
                          <a:pt x="160" y="1170"/>
                        </a:cubicBezTo>
                        <a:cubicBezTo>
                          <a:pt x="305" y="1486"/>
                          <a:pt x="617" y="1672"/>
                          <a:pt x="955" y="1672"/>
                        </a:cubicBezTo>
                        <a:cubicBezTo>
                          <a:pt x="1060" y="1672"/>
                          <a:pt x="1168" y="1654"/>
                          <a:pt x="1274" y="1616"/>
                        </a:cubicBezTo>
                        <a:cubicBezTo>
                          <a:pt x="1688" y="1425"/>
                          <a:pt x="1911" y="948"/>
                          <a:pt x="1720" y="502"/>
                        </a:cubicBezTo>
                        <a:cubicBezTo>
                          <a:pt x="1574" y="186"/>
                          <a:pt x="1262" y="0"/>
                          <a:pt x="938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293" name="Google Shape;1293;p33"/>
                  <p:cNvSpPr/>
                  <p:nvPr/>
                </p:nvSpPr>
                <p:spPr>
                  <a:xfrm>
                    <a:off x="1231643" y="139606"/>
                    <a:ext cx="50252" cy="442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2" h="1685" extrusionOk="0">
                        <a:moveTo>
                          <a:pt x="955" y="0"/>
                        </a:moveTo>
                        <a:cubicBezTo>
                          <a:pt x="848" y="0"/>
                          <a:pt x="740" y="22"/>
                          <a:pt x="638" y="70"/>
                        </a:cubicBezTo>
                        <a:cubicBezTo>
                          <a:pt x="192" y="229"/>
                          <a:pt x="1" y="738"/>
                          <a:pt x="192" y="1152"/>
                        </a:cubicBezTo>
                        <a:cubicBezTo>
                          <a:pt x="314" y="1493"/>
                          <a:pt x="622" y="1685"/>
                          <a:pt x="960" y="1685"/>
                        </a:cubicBezTo>
                        <a:cubicBezTo>
                          <a:pt x="1063" y="1685"/>
                          <a:pt x="1170" y="1667"/>
                          <a:pt x="1274" y="1630"/>
                        </a:cubicBezTo>
                        <a:cubicBezTo>
                          <a:pt x="1688" y="1439"/>
                          <a:pt x="1911" y="961"/>
                          <a:pt x="1720" y="515"/>
                        </a:cubicBezTo>
                        <a:cubicBezTo>
                          <a:pt x="1600" y="204"/>
                          <a:pt x="1282" y="0"/>
                          <a:pt x="955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294" name="Google Shape;1294;p33"/>
                  <p:cNvSpPr/>
                  <p:nvPr/>
                </p:nvSpPr>
                <p:spPr>
                  <a:xfrm>
                    <a:off x="1383107" y="517781"/>
                    <a:ext cx="50226" cy="439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1" h="1672" extrusionOk="0">
                        <a:moveTo>
                          <a:pt x="954" y="1"/>
                        </a:moveTo>
                        <a:cubicBezTo>
                          <a:pt x="847" y="1"/>
                          <a:pt x="739" y="23"/>
                          <a:pt x="637" y="70"/>
                        </a:cubicBezTo>
                        <a:cubicBezTo>
                          <a:pt x="191" y="229"/>
                          <a:pt x="0" y="738"/>
                          <a:pt x="191" y="1152"/>
                        </a:cubicBezTo>
                        <a:cubicBezTo>
                          <a:pt x="309" y="1481"/>
                          <a:pt x="600" y="1672"/>
                          <a:pt x="924" y="1672"/>
                        </a:cubicBezTo>
                        <a:cubicBezTo>
                          <a:pt x="1038" y="1672"/>
                          <a:pt x="1157" y="1648"/>
                          <a:pt x="1273" y="1598"/>
                        </a:cubicBezTo>
                        <a:cubicBezTo>
                          <a:pt x="1687" y="1439"/>
                          <a:pt x="1910" y="929"/>
                          <a:pt x="1719" y="516"/>
                        </a:cubicBezTo>
                        <a:cubicBezTo>
                          <a:pt x="1599" y="204"/>
                          <a:pt x="1281" y="1"/>
                          <a:pt x="954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295" name="Google Shape;1295;p33"/>
                  <p:cNvSpPr/>
                  <p:nvPr/>
                </p:nvSpPr>
                <p:spPr>
                  <a:xfrm>
                    <a:off x="744715" y="805125"/>
                    <a:ext cx="50226" cy="443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1" h="1686" extrusionOk="0">
                        <a:moveTo>
                          <a:pt x="938" y="1"/>
                        </a:moveTo>
                        <a:cubicBezTo>
                          <a:pt x="836" y="1"/>
                          <a:pt x="734" y="19"/>
                          <a:pt x="637" y="56"/>
                        </a:cubicBezTo>
                        <a:cubicBezTo>
                          <a:pt x="191" y="247"/>
                          <a:pt x="0" y="725"/>
                          <a:pt x="159" y="1170"/>
                        </a:cubicBezTo>
                        <a:cubicBezTo>
                          <a:pt x="303" y="1482"/>
                          <a:pt x="609" y="1685"/>
                          <a:pt x="942" y="1685"/>
                        </a:cubicBezTo>
                        <a:cubicBezTo>
                          <a:pt x="1051" y="1685"/>
                          <a:pt x="1163" y="1663"/>
                          <a:pt x="1273" y="1616"/>
                        </a:cubicBezTo>
                        <a:cubicBezTo>
                          <a:pt x="1687" y="1457"/>
                          <a:pt x="1910" y="948"/>
                          <a:pt x="1719" y="534"/>
                        </a:cubicBezTo>
                        <a:cubicBezTo>
                          <a:pt x="1597" y="193"/>
                          <a:pt x="1270" y="1"/>
                          <a:pt x="938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296" name="Google Shape;1296;p33"/>
                  <p:cNvSpPr/>
                  <p:nvPr/>
                </p:nvSpPr>
                <p:spPr>
                  <a:xfrm>
                    <a:off x="256920" y="523642"/>
                    <a:ext cx="50226" cy="443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1" h="1686" extrusionOk="0">
                        <a:moveTo>
                          <a:pt x="955" y="1"/>
                        </a:moveTo>
                        <a:cubicBezTo>
                          <a:pt x="847" y="1"/>
                          <a:pt x="739" y="23"/>
                          <a:pt x="637" y="70"/>
                        </a:cubicBezTo>
                        <a:cubicBezTo>
                          <a:pt x="191" y="261"/>
                          <a:pt x="0" y="738"/>
                          <a:pt x="159" y="1152"/>
                        </a:cubicBezTo>
                        <a:cubicBezTo>
                          <a:pt x="306" y="1493"/>
                          <a:pt x="620" y="1685"/>
                          <a:pt x="959" y="1685"/>
                        </a:cubicBezTo>
                        <a:cubicBezTo>
                          <a:pt x="1063" y="1685"/>
                          <a:pt x="1169" y="1667"/>
                          <a:pt x="1274" y="1630"/>
                        </a:cubicBezTo>
                        <a:cubicBezTo>
                          <a:pt x="1688" y="1439"/>
                          <a:pt x="1910" y="961"/>
                          <a:pt x="1719" y="515"/>
                        </a:cubicBezTo>
                        <a:cubicBezTo>
                          <a:pt x="1600" y="204"/>
                          <a:pt x="1281" y="1"/>
                          <a:pt x="955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297" name="Google Shape;1297;p33"/>
                  <p:cNvSpPr/>
                  <p:nvPr/>
                </p:nvSpPr>
                <p:spPr>
                  <a:xfrm>
                    <a:off x="87900" y="1086739"/>
                    <a:ext cx="50226" cy="442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1" h="1685" extrusionOk="0">
                        <a:moveTo>
                          <a:pt x="969" y="0"/>
                        </a:moveTo>
                        <a:cubicBezTo>
                          <a:pt x="860" y="0"/>
                          <a:pt x="748" y="22"/>
                          <a:pt x="637" y="69"/>
                        </a:cubicBezTo>
                        <a:cubicBezTo>
                          <a:pt x="224" y="260"/>
                          <a:pt x="1" y="738"/>
                          <a:pt x="192" y="1152"/>
                        </a:cubicBezTo>
                        <a:cubicBezTo>
                          <a:pt x="313" y="1493"/>
                          <a:pt x="640" y="1685"/>
                          <a:pt x="973" y="1685"/>
                        </a:cubicBezTo>
                        <a:cubicBezTo>
                          <a:pt x="1074" y="1685"/>
                          <a:pt x="1177" y="1667"/>
                          <a:pt x="1274" y="1629"/>
                        </a:cubicBezTo>
                        <a:cubicBezTo>
                          <a:pt x="1720" y="1438"/>
                          <a:pt x="1911" y="961"/>
                          <a:pt x="1752" y="515"/>
                        </a:cubicBezTo>
                        <a:cubicBezTo>
                          <a:pt x="1608" y="204"/>
                          <a:pt x="1302" y="0"/>
                          <a:pt x="969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298" name="Google Shape;1298;p33"/>
                  <p:cNvSpPr/>
                  <p:nvPr/>
                </p:nvSpPr>
                <p:spPr>
                  <a:xfrm>
                    <a:off x="2089253" y="-262197"/>
                    <a:ext cx="79531" cy="718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26" h="2732" extrusionOk="0">
                        <a:moveTo>
                          <a:pt x="1521" y="1"/>
                        </a:moveTo>
                        <a:cubicBezTo>
                          <a:pt x="1408" y="1"/>
                          <a:pt x="1293" y="15"/>
                          <a:pt x="1179" y="45"/>
                        </a:cubicBezTo>
                        <a:cubicBezTo>
                          <a:pt x="446" y="236"/>
                          <a:pt x="1" y="1000"/>
                          <a:pt x="192" y="1732"/>
                        </a:cubicBezTo>
                        <a:cubicBezTo>
                          <a:pt x="353" y="2322"/>
                          <a:pt x="920" y="2732"/>
                          <a:pt x="1514" y="2732"/>
                        </a:cubicBezTo>
                        <a:cubicBezTo>
                          <a:pt x="1625" y="2732"/>
                          <a:pt x="1737" y="2717"/>
                          <a:pt x="1847" y="2687"/>
                        </a:cubicBezTo>
                        <a:cubicBezTo>
                          <a:pt x="2579" y="2496"/>
                          <a:pt x="3025" y="1764"/>
                          <a:pt x="2834" y="1032"/>
                        </a:cubicBezTo>
                        <a:cubicBezTo>
                          <a:pt x="2673" y="415"/>
                          <a:pt x="2127" y="1"/>
                          <a:pt x="1521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299" name="Google Shape;1299;p33"/>
                  <p:cNvSpPr/>
                  <p:nvPr/>
                </p:nvSpPr>
                <p:spPr>
                  <a:xfrm>
                    <a:off x="2515128" y="-174887"/>
                    <a:ext cx="78690" cy="715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94" h="2723" extrusionOk="0">
                        <a:moveTo>
                          <a:pt x="1460" y="0"/>
                        </a:moveTo>
                        <a:cubicBezTo>
                          <a:pt x="1357" y="0"/>
                          <a:pt x="1252" y="11"/>
                          <a:pt x="1147" y="34"/>
                        </a:cubicBezTo>
                        <a:cubicBezTo>
                          <a:pt x="415" y="225"/>
                          <a:pt x="1" y="989"/>
                          <a:pt x="192" y="1721"/>
                        </a:cubicBezTo>
                        <a:cubicBezTo>
                          <a:pt x="351" y="2333"/>
                          <a:pt x="889" y="2723"/>
                          <a:pt x="1489" y="2723"/>
                        </a:cubicBezTo>
                        <a:cubicBezTo>
                          <a:pt x="1607" y="2723"/>
                          <a:pt x="1727" y="2708"/>
                          <a:pt x="1847" y="2676"/>
                        </a:cubicBezTo>
                        <a:cubicBezTo>
                          <a:pt x="2579" y="2485"/>
                          <a:pt x="2993" y="1753"/>
                          <a:pt x="2802" y="1021"/>
                        </a:cubicBezTo>
                        <a:cubicBezTo>
                          <a:pt x="2639" y="394"/>
                          <a:pt x="2078" y="0"/>
                          <a:pt x="1460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300" name="Google Shape;1300;p33"/>
                  <p:cNvSpPr/>
                  <p:nvPr/>
                </p:nvSpPr>
                <p:spPr>
                  <a:xfrm>
                    <a:off x="1716941" y="161184"/>
                    <a:ext cx="79505" cy="718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25" h="2732" extrusionOk="0">
                        <a:moveTo>
                          <a:pt x="1520" y="0"/>
                        </a:moveTo>
                        <a:cubicBezTo>
                          <a:pt x="1408" y="0"/>
                          <a:pt x="1293" y="15"/>
                          <a:pt x="1178" y="44"/>
                        </a:cubicBezTo>
                        <a:cubicBezTo>
                          <a:pt x="446" y="235"/>
                          <a:pt x="0" y="1000"/>
                          <a:pt x="191" y="1732"/>
                        </a:cubicBezTo>
                        <a:cubicBezTo>
                          <a:pt x="352" y="2322"/>
                          <a:pt x="920" y="2731"/>
                          <a:pt x="1533" y="2731"/>
                        </a:cubicBezTo>
                        <a:cubicBezTo>
                          <a:pt x="1647" y="2731"/>
                          <a:pt x="1763" y="2717"/>
                          <a:pt x="1878" y="2687"/>
                        </a:cubicBezTo>
                        <a:cubicBezTo>
                          <a:pt x="2611" y="2496"/>
                          <a:pt x="3025" y="1764"/>
                          <a:pt x="2834" y="1031"/>
                        </a:cubicBezTo>
                        <a:cubicBezTo>
                          <a:pt x="2672" y="414"/>
                          <a:pt x="2127" y="0"/>
                          <a:pt x="1520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301" name="Google Shape;1301;p33"/>
                  <p:cNvSpPr/>
                  <p:nvPr/>
                </p:nvSpPr>
                <p:spPr>
                  <a:xfrm>
                    <a:off x="760590" y="551843"/>
                    <a:ext cx="79531" cy="710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26" h="2705" extrusionOk="0">
                        <a:moveTo>
                          <a:pt x="1508" y="1"/>
                        </a:moveTo>
                        <a:cubicBezTo>
                          <a:pt x="1388" y="1"/>
                          <a:pt x="1267" y="16"/>
                          <a:pt x="1147" y="47"/>
                        </a:cubicBezTo>
                        <a:cubicBezTo>
                          <a:pt x="447" y="238"/>
                          <a:pt x="1" y="970"/>
                          <a:pt x="192" y="1703"/>
                        </a:cubicBezTo>
                        <a:cubicBezTo>
                          <a:pt x="352" y="2315"/>
                          <a:pt x="889" y="2704"/>
                          <a:pt x="1489" y="2704"/>
                        </a:cubicBezTo>
                        <a:cubicBezTo>
                          <a:pt x="1607" y="2704"/>
                          <a:pt x="1727" y="2689"/>
                          <a:pt x="1847" y="2658"/>
                        </a:cubicBezTo>
                        <a:cubicBezTo>
                          <a:pt x="2580" y="2467"/>
                          <a:pt x="3025" y="1735"/>
                          <a:pt x="2834" y="1002"/>
                        </a:cubicBezTo>
                        <a:cubicBezTo>
                          <a:pt x="2675" y="390"/>
                          <a:pt x="2115" y="1"/>
                          <a:pt x="1508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1302" name="Google Shape;1302;p33"/>
                  <p:cNvSpPr/>
                  <p:nvPr/>
                </p:nvSpPr>
                <p:spPr>
                  <a:xfrm>
                    <a:off x="257761" y="836322"/>
                    <a:ext cx="79505" cy="718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25" h="2734" extrusionOk="0">
                        <a:moveTo>
                          <a:pt x="1537" y="1"/>
                        </a:moveTo>
                        <a:cubicBezTo>
                          <a:pt x="1419" y="1"/>
                          <a:pt x="1298" y="16"/>
                          <a:pt x="1178" y="47"/>
                        </a:cubicBezTo>
                        <a:cubicBezTo>
                          <a:pt x="446" y="238"/>
                          <a:pt x="0" y="970"/>
                          <a:pt x="191" y="1702"/>
                        </a:cubicBezTo>
                        <a:cubicBezTo>
                          <a:pt x="352" y="2320"/>
                          <a:pt x="921" y="2734"/>
                          <a:pt x="1534" y="2734"/>
                        </a:cubicBezTo>
                        <a:cubicBezTo>
                          <a:pt x="1648" y="2734"/>
                          <a:pt x="1764" y="2719"/>
                          <a:pt x="1878" y="2689"/>
                        </a:cubicBezTo>
                        <a:cubicBezTo>
                          <a:pt x="2579" y="2498"/>
                          <a:pt x="3024" y="1734"/>
                          <a:pt x="2833" y="1002"/>
                        </a:cubicBezTo>
                        <a:cubicBezTo>
                          <a:pt x="2674" y="390"/>
                          <a:pt x="2136" y="1"/>
                          <a:pt x="1537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</p:grpSp>
          </p:grpSp>
          <p:sp>
            <p:nvSpPr>
              <p:cNvPr id="1303" name="Google Shape;1303;p33"/>
              <p:cNvSpPr/>
              <p:nvPr/>
            </p:nvSpPr>
            <p:spPr>
              <a:xfrm>
                <a:off x="6575975" y="55500"/>
                <a:ext cx="60300" cy="60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04" name="Google Shape;1304;p33"/>
              <p:cNvSpPr/>
              <p:nvPr/>
            </p:nvSpPr>
            <p:spPr>
              <a:xfrm>
                <a:off x="8317150" y="800700"/>
                <a:ext cx="60300" cy="60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05" name="Google Shape;1305;p33"/>
              <p:cNvSpPr/>
              <p:nvPr/>
            </p:nvSpPr>
            <p:spPr>
              <a:xfrm>
                <a:off x="7201950" y="840050"/>
                <a:ext cx="36600" cy="36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06" name="Google Shape;1306;p33"/>
              <p:cNvSpPr/>
              <p:nvPr/>
            </p:nvSpPr>
            <p:spPr>
              <a:xfrm>
                <a:off x="7165350" y="331000"/>
                <a:ext cx="36600" cy="36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07" name="Google Shape;1307;p33"/>
              <p:cNvSpPr/>
              <p:nvPr/>
            </p:nvSpPr>
            <p:spPr>
              <a:xfrm>
                <a:off x="6007225" y="331000"/>
                <a:ext cx="60300" cy="60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cxnSp>
            <p:nvCxnSpPr>
              <p:cNvPr id="1308" name="Google Shape;1308;p33"/>
              <p:cNvCxnSpPr>
                <a:stCxn id="1307" idx="7"/>
                <a:endCxn id="1303" idx="6"/>
              </p:cNvCxnSpPr>
              <p:nvPr/>
            </p:nvCxnSpPr>
            <p:spPr>
              <a:xfrm rot="-10079521" flipH="1">
                <a:off x="6091494" y="28437"/>
                <a:ext cx="511901" cy="36868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09" name="Google Shape;1309;p33"/>
              <p:cNvCxnSpPr>
                <a:stCxn id="1303" idx="1"/>
                <a:endCxn id="1306" idx="6"/>
              </p:cNvCxnSpPr>
              <p:nvPr/>
            </p:nvCxnSpPr>
            <p:spPr>
              <a:xfrm rot="721013">
                <a:off x="6561943" y="131693"/>
                <a:ext cx="662825" cy="15027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10" name="Google Shape;1310;p33"/>
              <p:cNvCxnSpPr>
                <a:stCxn id="1303" idx="6"/>
                <a:endCxn id="1305" idx="5"/>
              </p:cNvCxnSpPr>
              <p:nvPr/>
            </p:nvCxnSpPr>
            <p:spPr>
              <a:xfrm rot="720000">
                <a:off x="6561058" y="156293"/>
                <a:ext cx="747433" cy="64411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11" name="Google Shape;1311;p33"/>
              <p:cNvCxnSpPr>
                <a:stCxn id="1306" idx="4"/>
                <a:endCxn id="1305" idx="4"/>
              </p:cNvCxnSpPr>
              <p:nvPr/>
            </p:nvCxnSpPr>
            <p:spPr>
              <a:xfrm rot="718568">
                <a:off x="7131108" y="376938"/>
                <a:ext cx="141684" cy="49042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12" name="Google Shape;1312;p33"/>
              <p:cNvCxnSpPr>
                <a:stCxn id="1306" idx="2"/>
              </p:cNvCxnSpPr>
              <p:nvPr/>
            </p:nvCxnSpPr>
            <p:spPr>
              <a:xfrm rot="-10078273" flipH="1">
                <a:off x="7174606" y="261102"/>
                <a:ext cx="454888" cy="13709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13" name="Google Shape;1313;p33"/>
              <p:cNvCxnSpPr>
                <a:stCxn id="1305" idx="2"/>
                <a:endCxn id="1304" idx="6"/>
              </p:cNvCxnSpPr>
              <p:nvPr/>
            </p:nvCxnSpPr>
            <p:spPr>
              <a:xfrm rot="-10078974" flipH="1">
                <a:off x="7217614" y="708988"/>
                <a:ext cx="1144072" cy="27142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14" name="Google Shape;1314;p33"/>
              <p:cNvCxnSpPr>
                <a:stCxn id="1304" idx="4"/>
                <a:endCxn id="1283" idx="5"/>
              </p:cNvCxnSpPr>
              <p:nvPr/>
            </p:nvCxnSpPr>
            <p:spPr>
              <a:xfrm rot="721601">
                <a:off x="8281706" y="913553"/>
                <a:ext cx="564388" cy="571093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15" name="Google Shape;1315;p33"/>
              <p:cNvSpPr/>
              <p:nvPr/>
            </p:nvSpPr>
            <p:spPr>
              <a:xfrm>
                <a:off x="7624750" y="603850"/>
                <a:ext cx="36600" cy="36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cxnSp>
            <p:nvCxnSpPr>
              <p:cNvPr id="1316" name="Google Shape;1316;p33"/>
              <p:cNvCxnSpPr>
                <a:stCxn id="1315" idx="6"/>
                <a:endCxn id="1306" idx="5"/>
              </p:cNvCxnSpPr>
              <p:nvPr/>
            </p:nvCxnSpPr>
            <p:spPr>
              <a:xfrm rot="-10078847">
                <a:off x="7174726" y="413285"/>
                <a:ext cx="508548" cy="15762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317" name="Google Shape;1317;p33"/>
          <p:cNvSpPr/>
          <p:nvPr/>
        </p:nvSpPr>
        <p:spPr>
          <a:xfrm>
            <a:off x="1102500" y="-3442767"/>
            <a:ext cx="5832800" cy="58328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7A0B3">
                  <a:alpha val="0"/>
                </a:srgbClr>
              </a:gs>
              <a:gs pos="100000">
                <a:srgbClr val="07A0B3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18" name="Google Shape;1318;p33"/>
          <p:cNvSpPr/>
          <p:nvPr/>
        </p:nvSpPr>
        <p:spPr>
          <a:xfrm>
            <a:off x="4891133" y="4553867"/>
            <a:ext cx="5832800" cy="5832800"/>
          </a:xfrm>
          <a:prstGeom prst="ellipse">
            <a:avLst/>
          </a:prstGeom>
          <a:gradFill>
            <a:gsLst>
              <a:gs pos="0">
                <a:schemeClr val="dk2"/>
              </a:gs>
              <a:gs pos="50000">
                <a:srgbClr val="942290">
                  <a:alpha val="0"/>
                </a:srgbClr>
              </a:gs>
              <a:gs pos="100000">
                <a:srgbClr val="94229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19" name="Google Shape;1319;p33"/>
          <p:cNvGrpSpPr/>
          <p:nvPr/>
        </p:nvGrpSpPr>
        <p:grpSpPr>
          <a:xfrm rot="-10283071">
            <a:off x="10344960" y="697037"/>
            <a:ext cx="1492277" cy="961263"/>
            <a:chOff x="7714450" y="2073044"/>
            <a:chExt cx="1119226" cy="720958"/>
          </a:xfrm>
        </p:grpSpPr>
        <p:sp>
          <p:nvSpPr>
            <p:cNvPr id="1320" name="Google Shape;1320;p33"/>
            <p:cNvSpPr/>
            <p:nvPr/>
          </p:nvSpPr>
          <p:spPr>
            <a:xfrm>
              <a:off x="7740398" y="2102385"/>
              <a:ext cx="1083165" cy="662294"/>
            </a:xfrm>
            <a:custGeom>
              <a:avLst/>
              <a:gdLst/>
              <a:ahLst/>
              <a:cxnLst/>
              <a:rect l="l" t="t" r="r" b="b"/>
              <a:pathLst>
                <a:path w="30639" h="18734" fill="none" extrusionOk="0">
                  <a:moveTo>
                    <a:pt x="1" y="2266"/>
                  </a:moveTo>
                  <a:lnTo>
                    <a:pt x="12320" y="0"/>
                  </a:lnTo>
                  <a:lnTo>
                    <a:pt x="18703" y="957"/>
                  </a:lnTo>
                  <a:lnTo>
                    <a:pt x="18703" y="5394"/>
                  </a:lnTo>
                  <a:cubicBezTo>
                    <a:pt x="18703" y="5394"/>
                    <a:pt x="30639" y="7947"/>
                    <a:pt x="30479" y="8330"/>
                  </a:cubicBezTo>
                  <a:cubicBezTo>
                    <a:pt x="30319" y="8713"/>
                    <a:pt x="25022" y="18319"/>
                    <a:pt x="25022" y="18319"/>
                  </a:cubicBezTo>
                  <a:lnTo>
                    <a:pt x="12607" y="18734"/>
                  </a:lnTo>
                  <a:lnTo>
                    <a:pt x="18703" y="5394"/>
                  </a:lnTo>
                  <a:lnTo>
                    <a:pt x="25022" y="18319"/>
                  </a:lnTo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319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1" name="Google Shape;1321;p33"/>
            <p:cNvSpPr/>
            <p:nvPr/>
          </p:nvSpPr>
          <p:spPr>
            <a:xfrm>
              <a:off x="8175892" y="2102385"/>
              <a:ext cx="225690" cy="190691"/>
            </a:xfrm>
            <a:custGeom>
              <a:avLst/>
              <a:gdLst/>
              <a:ahLst/>
              <a:cxnLst/>
              <a:rect l="l" t="t" r="r" b="b"/>
              <a:pathLst>
                <a:path w="6384" h="5394" fill="none" extrusionOk="0">
                  <a:moveTo>
                    <a:pt x="1" y="0"/>
                  </a:moveTo>
                  <a:lnTo>
                    <a:pt x="6384" y="5394"/>
                  </a:lnTo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319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322" name="Google Shape;1322;p33"/>
            <p:cNvGrpSpPr/>
            <p:nvPr/>
          </p:nvGrpSpPr>
          <p:grpSpPr>
            <a:xfrm>
              <a:off x="7714450" y="2073044"/>
              <a:ext cx="1119226" cy="720958"/>
              <a:chOff x="7714450" y="2073044"/>
              <a:chExt cx="1119226" cy="720958"/>
            </a:xfrm>
          </p:grpSpPr>
          <p:sp>
            <p:nvSpPr>
              <p:cNvPr id="1323" name="Google Shape;1323;p33"/>
              <p:cNvSpPr/>
              <p:nvPr/>
            </p:nvSpPr>
            <p:spPr>
              <a:xfrm>
                <a:off x="8603502" y="2726267"/>
                <a:ext cx="41787" cy="41787"/>
              </a:xfrm>
              <a:custGeom>
                <a:avLst/>
                <a:gdLst/>
                <a:ahLst/>
                <a:cxnLst/>
                <a:rect l="l" t="t" r="r" b="b"/>
                <a:pathLst>
                  <a:path w="1182" h="1182" extrusionOk="0">
                    <a:moveTo>
                      <a:pt x="351" y="160"/>
                    </a:moveTo>
                    <a:cubicBezTo>
                      <a:pt x="607" y="1"/>
                      <a:pt x="894" y="96"/>
                      <a:pt x="1053" y="352"/>
                    </a:cubicBezTo>
                    <a:cubicBezTo>
                      <a:pt x="1181" y="575"/>
                      <a:pt x="1085" y="894"/>
                      <a:pt x="862" y="1022"/>
                    </a:cubicBezTo>
                    <a:cubicBezTo>
                      <a:pt x="607" y="1182"/>
                      <a:pt x="287" y="1086"/>
                      <a:pt x="160" y="830"/>
                    </a:cubicBezTo>
                    <a:cubicBezTo>
                      <a:pt x="0" y="607"/>
                      <a:pt x="96" y="288"/>
                      <a:pt x="351" y="128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24" name="Google Shape;1324;p33"/>
              <p:cNvSpPr/>
              <p:nvPr/>
            </p:nvSpPr>
            <p:spPr>
              <a:xfrm>
                <a:off x="8793021" y="2376535"/>
                <a:ext cx="40655" cy="41787"/>
              </a:xfrm>
              <a:custGeom>
                <a:avLst/>
                <a:gdLst/>
                <a:ahLst/>
                <a:cxnLst/>
                <a:rect l="l" t="t" r="r" b="b"/>
                <a:pathLst>
                  <a:path w="1150" h="1182" extrusionOk="0">
                    <a:moveTo>
                      <a:pt x="320" y="160"/>
                    </a:moveTo>
                    <a:cubicBezTo>
                      <a:pt x="575" y="0"/>
                      <a:pt x="894" y="96"/>
                      <a:pt x="1022" y="351"/>
                    </a:cubicBezTo>
                    <a:cubicBezTo>
                      <a:pt x="1150" y="575"/>
                      <a:pt x="1086" y="894"/>
                      <a:pt x="831" y="1021"/>
                    </a:cubicBezTo>
                    <a:cubicBezTo>
                      <a:pt x="575" y="1181"/>
                      <a:pt x="288" y="1085"/>
                      <a:pt x="128" y="830"/>
                    </a:cubicBezTo>
                    <a:cubicBezTo>
                      <a:pt x="1" y="607"/>
                      <a:pt x="97" y="287"/>
                      <a:pt x="320" y="16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25" name="Google Shape;1325;p33"/>
              <p:cNvSpPr/>
              <p:nvPr/>
            </p:nvSpPr>
            <p:spPr>
              <a:xfrm>
                <a:off x="8380117" y="2271613"/>
                <a:ext cx="40655" cy="41787"/>
              </a:xfrm>
              <a:custGeom>
                <a:avLst/>
                <a:gdLst/>
                <a:ahLst/>
                <a:cxnLst/>
                <a:rect l="l" t="t" r="r" b="b"/>
                <a:pathLst>
                  <a:path w="1150" h="1182" extrusionOk="0">
                    <a:moveTo>
                      <a:pt x="319" y="128"/>
                    </a:moveTo>
                    <a:cubicBezTo>
                      <a:pt x="575" y="0"/>
                      <a:pt x="894" y="96"/>
                      <a:pt x="1021" y="319"/>
                    </a:cubicBezTo>
                    <a:cubicBezTo>
                      <a:pt x="1149" y="575"/>
                      <a:pt x="1053" y="894"/>
                      <a:pt x="830" y="1021"/>
                    </a:cubicBezTo>
                    <a:cubicBezTo>
                      <a:pt x="575" y="1181"/>
                      <a:pt x="255" y="1085"/>
                      <a:pt x="128" y="830"/>
                    </a:cubicBezTo>
                    <a:cubicBezTo>
                      <a:pt x="0" y="575"/>
                      <a:pt x="64" y="287"/>
                      <a:pt x="319" y="128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26" name="Google Shape;1326;p33"/>
              <p:cNvSpPr/>
              <p:nvPr/>
            </p:nvSpPr>
            <p:spPr>
              <a:xfrm>
                <a:off x="7714450" y="2159902"/>
                <a:ext cx="40655" cy="41787"/>
              </a:xfrm>
              <a:custGeom>
                <a:avLst/>
                <a:gdLst/>
                <a:ahLst/>
                <a:cxnLst/>
                <a:rect l="l" t="t" r="r" b="b"/>
                <a:pathLst>
                  <a:path w="1150" h="1182" extrusionOk="0">
                    <a:moveTo>
                      <a:pt x="320" y="160"/>
                    </a:moveTo>
                    <a:cubicBezTo>
                      <a:pt x="575" y="1"/>
                      <a:pt x="894" y="96"/>
                      <a:pt x="1022" y="352"/>
                    </a:cubicBezTo>
                    <a:cubicBezTo>
                      <a:pt x="1150" y="607"/>
                      <a:pt x="1054" y="894"/>
                      <a:pt x="831" y="1054"/>
                    </a:cubicBezTo>
                    <a:cubicBezTo>
                      <a:pt x="575" y="1182"/>
                      <a:pt x="256" y="1086"/>
                      <a:pt x="128" y="862"/>
                    </a:cubicBezTo>
                    <a:cubicBezTo>
                      <a:pt x="1" y="607"/>
                      <a:pt x="65" y="288"/>
                      <a:pt x="320" y="16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27" name="Google Shape;1327;p33"/>
              <p:cNvSpPr/>
              <p:nvPr/>
            </p:nvSpPr>
            <p:spPr>
              <a:xfrm>
                <a:off x="8381248" y="2115925"/>
                <a:ext cx="40655" cy="40620"/>
              </a:xfrm>
              <a:custGeom>
                <a:avLst/>
                <a:gdLst/>
                <a:ahLst/>
                <a:cxnLst/>
                <a:rect l="l" t="t" r="r" b="b"/>
                <a:pathLst>
                  <a:path w="1150" h="1149" extrusionOk="0">
                    <a:moveTo>
                      <a:pt x="319" y="128"/>
                    </a:moveTo>
                    <a:cubicBezTo>
                      <a:pt x="575" y="0"/>
                      <a:pt x="894" y="96"/>
                      <a:pt x="1021" y="319"/>
                    </a:cubicBezTo>
                    <a:cubicBezTo>
                      <a:pt x="1149" y="574"/>
                      <a:pt x="1085" y="894"/>
                      <a:pt x="830" y="1021"/>
                    </a:cubicBezTo>
                    <a:cubicBezTo>
                      <a:pt x="575" y="1149"/>
                      <a:pt x="287" y="1085"/>
                      <a:pt x="128" y="830"/>
                    </a:cubicBezTo>
                    <a:cubicBezTo>
                      <a:pt x="0" y="574"/>
                      <a:pt x="96" y="255"/>
                      <a:pt x="319" y="128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28" name="Google Shape;1328;p33"/>
              <p:cNvSpPr/>
              <p:nvPr/>
            </p:nvSpPr>
            <p:spPr>
              <a:xfrm>
                <a:off x="8155600" y="2725135"/>
                <a:ext cx="67735" cy="68867"/>
              </a:xfrm>
              <a:custGeom>
                <a:avLst/>
                <a:gdLst/>
                <a:ahLst/>
                <a:cxnLst/>
                <a:rect l="l" t="t" r="r" b="b"/>
                <a:pathLst>
                  <a:path w="1916" h="1948" extrusionOk="0">
                    <a:moveTo>
                      <a:pt x="543" y="224"/>
                    </a:moveTo>
                    <a:cubicBezTo>
                      <a:pt x="958" y="1"/>
                      <a:pt x="1468" y="160"/>
                      <a:pt x="1692" y="543"/>
                    </a:cubicBezTo>
                    <a:cubicBezTo>
                      <a:pt x="1915" y="958"/>
                      <a:pt x="1787" y="1469"/>
                      <a:pt x="1373" y="1724"/>
                    </a:cubicBezTo>
                    <a:cubicBezTo>
                      <a:pt x="958" y="1948"/>
                      <a:pt x="447" y="1788"/>
                      <a:pt x="224" y="1405"/>
                    </a:cubicBezTo>
                    <a:cubicBezTo>
                      <a:pt x="0" y="990"/>
                      <a:pt x="128" y="480"/>
                      <a:pt x="543" y="22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29" name="Google Shape;1329;p33"/>
              <p:cNvSpPr/>
              <p:nvPr/>
            </p:nvSpPr>
            <p:spPr>
              <a:xfrm>
                <a:off x="8133010" y="2073044"/>
                <a:ext cx="68867" cy="68867"/>
              </a:xfrm>
              <a:custGeom>
                <a:avLst/>
                <a:gdLst/>
                <a:ahLst/>
                <a:cxnLst/>
                <a:rect l="l" t="t" r="r" b="b"/>
                <a:pathLst>
                  <a:path w="1948" h="1948" extrusionOk="0">
                    <a:moveTo>
                      <a:pt x="575" y="256"/>
                    </a:moveTo>
                    <a:cubicBezTo>
                      <a:pt x="958" y="0"/>
                      <a:pt x="1501" y="160"/>
                      <a:pt x="1724" y="575"/>
                    </a:cubicBezTo>
                    <a:cubicBezTo>
                      <a:pt x="1948" y="958"/>
                      <a:pt x="1820" y="1500"/>
                      <a:pt x="1405" y="1724"/>
                    </a:cubicBezTo>
                    <a:cubicBezTo>
                      <a:pt x="990" y="1947"/>
                      <a:pt x="480" y="1819"/>
                      <a:pt x="256" y="1404"/>
                    </a:cubicBezTo>
                    <a:cubicBezTo>
                      <a:pt x="1" y="990"/>
                      <a:pt x="161" y="479"/>
                      <a:pt x="575" y="2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1330" name="Google Shape;1330;p33"/>
          <p:cNvGrpSpPr/>
          <p:nvPr/>
        </p:nvGrpSpPr>
        <p:grpSpPr>
          <a:xfrm>
            <a:off x="-441300" y="4225585"/>
            <a:ext cx="4890167" cy="3661312"/>
            <a:chOff x="-330975" y="3169189"/>
            <a:chExt cx="3667625" cy="2745984"/>
          </a:xfrm>
        </p:grpSpPr>
        <p:grpSp>
          <p:nvGrpSpPr>
            <p:cNvPr id="1331" name="Google Shape;1331;p33"/>
            <p:cNvGrpSpPr/>
            <p:nvPr/>
          </p:nvGrpSpPr>
          <p:grpSpPr>
            <a:xfrm>
              <a:off x="1281832" y="4020405"/>
              <a:ext cx="913414" cy="880441"/>
              <a:chOff x="763654" y="5826350"/>
              <a:chExt cx="1008071" cy="971575"/>
            </a:xfrm>
          </p:grpSpPr>
          <p:sp>
            <p:nvSpPr>
              <p:cNvPr id="1332" name="Google Shape;1332;p33"/>
              <p:cNvSpPr/>
              <p:nvPr/>
            </p:nvSpPr>
            <p:spPr>
              <a:xfrm>
                <a:off x="814757" y="6134739"/>
                <a:ext cx="923883" cy="635359"/>
              </a:xfrm>
              <a:custGeom>
                <a:avLst/>
                <a:gdLst/>
                <a:ahLst/>
                <a:cxnLst/>
                <a:rect l="l" t="t" r="r" b="b"/>
                <a:pathLst>
                  <a:path w="22277" h="15320" fill="none" extrusionOk="0">
                    <a:moveTo>
                      <a:pt x="6543" y="1"/>
                    </a:moveTo>
                    <a:lnTo>
                      <a:pt x="1" y="15320"/>
                    </a:lnTo>
                    <a:lnTo>
                      <a:pt x="22277" y="947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33" name="Google Shape;1333;p33"/>
              <p:cNvSpPr/>
              <p:nvPr/>
            </p:nvSpPr>
            <p:spPr>
              <a:xfrm>
                <a:off x="1086109" y="5858118"/>
                <a:ext cx="41" cy="276663"/>
              </a:xfrm>
              <a:custGeom>
                <a:avLst/>
                <a:gdLst/>
                <a:ahLst/>
                <a:cxnLst/>
                <a:rect l="l" t="t" r="r" b="b"/>
                <a:pathLst>
                  <a:path w="1" h="6671" fill="none" extrusionOk="0">
                    <a:moveTo>
                      <a:pt x="0" y="6671"/>
                    </a:moveTo>
                    <a:lnTo>
                      <a:pt x="0" y="1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9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34" name="Google Shape;1334;p33"/>
              <p:cNvSpPr/>
              <p:nvPr/>
            </p:nvSpPr>
            <p:spPr>
              <a:xfrm>
                <a:off x="1067571" y="6109607"/>
                <a:ext cx="42385" cy="42385"/>
              </a:xfrm>
              <a:custGeom>
                <a:avLst/>
                <a:gdLst/>
                <a:ahLst/>
                <a:cxnLst/>
                <a:rect l="l" t="t" r="r" b="b"/>
                <a:pathLst>
                  <a:path w="1022" h="1022" extrusionOk="0">
                    <a:moveTo>
                      <a:pt x="1022" y="511"/>
                    </a:moveTo>
                    <a:cubicBezTo>
                      <a:pt x="1022" y="766"/>
                      <a:pt x="798" y="1022"/>
                      <a:pt x="511" y="1022"/>
                    </a:cubicBezTo>
                    <a:cubicBezTo>
                      <a:pt x="224" y="1022"/>
                      <a:pt x="0" y="766"/>
                      <a:pt x="0" y="511"/>
                    </a:cubicBezTo>
                    <a:cubicBezTo>
                      <a:pt x="0" y="224"/>
                      <a:pt x="224" y="1"/>
                      <a:pt x="511" y="1"/>
                    </a:cubicBezTo>
                    <a:cubicBezTo>
                      <a:pt x="798" y="1"/>
                      <a:pt x="1022" y="224"/>
                      <a:pt x="1022" y="5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35" name="Google Shape;1335;p33"/>
              <p:cNvSpPr/>
              <p:nvPr/>
            </p:nvSpPr>
            <p:spPr>
              <a:xfrm>
                <a:off x="1067571" y="5826350"/>
                <a:ext cx="42385" cy="42426"/>
              </a:xfrm>
              <a:custGeom>
                <a:avLst/>
                <a:gdLst/>
                <a:ahLst/>
                <a:cxnLst/>
                <a:rect l="l" t="t" r="r" b="b"/>
                <a:pathLst>
                  <a:path w="1022" h="1023" extrusionOk="0">
                    <a:moveTo>
                      <a:pt x="1022" y="511"/>
                    </a:moveTo>
                    <a:cubicBezTo>
                      <a:pt x="1022" y="799"/>
                      <a:pt x="798" y="1022"/>
                      <a:pt x="511" y="1022"/>
                    </a:cubicBezTo>
                    <a:cubicBezTo>
                      <a:pt x="224" y="1022"/>
                      <a:pt x="0" y="799"/>
                      <a:pt x="0" y="511"/>
                    </a:cubicBezTo>
                    <a:cubicBezTo>
                      <a:pt x="0" y="224"/>
                      <a:pt x="224" y="1"/>
                      <a:pt x="511" y="1"/>
                    </a:cubicBezTo>
                    <a:cubicBezTo>
                      <a:pt x="798" y="1"/>
                      <a:pt x="1022" y="224"/>
                      <a:pt x="1022" y="5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36" name="Google Shape;1336;p33"/>
              <p:cNvSpPr/>
              <p:nvPr/>
            </p:nvSpPr>
            <p:spPr>
              <a:xfrm>
                <a:off x="763654" y="6727712"/>
                <a:ext cx="71499" cy="70213"/>
              </a:xfrm>
              <a:custGeom>
                <a:avLst/>
                <a:gdLst/>
                <a:ahLst/>
                <a:cxnLst/>
                <a:rect l="l" t="t" r="r" b="b"/>
                <a:pathLst>
                  <a:path w="1724" h="1693" extrusionOk="0">
                    <a:moveTo>
                      <a:pt x="1723" y="830"/>
                    </a:moveTo>
                    <a:cubicBezTo>
                      <a:pt x="1723" y="1309"/>
                      <a:pt x="1340" y="1692"/>
                      <a:pt x="862" y="1692"/>
                    </a:cubicBezTo>
                    <a:cubicBezTo>
                      <a:pt x="383" y="1692"/>
                      <a:pt x="0" y="1309"/>
                      <a:pt x="0" y="830"/>
                    </a:cubicBezTo>
                    <a:cubicBezTo>
                      <a:pt x="0" y="384"/>
                      <a:pt x="383" y="1"/>
                      <a:pt x="862" y="1"/>
                    </a:cubicBezTo>
                    <a:cubicBezTo>
                      <a:pt x="1340" y="1"/>
                      <a:pt x="1723" y="384"/>
                      <a:pt x="1723" y="83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37" name="Google Shape;1337;p33"/>
              <p:cNvSpPr/>
              <p:nvPr/>
            </p:nvSpPr>
            <p:spPr>
              <a:xfrm>
                <a:off x="1701554" y="6481532"/>
                <a:ext cx="70171" cy="70171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1692" extrusionOk="0">
                    <a:moveTo>
                      <a:pt x="1692" y="862"/>
                    </a:moveTo>
                    <a:cubicBezTo>
                      <a:pt x="1692" y="1341"/>
                      <a:pt x="1309" y="1692"/>
                      <a:pt x="830" y="1692"/>
                    </a:cubicBezTo>
                    <a:cubicBezTo>
                      <a:pt x="351" y="1692"/>
                      <a:pt x="0" y="1341"/>
                      <a:pt x="0" y="862"/>
                    </a:cubicBezTo>
                    <a:cubicBezTo>
                      <a:pt x="0" y="383"/>
                      <a:pt x="351" y="0"/>
                      <a:pt x="830" y="0"/>
                    </a:cubicBezTo>
                    <a:cubicBezTo>
                      <a:pt x="1309" y="0"/>
                      <a:pt x="1692" y="383"/>
                      <a:pt x="1692" y="86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338" name="Google Shape;1338;p33"/>
            <p:cNvGrpSpPr/>
            <p:nvPr/>
          </p:nvGrpSpPr>
          <p:grpSpPr>
            <a:xfrm>
              <a:off x="-330975" y="3169189"/>
              <a:ext cx="3667625" cy="2745984"/>
              <a:chOff x="-330975" y="3169189"/>
              <a:chExt cx="3667625" cy="2745984"/>
            </a:xfrm>
          </p:grpSpPr>
          <p:sp>
            <p:nvSpPr>
              <p:cNvPr id="1339" name="Google Shape;1339;p33"/>
              <p:cNvSpPr/>
              <p:nvPr/>
            </p:nvSpPr>
            <p:spPr>
              <a:xfrm rot="-10103830">
                <a:off x="2092001" y="4693018"/>
                <a:ext cx="485146" cy="590226"/>
              </a:xfrm>
              <a:custGeom>
                <a:avLst/>
                <a:gdLst/>
                <a:ahLst/>
                <a:cxnLst/>
                <a:rect l="l" t="t" r="r" b="b"/>
                <a:pathLst>
                  <a:path w="15282" h="18592" fill="none" extrusionOk="0">
                    <a:moveTo>
                      <a:pt x="14740" y="96"/>
                    </a:moveTo>
                    <a:lnTo>
                      <a:pt x="1" y="0"/>
                    </a:lnTo>
                    <a:lnTo>
                      <a:pt x="15281" y="18592"/>
                    </a:lnTo>
                    <a:lnTo>
                      <a:pt x="414" y="15249"/>
                    </a:ln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83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40" name="Google Shape;1340;p33"/>
              <p:cNvSpPr/>
              <p:nvPr/>
            </p:nvSpPr>
            <p:spPr>
              <a:xfrm rot="-10103830">
                <a:off x="2174238" y="4473717"/>
                <a:ext cx="313335" cy="210255"/>
              </a:xfrm>
              <a:custGeom>
                <a:avLst/>
                <a:gdLst/>
                <a:ahLst/>
                <a:cxnLst/>
                <a:rect l="l" t="t" r="r" b="b"/>
                <a:pathLst>
                  <a:path w="9870" h="6623" fill="none" extrusionOk="0">
                    <a:moveTo>
                      <a:pt x="9869" y="1"/>
                    </a:moveTo>
                    <a:lnTo>
                      <a:pt x="8628" y="6622"/>
                    </a:lnTo>
                    <a:lnTo>
                      <a:pt x="1" y="633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83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41" name="Google Shape;1341;p33"/>
              <p:cNvSpPr/>
              <p:nvPr/>
            </p:nvSpPr>
            <p:spPr>
              <a:xfrm rot="-10103830">
                <a:off x="1952735" y="4120438"/>
                <a:ext cx="1004609" cy="692322"/>
              </a:xfrm>
              <a:custGeom>
                <a:avLst/>
                <a:gdLst/>
                <a:ahLst/>
                <a:cxnLst/>
                <a:rect l="l" t="t" r="r" b="b"/>
                <a:pathLst>
                  <a:path w="31645" h="21808" fill="none" extrusionOk="0">
                    <a:moveTo>
                      <a:pt x="14008" y="9679"/>
                    </a:moveTo>
                    <a:lnTo>
                      <a:pt x="9009" y="1"/>
                    </a:lnTo>
                    <a:lnTo>
                      <a:pt x="0" y="3535"/>
                    </a:lnTo>
                    <a:lnTo>
                      <a:pt x="5699" y="9551"/>
                    </a:lnTo>
                    <a:lnTo>
                      <a:pt x="14008" y="9679"/>
                    </a:lnTo>
                    <a:lnTo>
                      <a:pt x="22412" y="21808"/>
                    </a:lnTo>
                    <a:lnTo>
                      <a:pt x="22635" y="9965"/>
                    </a:lnTo>
                    <a:lnTo>
                      <a:pt x="31644" y="9042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83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42" name="Google Shape;1342;p33"/>
              <p:cNvSpPr/>
              <p:nvPr/>
            </p:nvSpPr>
            <p:spPr>
              <a:xfrm rot="-10103830">
                <a:off x="2652662" y="4079949"/>
                <a:ext cx="574067" cy="524543"/>
              </a:xfrm>
              <a:custGeom>
                <a:avLst/>
                <a:gdLst/>
                <a:ahLst/>
                <a:cxnLst/>
                <a:rect l="l" t="t" r="r" b="b"/>
                <a:pathLst>
                  <a:path w="18083" h="16523" fill="none" extrusionOk="0">
                    <a:moveTo>
                      <a:pt x="1" y="16523"/>
                    </a:moveTo>
                    <a:lnTo>
                      <a:pt x="18083" y="10601"/>
                    </a:lnTo>
                    <a:lnTo>
                      <a:pt x="13085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83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43" name="Google Shape;1343;p33"/>
              <p:cNvSpPr/>
              <p:nvPr/>
            </p:nvSpPr>
            <p:spPr>
              <a:xfrm rot="-10103830">
                <a:off x="2244705" y="4131728"/>
                <a:ext cx="530606" cy="692322"/>
              </a:xfrm>
              <a:custGeom>
                <a:avLst/>
                <a:gdLst/>
                <a:ahLst/>
                <a:cxnLst/>
                <a:rect l="l" t="t" r="r" b="b"/>
                <a:pathLst>
                  <a:path w="16714" h="21808" fill="none" extrusionOk="0">
                    <a:moveTo>
                      <a:pt x="4999" y="20152"/>
                    </a:moveTo>
                    <a:lnTo>
                      <a:pt x="16714" y="21808"/>
                    </a:lnTo>
                    <a:lnTo>
                      <a:pt x="1" y="9551"/>
                    </a:lnTo>
                    <a:lnTo>
                      <a:pt x="3311" y="1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83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44" name="Google Shape;1344;p33"/>
              <p:cNvSpPr/>
              <p:nvPr/>
            </p:nvSpPr>
            <p:spPr>
              <a:xfrm rot="-10103830">
                <a:off x="932764" y="4350705"/>
                <a:ext cx="685242" cy="1482644"/>
              </a:xfrm>
              <a:custGeom>
                <a:avLst/>
                <a:gdLst/>
                <a:ahLst/>
                <a:cxnLst/>
                <a:rect l="l" t="t" r="r" b="b"/>
                <a:pathLst>
                  <a:path w="21585" h="46703" fill="none" extrusionOk="0">
                    <a:moveTo>
                      <a:pt x="11843" y="46702"/>
                    </a:moveTo>
                    <a:lnTo>
                      <a:pt x="21585" y="19515"/>
                    </a:lnTo>
                    <a:lnTo>
                      <a:pt x="1" y="1"/>
                    </a:lnTo>
                    <a:lnTo>
                      <a:pt x="10697" y="26774"/>
                    </a:lnTo>
                    <a:lnTo>
                      <a:pt x="21585" y="19515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83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45" name="Google Shape;1345;p33"/>
              <p:cNvSpPr/>
              <p:nvPr/>
            </p:nvSpPr>
            <p:spPr>
              <a:xfrm rot="-10103830">
                <a:off x="425785" y="3922116"/>
                <a:ext cx="959117" cy="1205722"/>
              </a:xfrm>
              <a:custGeom>
                <a:avLst/>
                <a:gdLst/>
                <a:ahLst/>
                <a:cxnLst/>
                <a:rect l="l" t="t" r="r" b="b"/>
                <a:pathLst>
                  <a:path w="30212" h="37980" fill="none" extrusionOk="0">
                    <a:moveTo>
                      <a:pt x="30212" y="37979"/>
                    </a:moveTo>
                    <a:lnTo>
                      <a:pt x="21807" y="28333"/>
                    </a:lnTo>
                    <a:lnTo>
                      <a:pt x="23240" y="17732"/>
                    </a:lnTo>
                    <a:lnTo>
                      <a:pt x="17732" y="16618"/>
                    </a:lnTo>
                    <a:lnTo>
                      <a:pt x="10888" y="0"/>
                    </a:lnTo>
                    <a:lnTo>
                      <a:pt x="19738" y="4903"/>
                    </a:lnTo>
                    <a:lnTo>
                      <a:pt x="26996" y="6686"/>
                    </a:lnTo>
                    <a:lnTo>
                      <a:pt x="17732" y="16618"/>
                    </a:lnTo>
                    <a:lnTo>
                      <a:pt x="0" y="7259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83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46" name="Google Shape;1346;p33"/>
              <p:cNvSpPr/>
              <p:nvPr/>
            </p:nvSpPr>
            <p:spPr>
              <a:xfrm rot="-10103830">
                <a:off x="-127217" y="3484175"/>
                <a:ext cx="3315925" cy="1808043"/>
              </a:xfrm>
              <a:custGeom>
                <a:avLst/>
                <a:gdLst/>
                <a:ahLst/>
                <a:cxnLst/>
                <a:rect l="l" t="t" r="r" b="b"/>
                <a:pathLst>
                  <a:path w="104451" h="56953" fill="none" extrusionOk="0">
                    <a:moveTo>
                      <a:pt x="4457" y="56952"/>
                    </a:moveTo>
                    <a:lnTo>
                      <a:pt x="1" y="47084"/>
                    </a:lnTo>
                    <a:lnTo>
                      <a:pt x="29798" y="42818"/>
                    </a:lnTo>
                    <a:lnTo>
                      <a:pt x="39030" y="30052"/>
                    </a:lnTo>
                    <a:lnTo>
                      <a:pt x="31262" y="24354"/>
                    </a:lnTo>
                    <a:lnTo>
                      <a:pt x="30721" y="5858"/>
                    </a:lnTo>
                    <a:lnTo>
                      <a:pt x="43614" y="0"/>
                    </a:lnTo>
                    <a:lnTo>
                      <a:pt x="55552" y="8564"/>
                    </a:lnTo>
                    <a:lnTo>
                      <a:pt x="56698" y="28492"/>
                    </a:lnTo>
                    <a:lnTo>
                      <a:pt x="85764" y="39284"/>
                    </a:lnTo>
                    <a:lnTo>
                      <a:pt x="104451" y="22571"/>
                    </a:lnTo>
                    <a:lnTo>
                      <a:pt x="77359" y="29638"/>
                    </a:lnTo>
                    <a:lnTo>
                      <a:pt x="56698" y="28492"/>
                    </a:lnTo>
                    <a:lnTo>
                      <a:pt x="56698" y="28492"/>
                    </a:lnTo>
                    <a:lnTo>
                      <a:pt x="73284" y="17923"/>
                    </a:lnTo>
                    <a:lnTo>
                      <a:pt x="77359" y="29638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83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47" name="Google Shape;1347;p33"/>
              <p:cNvSpPr/>
              <p:nvPr/>
            </p:nvSpPr>
            <p:spPr>
              <a:xfrm rot="-10103830">
                <a:off x="708079" y="4571784"/>
                <a:ext cx="63715" cy="37193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11716" fill="none" extrusionOk="0">
                    <a:moveTo>
                      <a:pt x="0" y="11716"/>
                    </a:moveTo>
                    <a:lnTo>
                      <a:pt x="2006" y="1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83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48" name="Google Shape;1348;p33"/>
              <p:cNvSpPr/>
              <p:nvPr/>
            </p:nvSpPr>
            <p:spPr>
              <a:xfrm rot="-10103830">
                <a:off x="1373981" y="4385515"/>
                <a:ext cx="276954" cy="148604"/>
              </a:xfrm>
              <a:custGeom>
                <a:avLst/>
                <a:gdLst/>
                <a:ahLst/>
                <a:cxnLst/>
                <a:rect l="l" t="t" r="r" b="b"/>
                <a:pathLst>
                  <a:path w="8724" h="4681" fill="none" extrusionOk="0">
                    <a:moveTo>
                      <a:pt x="8723" y="468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83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49" name="Google Shape;1349;p33"/>
              <p:cNvSpPr/>
              <p:nvPr/>
            </p:nvSpPr>
            <p:spPr>
              <a:xfrm rot="-10103830">
                <a:off x="1573911" y="4874811"/>
                <a:ext cx="498257" cy="491178"/>
              </a:xfrm>
              <a:custGeom>
                <a:avLst/>
                <a:gdLst/>
                <a:ahLst/>
                <a:cxnLst/>
                <a:rect l="l" t="t" r="r" b="b"/>
                <a:pathLst>
                  <a:path w="15695" h="15472" fill="none" extrusionOk="0">
                    <a:moveTo>
                      <a:pt x="12893" y="0"/>
                    </a:moveTo>
                    <a:lnTo>
                      <a:pt x="15695" y="15472"/>
                    </a:lnTo>
                    <a:lnTo>
                      <a:pt x="0" y="5858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3183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grpSp>
            <p:nvGrpSpPr>
              <p:cNvPr id="1350" name="Google Shape;1350;p33"/>
              <p:cNvGrpSpPr/>
              <p:nvPr/>
            </p:nvGrpSpPr>
            <p:grpSpPr>
              <a:xfrm>
                <a:off x="-330975" y="3779650"/>
                <a:ext cx="3630870" cy="2135522"/>
                <a:chOff x="-330975" y="3779650"/>
                <a:chExt cx="3630870" cy="2135522"/>
              </a:xfrm>
            </p:grpSpPr>
            <p:sp>
              <p:nvSpPr>
                <p:cNvPr id="1351" name="Google Shape;1351;p33"/>
                <p:cNvSpPr/>
                <p:nvPr/>
              </p:nvSpPr>
              <p:spPr>
                <a:xfrm rot="-10103830">
                  <a:off x="-303084" y="3922950"/>
                  <a:ext cx="205208" cy="2981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64" h="9393" fill="none" extrusionOk="0">
                      <a:moveTo>
                        <a:pt x="1" y="1"/>
                      </a:moveTo>
                      <a:lnTo>
                        <a:pt x="6463" y="9392"/>
                      </a:lnTo>
                    </a:path>
                  </a:pathLst>
                </a:custGeom>
                <a:solidFill>
                  <a:schemeClr val="accent2"/>
                </a:solidFill>
                <a:ln w="7175" cap="flat" cmpd="sng">
                  <a:solidFill>
                    <a:schemeClr val="accent2"/>
                  </a:solidFill>
                  <a:prstDash val="solid"/>
                  <a:miter lim="3183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52" name="Google Shape;1352;p33"/>
                <p:cNvSpPr/>
                <p:nvPr/>
              </p:nvSpPr>
              <p:spPr>
                <a:xfrm rot="-10103830">
                  <a:off x="3242437" y="4114743"/>
                  <a:ext cx="52603" cy="536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7" h="1689" extrusionOk="0">
                      <a:moveTo>
                        <a:pt x="829" y="1"/>
                      </a:moveTo>
                      <a:cubicBezTo>
                        <a:pt x="383" y="1"/>
                        <a:pt x="1" y="383"/>
                        <a:pt x="1" y="860"/>
                      </a:cubicBezTo>
                      <a:cubicBezTo>
                        <a:pt x="1" y="1306"/>
                        <a:pt x="383" y="1688"/>
                        <a:pt x="829" y="1688"/>
                      </a:cubicBezTo>
                      <a:cubicBezTo>
                        <a:pt x="1306" y="1688"/>
                        <a:pt x="1656" y="1306"/>
                        <a:pt x="1656" y="860"/>
                      </a:cubicBezTo>
                      <a:cubicBezTo>
                        <a:pt x="1656" y="383"/>
                        <a:pt x="1306" y="1"/>
                        <a:pt x="82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53" name="Google Shape;1353;p33"/>
                <p:cNvSpPr/>
                <p:nvPr/>
              </p:nvSpPr>
              <p:spPr>
                <a:xfrm rot="-10103830">
                  <a:off x="2472516" y="4487991"/>
                  <a:ext cx="52572" cy="536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" h="1689" extrusionOk="0">
                      <a:moveTo>
                        <a:pt x="828" y="1"/>
                      </a:moveTo>
                      <a:cubicBezTo>
                        <a:pt x="350" y="1"/>
                        <a:pt x="0" y="383"/>
                        <a:pt x="0" y="829"/>
                      </a:cubicBezTo>
                      <a:cubicBezTo>
                        <a:pt x="0" y="1306"/>
                        <a:pt x="350" y="1688"/>
                        <a:pt x="828" y="1688"/>
                      </a:cubicBezTo>
                      <a:cubicBezTo>
                        <a:pt x="1273" y="1688"/>
                        <a:pt x="1655" y="1306"/>
                        <a:pt x="1655" y="829"/>
                      </a:cubicBezTo>
                      <a:cubicBezTo>
                        <a:pt x="1655" y="383"/>
                        <a:pt x="1273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54" name="Google Shape;1354;p33"/>
                <p:cNvSpPr/>
                <p:nvPr/>
              </p:nvSpPr>
              <p:spPr>
                <a:xfrm rot="-10103830">
                  <a:off x="2873828" y="4769595"/>
                  <a:ext cx="53588" cy="536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8" h="1689" extrusionOk="0">
                      <a:moveTo>
                        <a:pt x="860" y="1"/>
                      </a:moveTo>
                      <a:cubicBezTo>
                        <a:pt x="383" y="1"/>
                        <a:pt x="1" y="383"/>
                        <a:pt x="1" y="829"/>
                      </a:cubicBezTo>
                      <a:cubicBezTo>
                        <a:pt x="1" y="1306"/>
                        <a:pt x="383" y="1688"/>
                        <a:pt x="860" y="1688"/>
                      </a:cubicBezTo>
                      <a:cubicBezTo>
                        <a:pt x="1306" y="1688"/>
                        <a:pt x="1688" y="1306"/>
                        <a:pt x="1688" y="829"/>
                      </a:cubicBezTo>
                      <a:cubicBezTo>
                        <a:pt x="1688" y="383"/>
                        <a:pt x="1306" y="1"/>
                        <a:pt x="86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55" name="Google Shape;1355;p33"/>
                <p:cNvSpPr/>
                <p:nvPr/>
              </p:nvSpPr>
              <p:spPr>
                <a:xfrm rot="-10103830">
                  <a:off x="1929998" y="4402398"/>
                  <a:ext cx="52572" cy="526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" h="1657" extrusionOk="0">
                      <a:moveTo>
                        <a:pt x="828" y="1"/>
                      </a:moveTo>
                      <a:cubicBezTo>
                        <a:pt x="351" y="1"/>
                        <a:pt x="0" y="351"/>
                        <a:pt x="0" y="829"/>
                      </a:cubicBezTo>
                      <a:cubicBezTo>
                        <a:pt x="0" y="1274"/>
                        <a:pt x="351" y="1656"/>
                        <a:pt x="828" y="1656"/>
                      </a:cubicBezTo>
                      <a:cubicBezTo>
                        <a:pt x="1274" y="1656"/>
                        <a:pt x="1656" y="1274"/>
                        <a:pt x="1656" y="829"/>
                      </a:cubicBezTo>
                      <a:cubicBezTo>
                        <a:pt x="1656" y="351"/>
                        <a:pt x="1274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56" name="Google Shape;1356;p33"/>
                <p:cNvSpPr/>
                <p:nvPr/>
              </p:nvSpPr>
              <p:spPr>
                <a:xfrm rot="-10103830">
                  <a:off x="2218565" y="4423475"/>
                  <a:ext cx="52572" cy="53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" h="1688" extrusionOk="0">
                      <a:moveTo>
                        <a:pt x="828" y="0"/>
                      </a:moveTo>
                      <a:cubicBezTo>
                        <a:pt x="382" y="0"/>
                        <a:pt x="0" y="382"/>
                        <a:pt x="0" y="860"/>
                      </a:cubicBezTo>
                      <a:cubicBezTo>
                        <a:pt x="0" y="1305"/>
                        <a:pt x="382" y="1687"/>
                        <a:pt x="828" y="1687"/>
                      </a:cubicBezTo>
                      <a:cubicBezTo>
                        <a:pt x="1306" y="1687"/>
                        <a:pt x="1656" y="1305"/>
                        <a:pt x="1656" y="860"/>
                      </a:cubicBezTo>
                      <a:cubicBezTo>
                        <a:pt x="1656" y="382"/>
                        <a:pt x="1306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57" name="Google Shape;1357;p33"/>
                <p:cNvSpPr/>
                <p:nvPr/>
              </p:nvSpPr>
              <p:spPr>
                <a:xfrm rot="-10103830">
                  <a:off x="2288855" y="4061463"/>
                  <a:ext cx="53619" cy="52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9" h="1656" extrusionOk="0">
                      <a:moveTo>
                        <a:pt x="828" y="0"/>
                      </a:moveTo>
                      <a:cubicBezTo>
                        <a:pt x="383" y="0"/>
                        <a:pt x="1" y="351"/>
                        <a:pt x="1" y="828"/>
                      </a:cubicBezTo>
                      <a:cubicBezTo>
                        <a:pt x="1" y="1274"/>
                        <a:pt x="383" y="1656"/>
                        <a:pt x="828" y="1656"/>
                      </a:cubicBezTo>
                      <a:cubicBezTo>
                        <a:pt x="1306" y="1656"/>
                        <a:pt x="1688" y="1274"/>
                        <a:pt x="1688" y="828"/>
                      </a:cubicBezTo>
                      <a:cubicBezTo>
                        <a:pt x="1688" y="351"/>
                        <a:pt x="1306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58" name="Google Shape;1358;p33"/>
                <p:cNvSpPr/>
                <p:nvPr/>
              </p:nvSpPr>
              <p:spPr>
                <a:xfrm rot="-10103830">
                  <a:off x="2482713" y="5287565"/>
                  <a:ext cx="52603" cy="536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7" h="1689" extrusionOk="0">
                      <a:moveTo>
                        <a:pt x="829" y="1"/>
                      </a:moveTo>
                      <a:cubicBezTo>
                        <a:pt x="383" y="1"/>
                        <a:pt x="1" y="383"/>
                        <a:pt x="1" y="860"/>
                      </a:cubicBezTo>
                      <a:cubicBezTo>
                        <a:pt x="1" y="1306"/>
                        <a:pt x="383" y="1688"/>
                        <a:pt x="829" y="1688"/>
                      </a:cubicBezTo>
                      <a:cubicBezTo>
                        <a:pt x="1306" y="1688"/>
                        <a:pt x="1656" y="1306"/>
                        <a:pt x="1656" y="860"/>
                      </a:cubicBezTo>
                      <a:cubicBezTo>
                        <a:pt x="1656" y="383"/>
                        <a:pt x="1306" y="1"/>
                        <a:pt x="82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59" name="Google Shape;1359;p33"/>
                <p:cNvSpPr/>
                <p:nvPr/>
              </p:nvSpPr>
              <p:spPr>
                <a:xfrm rot="-10103830">
                  <a:off x="1599905" y="4804155"/>
                  <a:ext cx="53619" cy="52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9" h="1656" extrusionOk="0">
                      <a:moveTo>
                        <a:pt x="860" y="0"/>
                      </a:moveTo>
                      <a:cubicBezTo>
                        <a:pt x="383" y="0"/>
                        <a:pt x="1" y="382"/>
                        <a:pt x="1" y="828"/>
                      </a:cubicBezTo>
                      <a:cubicBezTo>
                        <a:pt x="1" y="1305"/>
                        <a:pt x="383" y="1656"/>
                        <a:pt x="860" y="1656"/>
                      </a:cubicBezTo>
                      <a:cubicBezTo>
                        <a:pt x="1306" y="1656"/>
                        <a:pt x="1688" y="1305"/>
                        <a:pt x="1688" y="828"/>
                      </a:cubicBezTo>
                      <a:cubicBezTo>
                        <a:pt x="1688" y="382"/>
                        <a:pt x="1306" y="0"/>
                        <a:pt x="86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60" name="Google Shape;1360;p33"/>
                <p:cNvSpPr/>
                <p:nvPr/>
              </p:nvSpPr>
              <p:spPr>
                <a:xfrm rot="-10103830">
                  <a:off x="1441452" y="5856846"/>
                  <a:ext cx="52572" cy="53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" h="1688" extrusionOk="0">
                      <a:moveTo>
                        <a:pt x="828" y="0"/>
                      </a:moveTo>
                      <a:cubicBezTo>
                        <a:pt x="382" y="0"/>
                        <a:pt x="0" y="382"/>
                        <a:pt x="0" y="860"/>
                      </a:cubicBezTo>
                      <a:cubicBezTo>
                        <a:pt x="0" y="1305"/>
                        <a:pt x="382" y="1687"/>
                        <a:pt x="828" y="1687"/>
                      </a:cubicBezTo>
                      <a:cubicBezTo>
                        <a:pt x="1305" y="1687"/>
                        <a:pt x="1655" y="1305"/>
                        <a:pt x="1655" y="860"/>
                      </a:cubicBezTo>
                      <a:cubicBezTo>
                        <a:pt x="1655" y="382"/>
                        <a:pt x="1305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61" name="Google Shape;1361;p33"/>
                <p:cNvSpPr/>
                <p:nvPr/>
              </p:nvSpPr>
              <p:spPr>
                <a:xfrm rot="-10103830">
                  <a:off x="2034413" y="5207115"/>
                  <a:ext cx="36413" cy="374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7" h="1179" extrusionOk="0">
                      <a:moveTo>
                        <a:pt x="574" y="0"/>
                      </a:moveTo>
                      <a:cubicBezTo>
                        <a:pt x="255" y="0"/>
                        <a:pt x="1" y="287"/>
                        <a:pt x="1" y="605"/>
                      </a:cubicBezTo>
                      <a:cubicBezTo>
                        <a:pt x="1" y="923"/>
                        <a:pt x="255" y="1178"/>
                        <a:pt x="574" y="1178"/>
                      </a:cubicBezTo>
                      <a:cubicBezTo>
                        <a:pt x="892" y="1178"/>
                        <a:pt x="1147" y="923"/>
                        <a:pt x="1147" y="605"/>
                      </a:cubicBezTo>
                      <a:cubicBezTo>
                        <a:pt x="1147" y="287"/>
                        <a:pt x="892" y="0"/>
                        <a:pt x="57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62" name="Google Shape;1362;p33"/>
                <p:cNvSpPr/>
                <p:nvPr/>
              </p:nvSpPr>
              <p:spPr>
                <a:xfrm rot="-10103830">
                  <a:off x="2142667" y="4630030"/>
                  <a:ext cx="37429" cy="364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9" h="1147" extrusionOk="0">
                      <a:moveTo>
                        <a:pt x="605" y="0"/>
                      </a:moveTo>
                      <a:cubicBezTo>
                        <a:pt x="287" y="0"/>
                        <a:pt x="0" y="255"/>
                        <a:pt x="0" y="573"/>
                      </a:cubicBezTo>
                      <a:cubicBezTo>
                        <a:pt x="0" y="891"/>
                        <a:pt x="287" y="1146"/>
                        <a:pt x="605" y="1146"/>
                      </a:cubicBezTo>
                      <a:cubicBezTo>
                        <a:pt x="923" y="1146"/>
                        <a:pt x="1178" y="891"/>
                        <a:pt x="1178" y="573"/>
                      </a:cubicBezTo>
                      <a:cubicBezTo>
                        <a:pt x="1178" y="255"/>
                        <a:pt x="923" y="0"/>
                        <a:pt x="60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63" name="Google Shape;1363;p33"/>
                <p:cNvSpPr/>
                <p:nvPr/>
              </p:nvSpPr>
              <p:spPr>
                <a:xfrm rot="-10103830">
                  <a:off x="2661525" y="4192794"/>
                  <a:ext cx="36413" cy="373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7" h="1178" extrusionOk="0">
                      <a:moveTo>
                        <a:pt x="574" y="0"/>
                      </a:moveTo>
                      <a:cubicBezTo>
                        <a:pt x="255" y="0"/>
                        <a:pt x="1" y="255"/>
                        <a:pt x="1" y="573"/>
                      </a:cubicBezTo>
                      <a:cubicBezTo>
                        <a:pt x="1" y="923"/>
                        <a:pt x="255" y="1178"/>
                        <a:pt x="574" y="1178"/>
                      </a:cubicBezTo>
                      <a:cubicBezTo>
                        <a:pt x="892" y="1178"/>
                        <a:pt x="1147" y="923"/>
                        <a:pt x="1147" y="573"/>
                      </a:cubicBezTo>
                      <a:cubicBezTo>
                        <a:pt x="1147" y="255"/>
                        <a:pt x="892" y="0"/>
                        <a:pt x="57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64" name="Google Shape;1364;p33"/>
                <p:cNvSpPr/>
                <p:nvPr/>
              </p:nvSpPr>
              <p:spPr>
                <a:xfrm rot="-10103830">
                  <a:off x="2578185" y="4829864"/>
                  <a:ext cx="37429" cy="374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9" h="1179" extrusionOk="0">
                      <a:moveTo>
                        <a:pt x="573" y="1"/>
                      </a:moveTo>
                      <a:cubicBezTo>
                        <a:pt x="255" y="1"/>
                        <a:pt x="0" y="256"/>
                        <a:pt x="0" y="574"/>
                      </a:cubicBezTo>
                      <a:cubicBezTo>
                        <a:pt x="0" y="924"/>
                        <a:pt x="255" y="1179"/>
                        <a:pt x="573" y="1179"/>
                      </a:cubicBezTo>
                      <a:cubicBezTo>
                        <a:pt x="924" y="1179"/>
                        <a:pt x="1178" y="924"/>
                        <a:pt x="1178" y="574"/>
                      </a:cubicBezTo>
                      <a:cubicBezTo>
                        <a:pt x="1178" y="256"/>
                        <a:pt x="924" y="1"/>
                        <a:pt x="573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65" name="Google Shape;1365;p33"/>
                <p:cNvSpPr/>
                <p:nvPr/>
              </p:nvSpPr>
              <p:spPr>
                <a:xfrm rot="-10103830">
                  <a:off x="1281959" y="4968147"/>
                  <a:ext cx="37429" cy="364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9" h="1147" extrusionOk="0">
                      <a:moveTo>
                        <a:pt x="605" y="1"/>
                      </a:moveTo>
                      <a:cubicBezTo>
                        <a:pt x="287" y="1"/>
                        <a:pt x="1" y="255"/>
                        <a:pt x="1" y="574"/>
                      </a:cubicBezTo>
                      <a:cubicBezTo>
                        <a:pt x="1" y="892"/>
                        <a:pt x="287" y="1147"/>
                        <a:pt x="605" y="1147"/>
                      </a:cubicBezTo>
                      <a:cubicBezTo>
                        <a:pt x="924" y="1147"/>
                        <a:pt x="1178" y="892"/>
                        <a:pt x="1178" y="574"/>
                      </a:cubicBezTo>
                      <a:cubicBezTo>
                        <a:pt x="1178" y="255"/>
                        <a:pt x="924" y="1"/>
                        <a:pt x="605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66" name="Google Shape;1366;p33"/>
                <p:cNvSpPr/>
                <p:nvPr/>
              </p:nvSpPr>
              <p:spPr>
                <a:xfrm rot="-10103830">
                  <a:off x="440477" y="4798254"/>
                  <a:ext cx="53588" cy="52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8" h="1656" extrusionOk="0">
                      <a:moveTo>
                        <a:pt x="860" y="0"/>
                      </a:moveTo>
                      <a:cubicBezTo>
                        <a:pt x="382" y="0"/>
                        <a:pt x="0" y="382"/>
                        <a:pt x="0" y="828"/>
                      </a:cubicBezTo>
                      <a:cubicBezTo>
                        <a:pt x="0" y="1306"/>
                        <a:pt x="382" y="1656"/>
                        <a:pt x="860" y="1656"/>
                      </a:cubicBezTo>
                      <a:cubicBezTo>
                        <a:pt x="1305" y="1656"/>
                        <a:pt x="1687" y="1306"/>
                        <a:pt x="1687" y="828"/>
                      </a:cubicBezTo>
                      <a:cubicBezTo>
                        <a:pt x="1687" y="382"/>
                        <a:pt x="1305" y="0"/>
                        <a:pt x="86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67" name="Google Shape;1367;p33"/>
                <p:cNvSpPr/>
                <p:nvPr/>
              </p:nvSpPr>
              <p:spPr>
                <a:xfrm rot="-10103830">
                  <a:off x="-157175" y="4211300"/>
                  <a:ext cx="53588" cy="53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8" h="1688" extrusionOk="0">
                      <a:moveTo>
                        <a:pt x="860" y="0"/>
                      </a:moveTo>
                      <a:cubicBezTo>
                        <a:pt x="382" y="0"/>
                        <a:pt x="0" y="382"/>
                        <a:pt x="0" y="828"/>
                      </a:cubicBezTo>
                      <a:cubicBezTo>
                        <a:pt x="0" y="1305"/>
                        <a:pt x="382" y="1687"/>
                        <a:pt x="860" y="1687"/>
                      </a:cubicBezTo>
                      <a:cubicBezTo>
                        <a:pt x="1305" y="1687"/>
                        <a:pt x="1688" y="1305"/>
                        <a:pt x="1688" y="828"/>
                      </a:cubicBezTo>
                      <a:cubicBezTo>
                        <a:pt x="1688" y="382"/>
                        <a:pt x="1305" y="0"/>
                        <a:pt x="86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68" name="Google Shape;1368;p33"/>
                <p:cNvSpPr/>
                <p:nvPr/>
              </p:nvSpPr>
              <p:spPr>
                <a:xfrm rot="-10103830">
                  <a:off x="-290565" y="3881541"/>
                  <a:ext cx="52603" cy="52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7" h="1656" extrusionOk="0">
                      <a:moveTo>
                        <a:pt x="829" y="1"/>
                      </a:moveTo>
                      <a:cubicBezTo>
                        <a:pt x="383" y="1"/>
                        <a:pt x="1" y="351"/>
                        <a:pt x="1" y="828"/>
                      </a:cubicBezTo>
                      <a:cubicBezTo>
                        <a:pt x="1" y="1274"/>
                        <a:pt x="383" y="1656"/>
                        <a:pt x="829" y="1656"/>
                      </a:cubicBezTo>
                      <a:cubicBezTo>
                        <a:pt x="1306" y="1656"/>
                        <a:pt x="1656" y="1274"/>
                        <a:pt x="1656" y="828"/>
                      </a:cubicBezTo>
                      <a:cubicBezTo>
                        <a:pt x="1656" y="351"/>
                        <a:pt x="1306" y="1"/>
                        <a:pt x="82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69" name="Google Shape;1369;p33"/>
                <p:cNvSpPr/>
                <p:nvPr/>
              </p:nvSpPr>
              <p:spPr>
                <a:xfrm rot="-10103830">
                  <a:off x="536753" y="3816257"/>
                  <a:ext cx="53588" cy="53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8" h="1688" extrusionOk="0">
                      <a:moveTo>
                        <a:pt x="828" y="0"/>
                      </a:moveTo>
                      <a:cubicBezTo>
                        <a:pt x="382" y="0"/>
                        <a:pt x="0" y="382"/>
                        <a:pt x="0" y="828"/>
                      </a:cubicBezTo>
                      <a:cubicBezTo>
                        <a:pt x="0" y="1305"/>
                        <a:pt x="382" y="1687"/>
                        <a:pt x="828" y="1687"/>
                      </a:cubicBezTo>
                      <a:cubicBezTo>
                        <a:pt x="1306" y="1687"/>
                        <a:pt x="1688" y="1305"/>
                        <a:pt x="1688" y="828"/>
                      </a:cubicBezTo>
                      <a:cubicBezTo>
                        <a:pt x="1688" y="382"/>
                        <a:pt x="1306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70" name="Google Shape;1370;p33"/>
                <p:cNvSpPr/>
                <p:nvPr/>
              </p:nvSpPr>
              <p:spPr>
                <a:xfrm rot="-10103830">
                  <a:off x="1366543" y="4337285"/>
                  <a:ext cx="52572" cy="53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" h="1688" extrusionOk="0">
                      <a:moveTo>
                        <a:pt x="828" y="0"/>
                      </a:moveTo>
                      <a:cubicBezTo>
                        <a:pt x="350" y="0"/>
                        <a:pt x="0" y="382"/>
                        <a:pt x="0" y="828"/>
                      </a:cubicBezTo>
                      <a:cubicBezTo>
                        <a:pt x="0" y="1305"/>
                        <a:pt x="350" y="1687"/>
                        <a:pt x="828" y="1687"/>
                      </a:cubicBezTo>
                      <a:cubicBezTo>
                        <a:pt x="1273" y="1687"/>
                        <a:pt x="1656" y="1305"/>
                        <a:pt x="1656" y="828"/>
                      </a:cubicBezTo>
                      <a:cubicBezTo>
                        <a:pt x="1656" y="382"/>
                        <a:pt x="1273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71" name="Google Shape;1371;p33"/>
                <p:cNvSpPr/>
                <p:nvPr/>
              </p:nvSpPr>
              <p:spPr>
                <a:xfrm rot="-10103830">
                  <a:off x="1084980" y="4809854"/>
                  <a:ext cx="53588" cy="52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8" h="1656" extrusionOk="0">
                      <a:moveTo>
                        <a:pt x="828" y="0"/>
                      </a:moveTo>
                      <a:cubicBezTo>
                        <a:pt x="383" y="0"/>
                        <a:pt x="1" y="350"/>
                        <a:pt x="1" y="828"/>
                      </a:cubicBezTo>
                      <a:cubicBezTo>
                        <a:pt x="1" y="1273"/>
                        <a:pt x="383" y="1655"/>
                        <a:pt x="828" y="1655"/>
                      </a:cubicBezTo>
                      <a:cubicBezTo>
                        <a:pt x="1306" y="1655"/>
                        <a:pt x="1688" y="1273"/>
                        <a:pt x="1688" y="828"/>
                      </a:cubicBezTo>
                      <a:cubicBezTo>
                        <a:pt x="1688" y="350"/>
                        <a:pt x="1306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72" name="Google Shape;1372;p33"/>
                <p:cNvSpPr/>
                <p:nvPr/>
              </p:nvSpPr>
              <p:spPr>
                <a:xfrm rot="-10103830">
                  <a:off x="779641" y="4558363"/>
                  <a:ext cx="53588" cy="526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8" h="1657" extrusionOk="0">
                      <a:moveTo>
                        <a:pt x="860" y="1"/>
                      </a:moveTo>
                      <a:cubicBezTo>
                        <a:pt x="383" y="1"/>
                        <a:pt x="1" y="383"/>
                        <a:pt x="1" y="828"/>
                      </a:cubicBezTo>
                      <a:cubicBezTo>
                        <a:pt x="1" y="1306"/>
                        <a:pt x="383" y="1656"/>
                        <a:pt x="860" y="1656"/>
                      </a:cubicBezTo>
                      <a:cubicBezTo>
                        <a:pt x="1306" y="1656"/>
                        <a:pt x="1688" y="1306"/>
                        <a:pt x="1688" y="828"/>
                      </a:cubicBezTo>
                      <a:cubicBezTo>
                        <a:pt x="1688" y="383"/>
                        <a:pt x="1306" y="1"/>
                        <a:pt x="86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73" name="Google Shape;1373;p33"/>
                <p:cNvSpPr/>
                <p:nvPr/>
              </p:nvSpPr>
              <p:spPr>
                <a:xfrm rot="-10103830">
                  <a:off x="729522" y="4164307"/>
                  <a:ext cx="53588" cy="52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8" h="1656" extrusionOk="0">
                      <a:moveTo>
                        <a:pt x="860" y="0"/>
                      </a:moveTo>
                      <a:cubicBezTo>
                        <a:pt x="383" y="0"/>
                        <a:pt x="1" y="350"/>
                        <a:pt x="1" y="828"/>
                      </a:cubicBezTo>
                      <a:cubicBezTo>
                        <a:pt x="1" y="1274"/>
                        <a:pt x="383" y="1656"/>
                        <a:pt x="860" y="1656"/>
                      </a:cubicBezTo>
                      <a:cubicBezTo>
                        <a:pt x="1306" y="1656"/>
                        <a:pt x="1688" y="1274"/>
                        <a:pt x="1688" y="828"/>
                      </a:cubicBezTo>
                      <a:cubicBezTo>
                        <a:pt x="1688" y="350"/>
                        <a:pt x="1306" y="0"/>
                        <a:pt x="86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74" name="Google Shape;1374;p33"/>
                <p:cNvSpPr/>
                <p:nvPr/>
              </p:nvSpPr>
              <p:spPr>
                <a:xfrm rot="-10103830">
                  <a:off x="615891" y="4486468"/>
                  <a:ext cx="52603" cy="526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7" h="1657" extrusionOk="0">
                      <a:moveTo>
                        <a:pt x="829" y="1"/>
                      </a:moveTo>
                      <a:cubicBezTo>
                        <a:pt x="383" y="1"/>
                        <a:pt x="1" y="351"/>
                        <a:pt x="1" y="828"/>
                      </a:cubicBezTo>
                      <a:cubicBezTo>
                        <a:pt x="1" y="1274"/>
                        <a:pt x="383" y="1656"/>
                        <a:pt x="829" y="1656"/>
                      </a:cubicBezTo>
                      <a:cubicBezTo>
                        <a:pt x="1306" y="1656"/>
                        <a:pt x="1656" y="1274"/>
                        <a:pt x="1656" y="828"/>
                      </a:cubicBezTo>
                      <a:cubicBezTo>
                        <a:pt x="1656" y="351"/>
                        <a:pt x="1306" y="1"/>
                        <a:pt x="82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75" name="Google Shape;1375;p33"/>
                <p:cNvSpPr/>
                <p:nvPr/>
              </p:nvSpPr>
              <p:spPr>
                <a:xfrm rot="-10103830">
                  <a:off x="641039" y="4901337"/>
                  <a:ext cx="53588" cy="53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8" h="1688" extrusionOk="0">
                      <a:moveTo>
                        <a:pt x="860" y="0"/>
                      </a:moveTo>
                      <a:cubicBezTo>
                        <a:pt x="383" y="0"/>
                        <a:pt x="1" y="382"/>
                        <a:pt x="1" y="828"/>
                      </a:cubicBezTo>
                      <a:cubicBezTo>
                        <a:pt x="1" y="1306"/>
                        <a:pt x="383" y="1688"/>
                        <a:pt x="860" y="1688"/>
                      </a:cubicBezTo>
                      <a:cubicBezTo>
                        <a:pt x="1306" y="1688"/>
                        <a:pt x="1688" y="1306"/>
                        <a:pt x="1688" y="828"/>
                      </a:cubicBezTo>
                      <a:cubicBezTo>
                        <a:pt x="1688" y="382"/>
                        <a:pt x="1306" y="0"/>
                        <a:pt x="86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76" name="Google Shape;1376;p33"/>
                <p:cNvSpPr/>
                <p:nvPr/>
              </p:nvSpPr>
              <p:spPr>
                <a:xfrm rot="-10103830">
                  <a:off x="1609870" y="4539014"/>
                  <a:ext cx="53619" cy="53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9" h="1688" extrusionOk="0">
                      <a:moveTo>
                        <a:pt x="860" y="1"/>
                      </a:moveTo>
                      <a:cubicBezTo>
                        <a:pt x="383" y="1"/>
                        <a:pt x="1" y="383"/>
                        <a:pt x="1" y="860"/>
                      </a:cubicBezTo>
                      <a:cubicBezTo>
                        <a:pt x="1" y="1306"/>
                        <a:pt x="383" y="1688"/>
                        <a:pt x="860" y="1688"/>
                      </a:cubicBezTo>
                      <a:cubicBezTo>
                        <a:pt x="1306" y="1688"/>
                        <a:pt x="1688" y="1306"/>
                        <a:pt x="1688" y="860"/>
                      </a:cubicBezTo>
                      <a:cubicBezTo>
                        <a:pt x="1688" y="383"/>
                        <a:pt x="1306" y="1"/>
                        <a:pt x="86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77" name="Google Shape;1377;p33"/>
                <p:cNvSpPr/>
                <p:nvPr/>
              </p:nvSpPr>
              <p:spPr>
                <a:xfrm rot="-10103830">
                  <a:off x="3170975" y="3784393"/>
                  <a:ext cx="52603" cy="53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7" h="1688" extrusionOk="0">
                      <a:moveTo>
                        <a:pt x="828" y="0"/>
                      </a:moveTo>
                      <a:cubicBezTo>
                        <a:pt x="351" y="0"/>
                        <a:pt x="1" y="382"/>
                        <a:pt x="1" y="828"/>
                      </a:cubicBezTo>
                      <a:cubicBezTo>
                        <a:pt x="1" y="1305"/>
                        <a:pt x="351" y="1688"/>
                        <a:pt x="828" y="1688"/>
                      </a:cubicBezTo>
                      <a:cubicBezTo>
                        <a:pt x="1274" y="1688"/>
                        <a:pt x="1656" y="1305"/>
                        <a:pt x="1656" y="828"/>
                      </a:cubicBezTo>
                      <a:cubicBezTo>
                        <a:pt x="1656" y="382"/>
                        <a:pt x="1274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  <p:sp>
            <p:nvSpPr>
              <p:cNvPr id="1378" name="Google Shape;1378;p33"/>
              <p:cNvSpPr/>
              <p:nvPr/>
            </p:nvSpPr>
            <p:spPr>
              <a:xfrm rot="-9916259">
                <a:off x="184518" y="4885062"/>
                <a:ext cx="60177" cy="60177"/>
              </a:xfrm>
              <a:prstGeom prst="ellipse">
                <a:avLst/>
              </a:pr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cxnSp>
            <p:nvCxnSpPr>
              <p:cNvPr id="1379" name="Google Shape;1379;p33"/>
              <p:cNvCxnSpPr>
                <a:endCxn id="1378" idx="6"/>
              </p:cNvCxnSpPr>
              <p:nvPr/>
            </p:nvCxnSpPr>
            <p:spPr>
              <a:xfrm flipH="1">
                <a:off x="185506" y="4822301"/>
                <a:ext cx="285300" cy="8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80" name="Google Shape;1380;p33"/>
              <p:cNvCxnSpPr>
                <a:stCxn id="1378" idx="1"/>
              </p:cNvCxnSpPr>
              <p:nvPr/>
            </p:nvCxnSpPr>
            <p:spPr>
              <a:xfrm rot="10800000">
                <a:off x="-128426" y="4249937"/>
                <a:ext cx="358200" cy="69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81" name="Google Shape;1381;p33"/>
              <p:cNvCxnSpPr>
                <a:stCxn id="1378" idx="7"/>
              </p:cNvCxnSpPr>
              <p:nvPr/>
            </p:nvCxnSpPr>
            <p:spPr>
              <a:xfrm rot="10800000" flipH="1">
                <a:off x="188620" y="4518718"/>
                <a:ext cx="439200" cy="411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16048748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83" name="Google Shape;1383;p34"/>
          <p:cNvCxnSpPr/>
          <p:nvPr/>
        </p:nvCxnSpPr>
        <p:spPr>
          <a:xfrm rot="10800000">
            <a:off x="10124167" y="-38100"/>
            <a:ext cx="908400" cy="8452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84" name="Google Shape;1384;p34"/>
          <p:cNvGrpSpPr/>
          <p:nvPr/>
        </p:nvGrpSpPr>
        <p:grpSpPr>
          <a:xfrm rot="-891035">
            <a:off x="10694086" y="101413"/>
            <a:ext cx="1237236" cy="671301"/>
            <a:chOff x="3176988" y="6051975"/>
            <a:chExt cx="927925" cy="503475"/>
          </a:xfrm>
        </p:grpSpPr>
        <p:sp>
          <p:nvSpPr>
            <p:cNvPr id="1385" name="Google Shape;1385;p34"/>
            <p:cNvSpPr/>
            <p:nvPr/>
          </p:nvSpPr>
          <p:spPr>
            <a:xfrm>
              <a:off x="3198538" y="6072725"/>
              <a:ext cx="893625" cy="472350"/>
            </a:xfrm>
            <a:custGeom>
              <a:avLst/>
              <a:gdLst/>
              <a:ahLst/>
              <a:cxnLst/>
              <a:rect l="l" t="t" r="r" b="b"/>
              <a:pathLst>
                <a:path w="35745" h="18894" fill="none" extrusionOk="0">
                  <a:moveTo>
                    <a:pt x="0" y="1"/>
                  </a:moveTo>
                  <a:lnTo>
                    <a:pt x="6862" y="17809"/>
                  </a:lnTo>
                  <a:lnTo>
                    <a:pt x="35744" y="18894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319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6" name="Google Shape;1386;p34"/>
            <p:cNvSpPr/>
            <p:nvPr/>
          </p:nvSpPr>
          <p:spPr>
            <a:xfrm>
              <a:off x="4079363" y="6529900"/>
              <a:ext cx="25550" cy="25550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1022" y="511"/>
                  </a:moveTo>
                  <a:cubicBezTo>
                    <a:pt x="1022" y="798"/>
                    <a:pt x="798" y="1022"/>
                    <a:pt x="511" y="1022"/>
                  </a:cubicBezTo>
                  <a:cubicBezTo>
                    <a:pt x="224" y="1022"/>
                    <a:pt x="0" y="798"/>
                    <a:pt x="0" y="511"/>
                  </a:cubicBezTo>
                  <a:cubicBezTo>
                    <a:pt x="0" y="224"/>
                    <a:pt x="224" y="1"/>
                    <a:pt x="511" y="1"/>
                  </a:cubicBezTo>
                  <a:cubicBezTo>
                    <a:pt x="798" y="1"/>
                    <a:pt x="1022" y="224"/>
                    <a:pt x="1022" y="51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7" name="Google Shape;1387;p34"/>
            <p:cNvSpPr/>
            <p:nvPr/>
          </p:nvSpPr>
          <p:spPr>
            <a:xfrm>
              <a:off x="3176988" y="6051975"/>
              <a:ext cx="42300" cy="42325"/>
            </a:xfrm>
            <a:custGeom>
              <a:avLst/>
              <a:gdLst/>
              <a:ahLst/>
              <a:cxnLst/>
              <a:rect l="l" t="t" r="r" b="b"/>
              <a:pathLst>
                <a:path w="1692" h="1693" extrusionOk="0">
                  <a:moveTo>
                    <a:pt x="1692" y="831"/>
                  </a:moveTo>
                  <a:cubicBezTo>
                    <a:pt x="1692" y="1309"/>
                    <a:pt x="1309" y="1692"/>
                    <a:pt x="862" y="1692"/>
                  </a:cubicBezTo>
                  <a:cubicBezTo>
                    <a:pt x="383" y="1692"/>
                    <a:pt x="0" y="1309"/>
                    <a:pt x="0" y="831"/>
                  </a:cubicBezTo>
                  <a:cubicBezTo>
                    <a:pt x="0" y="384"/>
                    <a:pt x="383" y="1"/>
                    <a:pt x="862" y="1"/>
                  </a:cubicBezTo>
                  <a:cubicBezTo>
                    <a:pt x="1309" y="1"/>
                    <a:pt x="1692" y="384"/>
                    <a:pt x="1692" y="83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8" name="Google Shape;1388;p34"/>
            <p:cNvSpPr/>
            <p:nvPr/>
          </p:nvSpPr>
          <p:spPr>
            <a:xfrm>
              <a:off x="3354113" y="6491600"/>
              <a:ext cx="42300" cy="42325"/>
            </a:xfrm>
            <a:custGeom>
              <a:avLst/>
              <a:gdLst/>
              <a:ahLst/>
              <a:cxnLst/>
              <a:rect l="l" t="t" r="r" b="b"/>
              <a:pathLst>
                <a:path w="1692" h="1693" extrusionOk="0">
                  <a:moveTo>
                    <a:pt x="1692" y="830"/>
                  </a:moveTo>
                  <a:cubicBezTo>
                    <a:pt x="1692" y="1309"/>
                    <a:pt x="1309" y="1692"/>
                    <a:pt x="862" y="1692"/>
                  </a:cubicBezTo>
                  <a:cubicBezTo>
                    <a:pt x="383" y="1692"/>
                    <a:pt x="0" y="1309"/>
                    <a:pt x="0" y="830"/>
                  </a:cubicBezTo>
                  <a:cubicBezTo>
                    <a:pt x="0" y="384"/>
                    <a:pt x="383" y="1"/>
                    <a:pt x="862" y="1"/>
                  </a:cubicBezTo>
                  <a:cubicBezTo>
                    <a:pt x="1309" y="1"/>
                    <a:pt x="1692" y="384"/>
                    <a:pt x="1692" y="83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389" name="Google Shape;1389;p34"/>
          <p:cNvGrpSpPr/>
          <p:nvPr/>
        </p:nvGrpSpPr>
        <p:grpSpPr>
          <a:xfrm rot="-2257478">
            <a:off x="11046624" y="576702"/>
            <a:ext cx="1341373" cy="1203660"/>
            <a:chOff x="7450975" y="7791850"/>
            <a:chExt cx="683775" cy="613575"/>
          </a:xfrm>
        </p:grpSpPr>
        <p:sp>
          <p:nvSpPr>
            <p:cNvPr id="1390" name="Google Shape;1390;p34"/>
            <p:cNvSpPr/>
            <p:nvPr/>
          </p:nvSpPr>
          <p:spPr>
            <a:xfrm>
              <a:off x="7461350" y="7807000"/>
              <a:ext cx="657450" cy="597625"/>
            </a:xfrm>
            <a:custGeom>
              <a:avLst/>
              <a:gdLst/>
              <a:ahLst/>
              <a:cxnLst/>
              <a:rect l="l" t="t" r="r" b="b"/>
              <a:pathLst>
                <a:path w="26298" h="23905" fill="none" extrusionOk="0">
                  <a:moveTo>
                    <a:pt x="26297" y="0"/>
                  </a:moveTo>
                  <a:lnTo>
                    <a:pt x="22212" y="11841"/>
                  </a:lnTo>
                  <a:lnTo>
                    <a:pt x="18223" y="16947"/>
                  </a:lnTo>
                  <a:lnTo>
                    <a:pt x="14361" y="14777"/>
                  </a:lnTo>
                  <a:cubicBezTo>
                    <a:pt x="14361" y="14777"/>
                    <a:pt x="6255" y="23904"/>
                    <a:pt x="6000" y="23553"/>
                  </a:cubicBezTo>
                  <a:cubicBezTo>
                    <a:pt x="5745" y="23234"/>
                    <a:pt x="0" y="13883"/>
                    <a:pt x="0" y="13883"/>
                  </a:cubicBezTo>
                  <a:lnTo>
                    <a:pt x="5777" y="2873"/>
                  </a:lnTo>
                  <a:lnTo>
                    <a:pt x="14361" y="14777"/>
                  </a:lnTo>
                  <a:lnTo>
                    <a:pt x="0" y="1388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319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1" name="Google Shape;1391;p34"/>
            <p:cNvSpPr/>
            <p:nvPr/>
          </p:nvSpPr>
          <p:spPr>
            <a:xfrm>
              <a:off x="7820375" y="8103000"/>
              <a:ext cx="196300" cy="73425"/>
            </a:xfrm>
            <a:custGeom>
              <a:avLst/>
              <a:gdLst/>
              <a:ahLst/>
              <a:cxnLst/>
              <a:rect l="l" t="t" r="r" b="b"/>
              <a:pathLst>
                <a:path w="7852" h="2937" fill="none" extrusionOk="0">
                  <a:moveTo>
                    <a:pt x="7851" y="1"/>
                  </a:moveTo>
                  <a:lnTo>
                    <a:pt x="0" y="2937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319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2" name="Google Shape;1392;p34"/>
            <p:cNvSpPr/>
            <p:nvPr/>
          </p:nvSpPr>
          <p:spPr>
            <a:xfrm>
              <a:off x="7450975" y="8142100"/>
              <a:ext cx="25550" cy="25550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1021" y="511"/>
                  </a:moveTo>
                  <a:cubicBezTo>
                    <a:pt x="1021" y="798"/>
                    <a:pt x="766" y="1022"/>
                    <a:pt x="511" y="1022"/>
                  </a:cubicBezTo>
                  <a:cubicBezTo>
                    <a:pt x="224" y="1022"/>
                    <a:pt x="0" y="798"/>
                    <a:pt x="0" y="511"/>
                  </a:cubicBezTo>
                  <a:cubicBezTo>
                    <a:pt x="0" y="224"/>
                    <a:pt x="224" y="0"/>
                    <a:pt x="511" y="0"/>
                  </a:cubicBezTo>
                  <a:cubicBezTo>
                    <a:pt x="766" y="0"/>
                    <a:pt x="1021" y="224"/>
                    <a:pt x="1021" y="51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3" name="Google Shape;1393;p34"/>
            <p:cNvSpPr/>
            <p:nvPr/>
          </p:nvSpPr>
          <p:spPr>
            <a:xfrm>
              <a:off x="7600175" y="8379850"/>
              <a:ext cx="25550" cy="25575"/>
            </a:xfrm>
            <a:custGeom>
              <a:avLst/>
              <a:gdLst/>
              <a:ahLst/>
              <a:cxnLst/>
              <a:rect l="l" t="t" r="r" b="b"/>
              <a:pathLst>
                <a:path w="1022" h="1023" extrusionOk="0">
                  <a:moveTo>
                    <a:pt x="1021" y="512"/>
                  </a:moveTo>
                  <a:cubicBezTo>
                    <a:pt x="1021" y="799"/>
                    <a:pt x="798" y="1022"/>
                    <a:pt x="511" y="1022"/>
                  </a:cubicBezTo>
                  <a:cubicBezTo>
                    <a:pt x="224" y="1022"/>
                    <a:pt x="0" y="799"/>
                    <a:pt x="0" y="512"/>
                  </a:cubicBezTo>
                  <a:cubicBezTo>
                    <a:pt x="0" y="224"/>
                    <a:pt x="224" y="1"/>
                    <a:pt x="511" y="1"/>
                  </a:cubicBezTo>
                  <a:cubicBezTo>
                    <a:pt x="798" y="1"/>
                    <a:pt x="1021" y="224"/>
                    <a:pt x="1021" y="5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4" name="Google Shape;1394;p34"/>
            <p:cNvSpPr/>
            <p:nvPr/>
          </p:nvSpPr>
          <p:spPr>
            <a:xfrm>
              <a:off x="7808400" y="8162850"/>
              <a:ext cx="25575" cy="25550"/>
            </a:xfrm>
            <a:custGeom>
              <a:avLst/>
              <a:gdLst/>
              <a:ahLst/>
              <a:cxnLst/>
              <a:rect l="l" t="t" r="r" b="b"/>
              <a:pathLst>
                <a:path w="1023" h="1022" extrusionOk="0">
                  <a:moveTo>
                    <a:pt x="1022" y="511"/>
                  </a:moveTo>
                  <a:cubicBezTo>
                    <a:pt x="1022" y="766"/>
                    <a:pt x="799" y="1022"/>
                    <a:pt x="511" y="1022"/>
                  </a:cubicBezTo>
                  <a:cubicBezTo>
                    <a:pt x="224" y="1022"/>
                    <a:pt x="1" y="766"/>
                    <a:pt x="1" y="511"/>
                  </a:cubicBezTo>
                  <a:cubicBezTo>
                    <a:pt x="1" y="224"/>
                    <a:pt x="224" y="0"/>
                    <a:pt x="511" y="0"/>
                  </a:cubicBezTo>
                  <a:cubicBezTo>
                    <a:pt x="799" y="0"/>
                    <a:pt x="1022" y="224"/>
                    <a:pt x="1022" y="51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5" name="Google Shape;1395;p34"/>
            <p:cNvSpPr/>
            <p:nvPr/>
          </p:nvSpPr>
          <p:spPr>
            <a:xfrm>
              <a:off x="8109200" y="7791850"/>
              <a:ext cx="25550" cy="25550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1022" y="511"/>
                  </a:moveTo>
                  <a:cubicBezTo>
                    <a:pt x="1022" y="798"/>
                    <a:pt x="798" y="1021"/>
                    <a:pt x="511" y="1021"/>
                  </a:cubicBezTo>
                  <a:cubicBezTo>
                    <a:pt x="224" y="1021"/>
                    <a:pt x="0" y="798"/>
                    <a:pt x="0" y="511"/>
                  </a:cubicBezTo>
                  <a:cubicBezTo>
                    <a:pt x="0" y="223"/>
                    <a:pt x="224" y="0"/>
                    <a:pt x="511" y="0"/>
                  </a:cubicBezTo>
                  <a:cubicBezTo>
                    <a:pt x="798" y="0"/>
                    <a:pt x="1022" y="223"/>
                    <a:pt x="1022" y="51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6" name="Google Shape;1396;p34"/>
            <p:cNvSpPr/>
            <p:nvPr/>
          </p:nvSpPr>
          <p:spPr>
            <a:xfrm>
              <a:off x="7904150" y="8217900"/>
              <a:ext cx="25550" cy="25550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1022" y="511"/>
                  </a:moveTo>
                  <a:cubicBezTo>
                    <a:pt x="1022" y="798"/>
                    <a:pt x="798" y="1022"/>
                    <a:pt x="511" y="1022"/>
                  </a:cubicBezTo>
                  <a:cubicBezTo>
                    <a:pt x="224" y="1022"/>
                    <a:pt x="0" y="798"/>
                    <a:pt x="0" y="511"/>
                  </a:cubicBezTo>
                  <a:cubicBezTo>
                    <a:pt x="0" y="224"/>
                    <a:pt x="224" y="0"/>
                    <a:pt x="511" y="0"/>
                  </a:cubicBezTo>
                  <a:cubicBezTo>
                    <a:pt x="798" y="0"/>
                    <a:pt x="1022" y="224"/>
                    <a:pt x="1022" y="51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7" name="Google Shape;1397;p34"/>
            <p:cNvSpPr/>
            <p:nvPr/>
          </p:nvSpPr>
          <p:spPr>
            <a:xfrm>
              <a:off x="7586600" y="7861250"/>
              <a:ext cx="42325" cy="43100"/>
            </a:xfrm>
            <a:custGeom>
              <a:avLst/>
              <a:gdLst/>
              <a:ahLst/>
              <a:cxnLst/>
              <a:rect l="l" t="t" r="r" b="b"/>
              <a:pathLst>
                <a:path w="1693" h="1724" extrusionOk="0">
                  <a:moveTo>
                    <a:pt x="1692" y="862"/>
                  </a:moveTo>
                  <a:cubicBezTo>
                    <a:pt x="1692" y="1341"/>
                    <a:pt x="1309" y="1724"/>
                    <a:pt x="830" y="1724"/>
                  </a:cubicBezTo>
                  <a:cubicBezTo>
                    <a:pt x="352" y="1724"/>
                    <a:pt x="1" y="1341"/>
                    <a:pt x="1" y="862"/>
                  </a:cubicBezTo>
                  <a:cubicBezTo>
                    <a:pt x="1" y="384"/>
                    <a:pt x="352" y="1"/>
                    <a:pt x="830" y="1"/>
                  </a:cubicBezTo>
                  <a:cubicBezTo>
                    <a:pt x="1309" y="1"/>
                    <a:pt x="1692" y="384"/>
                    <a:pt x="1692" y="86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8" name="Google Shape;1398;p34"/>
            <p:cNvSpPr/>
            <p:nvPr/>
          </p:nvSpPr>
          <p:spPr>
            <a:xfrm>
              <a:off x="7995100" y="8075075"/>
              <a:ext cx="42325" cy="43125"/>
            </a:xfrm>
            <a:custGeom>
              <a:avLst/>
              <a:gdLst/>
              <a:ahLst/>
              <a:cxnLst/>
              <a:rect l="l" t="t" r="r" b="b"/>
              <a:pathLst>
                <a:path w="1693" h="1725" extrusionOk="0">
                  <a:moveTo>
                    <a:pt x="1692" y="862"/>
                  </a:moveTo>
                  <a:cubicBezTo>
                    <a:pt x="1692" y="1341"/>
                    <a:pt x="1309" y="1724"/>
                    <a:pt x="830" y="1724"/>
                  </a:cubicBezTo>
                  <a:cubicBezTo>
                    <a:pt x="384" y="1724"/>
                    <a:pt x="1" y="1341"/>
                    <a:pt x="1" y="862"/>
                  </a:cubicBezTo>
                  <a:cubicBezTo>
                    <a:pt x="1" y="384"/>
                    <a:pt x="384" y="1"/>
                    <a:pt x="830" y="1"/>
                  </a:cubicBezTo>
                  <a:cubicBezTo>
                    <a:pt x="1309" y="1"/>
                    <a:pt x="1692" y="384"/>
                    <a:pt x="1692" y="86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cxnSp>
        <p:nvCxnSpPr>
          <p:cNvPr id="1399" name="Google Shape;1399;p34"/>
          <p:cNvCxnSpPr/>
          <p:nvPr/>
        </p:nvCxnSpPr>
        <p:spPr>
          <a:xfrm rot="10800000">
            <a:off x="10679400" y="307267"/>
            <a:ext cx="1391600" cy="6128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00" name="Google Shape;1400;p34"/>
          <p:cNvSpPr/>
          <p:nvPr/>
        </p:nvSpPr>
        <p:spPr>
          <a:xfrm rot="-2257478">
            <a:off x="10615571" y="253914"/>
            <a:ext cx="83029" cy="84599"/>
          </a:xfrm>
          <a:custGeom>
            <a:avLst/>
            <a:gdLst/>
            <a:ahLst/>
            <a:cxnLst/>
            <a:rect l="l" t="t" r="r" b="b"/>
            <a:pathLst>
              <a:path w="1693" h="1725" extrusionOk="0">
                <a:moveTo>
                  <a:pt x="1692" y="862"/>
                </a:moveTo>
                <a:cubicBezTo>
                  <a:pt x="1692" y="1341"/>
                  <a:pt x="1309" y="1724"/>
                  <a:pt x="830" y="1724"/>
                </a:cubicBezTo>
                <a:cubicBezTo>
                  <a:pt x="384" y="1724"/>
                  <a:pt x="1" y="1341"/>
                  <a:pt x="1" y="862"/>
                </a:cubicBezTo>
                <a:cubicBezTo>
                  <a:pt x="1" y="384"/>
                  <a:pt x="384" y="1"/>
                  <a:pt x="830" y="1"/>
                </a:cubicBezTo>
                <a:cubicBezTo>
                  <a:pt x="1309" y="1"/>
                  <a:pt x="1692" y="384"/>
                  <a:pt x="1692" y="86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401" name="Google Shape;1401;p34"/>
          <p:cNvCxnSpPr/>
          <p:nvPr/>
        </p:nvCxnSpPr>
        <p:spPr>
          <a:xfrm>
            <a:off x="10664800" y="292700"/>
            <a:ext cx="1190000" cy="216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02" name="Google Shape;1402;p34"/>
          <p:cNvCxnSpPr/>
          <p:nvPr/>
        </p:nvCxnSpPr>
        <p:spPr>
          <a:xfrm flipH="1">
            <a:off x="11797033" y="1230167"/>
            <a:ext cx="288400" cy="6276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03" name="Google Shape;1403;p34"/>
          <p:cNvCxnSpPr/>
          <p:nvPr/>
        </p:nvCxnSpPr>
        <p:spPr>
          <a:xfrm>
            <a:off x="11789767" y="1843133"/>
            <a:ext cx="591200" cy="7212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04" name="Google Shape;1404;p34"/>
          <p:cNvCxnSpPr/>
          <p:nvPr/>
        </p:nvCxnSpPr>
        <p:spPr>
          <a:xfrm flipH="1">
            <a:off x="11155000" y="898433"/>
            <a:ext cx="901600" cy="1444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405" name="Google Shape;1405;p34"/>
          <p:cNvGrpSpPr/>
          <p:nvPr/>
        </p:nvGrpSpPr>
        <p:grpSpPr>
          <a:xfrm rot="-8100000">
            <a:off x="-393345" y="5745450"/>
            <a:ext cx="1492288" cy="961268"/>
            <a:chOff x="7714450" y="2073044"/>
            <a:chExt cx="1119226" cy="720958"/>
          </a:xfrm>
        </p:grpSpPr>
        <p:sp>
          <p:nvSpPr>
            <p:cNvPr id="1406" name="Google Shape;1406;p34"/>
            <p:cNvSpPr/>
            <p:nvPr/>
          </p:nvSpPr>
          <p:spPr>
            <a:xfrm>
              <a:off x="7740398" y="2102385"/>
              <a:ext cx="1083165" cy="662294"/>
            </a:xfrm>
            <a:custGeom>
              <a:avLst/>
              <a:gdLst/>
              <a:ahLst/>
              <a:cxnLst/>
              <a:rect l="l" t="t" r="r" b="b"/>
              <a:pathLst>
                <a:path w="30639" h="18734" fill="none" extrusionOk="0">
                  <a:moveTo>
                    <a:pt x="1" y="2266"/>
                  </a:moveTo>
                  <a:lnTo>
                    <a:pt x="12320" y="0"/>
                  </a:lnTo>
                  <a:lnTo>
                    <a:pt x="18703" y="957"/>
                  </a:lnTo>
                  <a:lnTo>
                    <a:pt x="18703" y="5394"/>
                  </a:lnTo>
                  <a:cubicBezTo>
                    <a:pt x="18703" y="5394"/>
                    <a:pt x="30639" y="7947"/>
                    <a:pt x="30479" y="8330"/>
                  </a:cubicBezTo>
                  <a:cubicBezTo>
                    <a:pt x="30319" y="8713"/>
                    <a:pt x="25022" y="18319"/>
                    <a:pt x="25022" y="18319"/>
                  </a:cubicBezTo>
                  <a:lnTo>
                    <a:pt x="12607" y="18734"/>
                  </a:lnTo>
                  <a:lnTo>
                    <a:pt x="18703" y="5394"/>
                  </a:lnTo>
                  <a:lnTo>
                    <a:pt x="25022" y="18319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319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7" name="Google Shape;1407;p34"/>
            <p:cNvSpPr/>
            <p:nvPr/>
          </p:nvSpPr>
          <p:spPr>
            <a:xfrm>
              <a:off x="8175892" y="2102385"/>
              <a:ext cx="225690" cy="190691"/>
            </a:xfrm>
            <a:custGeom>
              <a:avLst/>
              <a:gdLst/>
              <a:ahLst/>
              <a:cxnLst/>
              <a:rect l="l" t="t" r="r" b="b"/>
              <a:pathLst>
                <a:path w="6384" h="5394" fill="none" extrusionOk="0">
                  <a:moveTo>
                    <a:pt x="1" y="0"/>
                  </a:moveTo>
                  <a:lnTo>
                    <a:pt x="6384" y="5394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319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408" name="Google Shape;1408;p34"/>
            <p:cNvGrpSpPr/>
            <p:nvPr/>
          </p:nvGrpSpPr>
          <p:grpSpPr>
            <a:xfrm>
              <a:off x="7714450" y="2073044"/>
              <a:ext cx="1119226" cy="720958"/>
              <a:chOff x="7714450" y="2073044"/>
              <a:chExt cx="1119226" cy="720958"/>
            </a:xfrm>
          </p:grpSpPr>
          <p:sp>
            <p:nvSpPr>
              <p:cNvPr id="1409" name="Google Shape;1409;p34"/>
              <p:cNvSpPr/>
              <p:nvPr/>
            </p:nvSpPr>
            <p:spPr>
              <a:xfrm>
                <a:off x="8603502" y="2726267"/>
                <a:ext cx="41787" cy="41787"/>
              </a:xfrm>
              <a:custGeom>
                <a:avLst/>
                <a:gdLst/>
                <a:ahLst/>
                <a:cxnLst/>
                <a:rect l="l" t="t" r="r" b="b"/>
                <a:pathLst>
                  <a:path w="1182" h="1182" extrusionOk="0">
                    <a:moveTo>
                      <a:pt x="351" y="160"/>
                    </a:moveTo>
                    <a:cubicBezTo>
                      <a:pt x="607" y="1"/>
                      <a:pt x="894" y="96"/>
                      <a:pt x="1053" y="352"/>
                    </a:cubicBezTo>
                    <a:cubicBezTo>
                      <a:pt x="1181" y="575"/>
                      <a:pt x="1085" y="894"/>
                      <a:pt x="862" y="1022"/>
                    </a:cubicBezTo>
                    <a:cubicBezTo>
                      <a:pt x="607" y="1182"/>
                      <a:pt x="287" y="1086"/>
                      <a:pt x="160" y="830"/>
                    </a:cubicBezTo>
                    <a:cubicBezTo>
                      <a:pt x="0" y="607"/>
                      <a:pt x="96" y="288"/>
                      <a:pt x="351" y="12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10" name="Google Shape;1410;p34"/>
              <p:cNvSpPr/>
              <p:nvPr/>
            </p:nvSpPr>
            <p:spPr>
              <a:xfrm>
                <a:off x="8793021" y="2376535"/>
                <a:ext cx="40655" cy="41787"/>
              </a:xfrm>
              <a:custGeom>
                <a:avLst/>
                <a:gdLst/>
                <a:ahLst/>
                <a:cxnLst/>
                <a:rect l="l" t="t" r="r" b="b"/>
                <a:pathLst>
                  <a:path w="1150" h="1182" extrusionOk="0">
                    <a:moveTo>
                      <a:pt x="320" y="160"/>
                    </a:moveTo>
                    <a:cubicBezTo>
                      <a:pt x="575" y="0"/>
                      <a:pt x="894" y="96"/>
                      <a:pt x="1022" y="351"/>
                    </a:cubicBezTo>
                    <a:cubicBezTo>
                      <a:pt x="1150" y="575"/>
                      <a:pt x="1086" y="894"/>
                      <a:pt x="831" y="1021"/>
                    </a:cubicBezTo>
                    <a:cubicBezTo>
                      <a:pt x="575" y="1181"/>
                      <a:pt x="288" y="1085"/>
                      <a:pt x="128" y="830"/>
                    </a:cubicBezTo>
                    <a:cubicBezTo>
                      <a:pt x="1" y="607"/>
                      <a:pt x="97" y="287"/>
                      <a:pt x="320" y="16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11" name="Google Shape;1411;p34"/>
              <p:cNvSpPr/>
              <p:nvPr/>
            </p:nvSpPr>
            <p:spPr>
              <a:xfrm>
                <a:off x="8380117" y="2271613"/>
                <a:ext cx="40655" cy="41787"/>
              </a:xfrm>
              <a:custGeom>
                <a:avLst/>
                <a:gdLst/>
                <a:ahLst/>
                <a:cxnLst/>
                <a:rect l="l" t="t" r="r" b="b"/>
                <a:pathLst>
                  <a:path w="1150" h="1182" extrusionOk="0">
                    <a:moveTo>
                      <a:pt x="319" y="128"/>
                    </a:moveTo>
                    <a:cubicBezTo>
                      <a:pt x="575" y="0"/>
                      <a:pt x="894" y="96"/>
                      <a:pt x="1021" y="319"/>
                    </a:cubicBezTo>
                    <a:cubicBezTo>
                      <a:pt x="1149" y="575"/>
                      <a:pt x="1053" y="894"/>
                      <a:pt x="830" y="1021"/>
                    </a:cubicBezTo>
                    <a:cubicBezTo>
                      <a:pt x="575" y="1181"/>
                      <a:pt x="255" y="1085"/>
                      <a:pt x="128" y="830"/>
                    </a:cubicBezTo>
                    <a:cubicBezTo>
                      <a:pt x="0" y="575"/>
                      <a:pt x="64" y="287"/>
                      <a:pt x="319" y="12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12" name="Google Shape;1412;p34"/>
              <p:cNvSpPr/>
              <p:nvPr/>
            </p:nvSpPr>
            <p:spPr>
              <a:xfrm>
                <a:off x="7714450" y="2159902"/>
                <a:ext cx="40655" cy="41787"/>
              </a:xfrm>
              <a:custGeom>
                <a:avLst/>
                <a:gdLst/>
                <a:ahLst/>
                <a:cxnLst/>
                <a:rect l="l" t="t" r="r" b="b"/>
                <a:pathLst>
                  <a:path w="1150" h="1182" extrusionOk="0">
                    <a:moveTo>
                      <a:pt x="320" y="160"/>
                    </a:moveTo>
                    <a:cubicBezTo>
                      <a:pt x="575" y="1"/>
                      <a:pt x="894" y="96"/>
                      <a:pt x="1022" y="352"/>
                    </a:cubicBezTo>
                    <a:cubicBezTo>
                      <a:pt x="1150" y="607"/>
                      <a:pt x="1054" y="894"/>
                      <a:pt x="831" y="1054"/>
                    </a:cubicBezTo>
                    <a:cubicBezTo>
                      <a:pt x="575" y="1182"/>
                      <a:pt x="256" y="1086"/>
                      <a:pt x="128" y="862"/>
                    </a:cubicBezTo>
                    <a:cubicBezTo>
                      <a:pt x="1" y="607"/>
                      <a:pt x="65" y="288"/>
                      <a:pt x="320" y="16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13" name="Google Shape;1413;p34"/>
              <p:cNvSpPr/>
              <p:nvPr/>
            </p:nvSpPr>
            <p:spPr>
              <a:xfrm>
                <a:off x="8381248" y="2115925"/>
                <a:ext cx="40655" cy="40620"/>
              </a:xfrm>
              <a:custGeom>
                <a:avLst/>
                <a:gdLst/>
                <a:ahLst/>
                <a:cxnLst/>
                <a:rect l="l" t="t" r="r" b="b"/>
                <a:pathLst>
                  <a:path w="1150" h="1149" extrusionOk="0">
                    <a:moveTo>
                      <a:pt x="319" y="128"/>
                    </a:moveTo>
                    <a:cubicBezTo>
                      <a:pt x="575" y="0"/>
                      <a:pt x="894" y="96"/>
                      <a:pt x="1021" y="319"/>
                    </a:cubicBezTo>
                    <a:cubicBezTo>
                      <a:pt x="1149" y="574"/>
                      <a:pt x="1085" y="894"/>
                      <a:pt x="830" y="1021"/>
                    </a:cubicBezTo>
                    <a:cubicBezTo>
                      <a:pt x="575" y="1149"/>
                      <a:pt x="287" y="1085"/>
                      <a:pt x="128" y="830"/>
                    </a:cubicBezTo>
                    <a:cubicBezTo>
                      <a:pt x="0" y="574"/>
                      <a:pt x="96" y="255"/>
                      <a:pt x="319" y="12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14" name="Google Shape;1414;p34"/>
              <p:cNvSpPr/>
              <p:nvPr/>
            </p:nvSpPr>
            <p:spPr>
              <a:xfrm>
                <a:off x="8155600" y="2725135"/>
                <a:ext cx="67735" cy="68867"/>
              </a:xfrm>
              <a:custGeom>
                <a:avLst/>
                <a:gdLst/>
                <a:ahLst/>
                <a:cxnLst/>
                <a:rect l="l" t="t" r="r" b="b"/>
                <a:pathLst>
                  <a:path w="1916" h="1948" extrusionOk="0">
                    <a:moveTo>
                      <a:pt x="543" y="224"/>
                    </a:moveTo>
                    <a:cubicBezTo>
                      <a:pt x="958" y="1"/>
                      <a:pt x="1468" y="160"/>
                      <a:pt x="1692" y="543"/>
                    </a:cubicBezTo>
                    <a:cubicBezTo>
                      <a:pt x="1915" y="958"/>
                      <a:pt x="1787" y="1469"/>
                      <a:pt x="1373" y="1724"/>
                    </a:cubicBezTo>
                    <a:cubicBezTo>
                      <a:pt x="958" y="1948"/>
                      <a:pt x="447" y="1788"/>
                      <a:pt x="224" y="1405"/>
                    </a:cubicBezTo>
                    <a:cubicBezTo>
                      <a:pt x="0" y="990"/>
                      <a:pt x="128" y="480"/>
                      <a:pt x="543" y="22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15" name="Google Shape;1415;p34"/>
              <p:cNvSpPr/>
              <p:nvPr/>
            </p:nvSpPr>
            <p:spPr>
              <a:xfrm>
                <a:off x="8133010" y="2073044"/>
                <a:ext cx="68867" cy="68867"/>
              </a:xfrm>
              <a:custGeom>
                <a:avLst/>
                <a:gdLst/>
                <a:ahLst/>
                <a:cxnLst/>
                <a:rect l="l" t="t" r="r" b="b"/>
                <a:pathLst>
                  <a:path w="1948" h="1948" extrusionOk="0">
                    <a:moveTo>
                      <a:pt x="575" y="256"/>
                    </a:moveTo>
                    <a:cubicBezTo>
                      <a:pt x="958" y="0"/>
                      <a:pt x="1501" y="160"/>
                      <a:pt x="1724" y="575"/>
                    </a:cubicBezTo>
                    <a:cubicBezTo>
                      <a:pt x="1948" y="958"/>
                      <a:pt x="1820" y="1500"/>
                      <a:pt x="1405" y="1724"/>
                    </a:cubicBezTo>
                    <a:cubicBezTo>
                      <a:pt x="990" y="1947"/>
                      <a:pt x="480" y="1819"/>
                      <a:pt x="256" y="1404"/>
                    </a:cubicBezTo>
                    <a:cubicBezTo>
                      <a:pt x="1" y="990"/>
                      <a:pt x="161" y="479"/>
                      <a:pt x="575" y="25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1416" name="Google Shape;1416;p34"/>
          <p:cNvSpPr/>
          <p:nvPr/>
        </p:nvSpPr>
        <p:spPr>
          <a:xfrm>
            <a:off x="-3568033" y="1042833"/>
            <a:ext cx="5832800" cy="58328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7A0B3">
                  <a:alpha val="0"/>
                </a:srgbClr>
              </a:gs>
              <a:gs pos="100000">
                <a:srgbClr val="07A0B3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17" name="Google Shape;1417;p34"/>
          <p:cNvSpPr/>
          <p:nvPr/>
        </p:nvSpPr>
        <p:spPr>
          <a:xfrm>
            <a:off x="9319017" y="3865433"/>
            <a:ext cx="5832800" cy="5832800"/>
          </a:xfrm>
          <a:prstGeom prst="ellipse">
            <a:avLst/>
          </a:prstGeom>
          <a:gradFill>
            <a:gsLst>
              <a:gs pos="0">
                <a:schemeClr val="dk2"/>
              </a:gs>
              <a:gs pos="50000">
                <a:srgbClr val="942290">
                  <a:alpha val="0"/>
                </a:srgbClr>
              </a:gs>
              <a:gs pos="100000">
                <a:srgbClr val="94229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0168155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440802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37"/>
          <p:cNvSpPr txBox="1">
            <a:spLocks noGrp="1"/>
          </p:cNvSpPr>
          <p:nvPr>
            <p:ph type="title"/>
          </p:nvPr>
        </p:nvSpPr>
        <p:spPr>
          <a:xfrm>
            <a:off x="955700" y="681200"/>
            <a:ext cx="102808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61146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Char char="●"/>
              <a:defRPr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Char char="○"/>
              <a:defRPr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Char char="■"/>
              <a:defRPr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Char char="●"/>
              <a:defRPr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Char char="○"/>
              <a:defRPr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Char char="■"/>
              <a:defRPr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Char char="●"/>
              <a:defRPr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Char char="○"/>
              <a:defRPr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osis"/>
              <a:buChar char="■"/>
              <a:defRPr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6176306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p35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420" name="Google Shape;1420;p35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1356453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5_9938E51D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D_6AA899B3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8/10/relationships/comments" Target="../comments/modernComment_10F_745D76BE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microsoft.com/office/2018/10/relationships/comments" Target="../comments/modernComment_121_E0E5FF90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microsoft.com/office/2018/10/relationships/comments" Target="../comments/modernComment_116_4512F0E5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microsoft.com/office/2018/10/relationships/comments" Target="../comments/modernComment_124_1F74C45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48550/arXiv.2005.09347" TargetMode="External"/><Relationship Id="rId2" Type="http://schemas.openxmlformats.org/officeDocument/2006/relationships/hyperlink" Target="http://arxiv.org/abs/2302.14532" TargetMode="External"/><Relationship Id="rId1" Type="http://schemas.openxmlformats.org/officeDocument/2006/relationships/slideLayout" Target="../slideLayouts/slideLayout32.xml"/><Relationship Id="rId5" Type="http://schemas.openxmlformats.org/officeDocument/2006/relationships/hyperlink" Target="https://doi.org/10.48550/arXiv.1904.08030" TargetMode="External"/><Relationship Id="rId4" Type="http://schemas.openxmlformats.org/officeDocument/2006/relationships/hyperlink" Target="https://doi.org/10.24963/ijcai.2021/197" TargetMode="Externa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EFD17-AFEA-ECB9-7909-FEE1A0A625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1000" y="1568000"/>
            <a:ext cx="9884640" cy="2755600"/>
          </a:xfrm>
        </p:spPr>
        <p:txBody>
          <a:bodyPr/>
          <a:lstStyle/>
          <a:p>
            <a:r>
              <a:rPr lang="en-GB" sz="6000" dirty="0" err="1"/>
              <a:t>Reformular</a:t>
            </a:r>
            <a:r>
              <a:rPr lang="en-GB" sz="6000" dirty="0"/>
              <a:t> Multi-Interest Learning para Matching de </a:t>
            </a:r>
            <a:r>
              <a:rPr lang="en-GB" sz="6000" dirty="0" err="1"/>
              <a:t>Candidatos</a:t>
            </a:r>
            <a:endParaRPr lang="en-GB" sz="6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72E4A-643F-EAFC-4E19-2C9614F799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1000" y="4485900"/>
            <a:ext cx="2947653" cy="1669569"/>
          </a:xfrm>
        </p:spPr>
        <p:txBody>
          <a:bodyPr/>
          <a:lstStyle/>
          <a:p>
            <a:r>
              <a:rPr lang="es-CL"/>
              <a:t>Nombres: </a:t>
            </a:r>
          </a:p>
          <a:p>
            <a:pPr marL="482600" indent="-342900">
              <a:buFont typeface="Calibri"/>
              <a:buChar char="-"/>
            </a:pPr>
            <a:r>
              <a:rPr lang="es-CL"/>
              <a:t>Aníbal </a:t>
            </a:r>
            <a:r>
              <a:rPr lang="es-CL" err="1"/>
              <a:t>Fermandois</a:t>
            </a:r>
            <a:endParaRPr lang="es-CL"/>
          </a:p>
          <a:p>
            <a:pPr marL="482600" indent="-342900">
              <a:buFont typeface="Calibri"/>
              <a:buChar char="-"/>
            </a:pPr>
            <a:r>
              <a:rPr lang="es-CL"/>
              <a:t>Erick Lara</a:t>
            </a:r>
          </a:p>
          <a:p>
            <a:pPr marL="482600" indent="-342900">
              <a:buFont typeface="Calibri"/>
              <a:buChar char="-"/>
            </a:pPr>
            <a:r>
              <a:rPr lang="es-CL"/>
              <a:t>Lucas Rojas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B0C341ED-44A0-82E6-B109-6ECAA97EB6A6}"/>
              </a:ext>
            </a:extLst>
          </p:cNvPr>
          <p:cNvSpPr txBox="1">
            <a:spLocks/>
          </p:cNvSpPr>
          <p:nvPr/>
        </p:nvSpPr>
        <p:spPr>
          <a:xfrm>
            <a:off x="8991444" y="4818701"/>
            <a:ext cx="4499112" cy="596800"/>
          </a:xfrm>
          <a:prstGeom prst="rect">
            <a:avLst/>
          </a:prstGeom>
        </p:spPr>
        <p:txBody>
          <a:bodyPr lIns="91440" tIns="45720" rIns="91440" bIns="4572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CL" sz="2400" dirty="0">
                <a:solidFill>
                  <a:schemeClr val="tx1"/>
                </a:solidFill>
                <a:latin typeface="Dosis"/>
              </a:rPr>
              <a:t>Por : </a:t>
            </a:r>
            <a:r>
              <a:rPr lang="es-CL" sz="2400" dirty="0" err="1">
                <a:solidFill>
                  <a:schemeClr val="tx1"/>
                </a:solidFill>
                <a:latin typeface="Dosis"/>
              </a:rPr>
              <a:t>Xie</a:t>
            </a:r>
            <a:r>
              <a:rPr lang="es-CL" sz="2400" dirty="0">
                <a:solidFill>
                  <a:schemeClr val="tx1"/>
                </a:solidFill>
                <a:latin typeface="Dosis"/>
              </a:rPr>
              <a:t>, Y. et al (2023)</a:t>
            </a:r>
          </a:p>
          <a:p>
            <a:r>
              <a:rPr lang="es-CL" sz="2400">
                <a:solidFill>
                  <a:schemeClr val="tx1"/>
                </a:solidFill>
                <a:latin typeface="Dosis"/>
              </a:rPr>
              <a:t>Profesor: Denis Parra</a:t>
            </a:r>
          </a:p>
        </p:txBody>
      </p:sp>
    </p:spTree>
    <p:extLst>
      <p:ext uri="{BB962C8B-B14F-4D97-AF65-F5344CB8AC3E}">
        <p14:creationId xmlns:p14="http://schemas.microsoft.com/office/powerpoint/2010/main" val="1182559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68811-2667-46AB-BB6B-799088540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Contexto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52438E-FD1D-19F9-D6AD-3022738F0519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es-CL" dirty="0"/>
              <a:t>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3521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D123CA-5971-AEF3-7DEF-1C9DEDEBE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999" y="4242888"/>
            <a:ext cx="10272000" cy="763600"/>
          </a:xfrm>
        </p:spPr>
        <p:txBody>
          <a:bodyPr/>
          <a:lstStyle/>
          <a:p>
            <a:pPr algn="ctr"/>
            <a:r>
              <a:rPr lang="en-GB" dirty="0"/>
              <a:t>17th ACM Conference on Recommender Systems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“Recsys2023”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056D26-AA6E-0391-ECE8-3BF6671703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5678" y="783085"/>
            <a:ext cx="7340643" cy="3841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736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0CE0908-1683-AFAB-1488-F9484234F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000" y="1585838"/>
            <a:ext cx="10272000" cy="4555200"/>
          </a:xfrm>
        </p:spPr>
        <p:txBody>
          <a:bodyPr/>
          <a:lstStyle/>
          <a:p>
            <a:pPr marL="608965" indent="-422910"/>
            <a:r>
              <a:rPr lang="es-ES" sz="3200" dirty="0" err="1"/>
              <a:t>Recomendadores</a:t>
            </a:r>
            <a:r>
              <a:rPr lang="es-ES" sz="3200" dirty="0"/>
              <a:t> modernos usan un esquema de dos etapas: </a:t>
            </a:r>
            <a:r>
              <a:rPr lang="es-ES" sz="3200" dirty="0" err="1"/>
              <a:t>Matching</a:t>
            </a:r>
            <a:r>
              <a:rPr lang="es-ES" sz="3200" dirty="0"/>
              <a:t> (recuperar candidatos) y Ranking (ordenar resultados).</a:t>
            </a:r>
          </a:p>
          <a:p>
            <a:pPr marL="608965" indent="-422910"/>
            <a:r>
              <a:rPr lang="es-ES" sz="3200" dirty="0"/>
              <a:t>Enfoque principal de este </a:t>
            </a:r>
            <a:r>
              <a:rPr lang="es-ES" sz="3200" dirty="0" err="1"/>
              <a:t>paper</a:t>
            </a:r>
            <a:r>
              <a:rPr lang="es-ES" sz="3200" dirty="0"/>
              <a:t> es en </a:t>
            </a:r>
            <a:r>
              <a:rPr lang="es-ES" sz="3200" b="1" dirty="0"/>
              <a:t>candidate </a:t>
            </a:r>
            <a:r>
              <a:rPr lang="es-ES" sz="3200" b="1" err="1"/>
              <a:t>matching</a:t>
            </a:r>
            <a:r>
              <a:rPr lang="es-ES" sz="3200" b="1"/>
              <a:t> </a:t>
            </a:r>
            <a:r>
              <a:rPr lang="es-ES" sz="3200"/>
              <a:t>y </a:t>
            </a:r>
            <a:r>
              <a:rPr lang="es-ES" sz="3200" b="1" err="1"/>
              <a:t>multi-interest</a:t>
            </a:r>
            <a:r>
              <a:rPr lang="es-ES" sz="3200" b="1"/>
              <a:t> </a:t>
            </a:r>
            <a:r>
              <a:rPr lang="es-ES" sz="3200" b="1" err="1"/>
              <a:t>models</a:t>
            </a:r>
            <a:r>
              <a:rPr lang="es-ES" sz="3200" b="1"/>
              <a:t>. </a:t>
            </a:r>
            <a:endParaRPr lang="es-ES" sz="3200" b="1" dirty="0"/>
          </a:p>
          <a:p>
            <a:pPr marL="608965" indent="-422910">
              <a:buClr>
                <a:srgbClr val="90FFFD"/>
              </a:buClr>
            </a:pPr>
            <a:r>
              <a:rPr lang="es-ES" sz="3200" dirty="0"/>
              <a:t>Usuarios muestran múltiples intereses distintos (</a:t>
            </a:r>
            <a:r>
              <a:rPr lang="es-ES" sz="3200" dirty="0" err="1"/>
              <a:t>ej</a:t>
            </a:r>
            <a:r>
              <a:rPr lang="es-ES" sz="3200" dirty="0"/>
              <a:t>: productos para mascotas v/s ropa).</a:t>
            </a:r>
            <a:endParaRPr lang="es-ES" sz="3200"/>
          </a:p>
          <a:p>
            <a:pPr marL="608965" indent="-422910">
              <a:buClr>
                <a:srgbClr val="90FFFD"/>
              </a:buClr>
            </a:pPr>
            <a:r>
              <a:rPr lang="es-ES" sz="3200" dirty="0"/>
              <a:t>Los modelos tradicionales con una sola representación de usuario no capturan esta diversidad.</a:t>
            </a:r>
            <a:endParaRPr lang="es-ES" sz="32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B2A055-7E1B-3E3B-DCFD-91068A2D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Contexto</a:t>
            </a:r>
            <a:br>
              <a:rPr lang="es-CL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0429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70D7868-4FD0-540D-4F0C-602D862C281A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573895" y="1403962"/>
            <a:ext cx="10945660" cy="3733645"/>
          </a:xfrm>
        </p:spPr>
        <p:txBody>
          <a:bodyPr/>
          <a:lstStyle/>
          <a:p>
            <a:r>
              <a:rPr lang="es-ES" sz="3200" dirty="0"/>
              <a:t>El concepto de Multi-</a:t>
            </a:r>
            <a:r>
              <a:rPr lang="es-ES" sz="3200" dirty="0" err="1"/>
              <a:t>Interest</a:t>
            </a:r>
            <a:r>
              <a:rPr lang="es-ES" sz="3200" dirty="0"/>
              <a:t> </a:t>
            </a:r>
            <a:r>
              <a:rPr lang="es-ES" sz="3200" dirty="0" err="1"/>
              <a:t>Learning</a:t>
            </a:r>
            <a:r>
              <a:rPr lang="es-ES" sz="3200" dirty="0"/>
              <a:t> surge con el </a:t>
            </a:r>
            <a:r>
              <a:rPr lang="es-ES" sz="3200" dirty="0" err="1"/>
              <a:t>paper</a:t>
            </a:r>
            <a:r>
              <a:rPr lang="es-ES" sz="3200" dirty="0"/>
              <a:t> MIND (KDD 2019, Alibaba </a:t>
            </a:r>
            <a:r>
              <a:rPr lang="es-ES" sz="3200" dirty="0" err="1"/>
              <a:t>Group</a:t>
            </a:r>
            <a:r>
              <a:rPr lang="es-ES" sz="3200" dirty="0"/>
              <a:t>):</a:t>
            </a:r>
          </a:p>
          <a:p>
            <a:pPr marL="482600" indent="-342900">
              <a:buFont typeface="Arial" panose="020B0604020202020204" pitchFamily="34" charset="0"/>
              <a:buChar char="•"/>
            </a:pPr>
            <a:r>
              <a:rPr lang="es-ES" sz="3200" dirty="0"/>
              <a:t>Representar a cada usuario con varios </a:t>
            </a:r>
            <a:r>
              <a:rPr lang="es-ES" sz="3200" dirty="0" err="1"/>
              <a:t>embeddings</a:t>
            </a:r>
            <a:r>
              <a:rPr lang="es-ES" sz="3200" dirty="0"/>
              <a:t> (</a:t>
            </a:r>
            <a:r>
              <a:rPr lang="es-ES" sz="3200" dirty="0" err="1"/>
              <a:t>interests</a:t>
            </a:r>
            <a:r>
              <a:rPr lang="es-ES" sz="3200" dirty="0"/>
              <a:t>).</a:t>
            </a:r>
          </a:p>
          <a:p>
            <a:pPr marL="482600" indent="-342900">
              <a:buFont typeface="Arial" panose="020B0604020202020204" pitchFamily="34" charset="0"/>
              <a:buChar char="•"/>
            </a:pPr>
            <a:endParaRPr lang="es-ES" sz="3200" dirty="0"/>
          </a:p>
          <a:p>
            <a:pPr marL="482600" indent="-342900">
              <a:buFont typeface="Arial" panose="020B0604020202020204" pitchFamily="34" charset="0"/>
              <a:buChar char="•"/>
            </a:pPr>
            <a:r>
              <a:rPr lang="es-ES" sz="3200" dirty="0"/>
              <a:t>Extraerlos a partir de su historial de interacciones usando capsule </a:t>
            </a:r>
            <a:r>
              <a:rPr lang="es-ES" sz="3200" dirty="0" err="1"/>
              <a:t>routing</a:t>
            </a:r>
            <a:r>
              <a:rPr lang="es-ES" sz="3200" dirty="0"/>
              <a:t>.</a:t>
            </a:r>
          </a:p>
          <a:p>
            <a:pPr marL="482600" indent="-342900">
              <a:buFont typeface="Arial" panose="020B0604020202020204" pitchFamily="34" charset="0"/>
              <a:buChar char="•"/>
            </a:pPr>
            <a:endParaRPr lang="es-ES" sz="3200" dirty="0"/>
          </a:p>
          <a:p>
            <a:pPr marL="482600" indent="-342900">
              <a:buFont typeface="Arial" panose="020B0604020202020204" pitchFamily="34" charset="0"/>
              <a:buChar char="•"/>
            </a:pPr>
            <a:r>
              <a:rPr lang="es-ES" sz="3200" dirty="0"/>
              <a:t>Seleccionar, para cada ítem candidato, el </a:t>
            </a:r>
            <a:r>
              <a:rPr lang="es-ES" sz="3200" dirty="0" err="1"/>
              <a:t>embedding</a:t>
            </a:r>
            <a:r>
              <a:rPr lang="es-ES" sz="3200" dirty="0"/>
              <a:t> del usuario que mejor lo representa.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56BBC4-42F7-3740-AEA3-89B8D6915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Contexto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1514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119929-BE66-01F5-B7C2-88A858D25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96" y="859215"/>
            <a:ext cx="11093184" cy="5153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582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82A0E7-179C-60CC-60FF-F0A4F83293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6055" indent="0">
              <a:buNone/>
            </a:pPr>
            <a:r>
              <a:rPr lang="es-ES" sz="3200" dirty="0"/>
              <a:t>A partir de MIND, surge toda la familia de métodos Multi-</a:t>
            </a:r>
            <a:r>
              <a:rPr lang="es-ES" sz="3200" dirty="0" err="1"/>
              <a:t>Interest</a:t>
            </a:r>
            <a:r>
              <a:rPr lang="es-ES" sz="3200" dirty="0"/>
              <a:t> </a:t>
            </a:r>
            <a:r>
              <a:rPr lang="es-ES" sz="3200" dirty="0" err="1"/>
              <a:t>Learning</a:t>
            </a:r>
            <a:r>
              <a:rPr lang="es-ES" sz="3200" dirty="0"/>
              <a:t> (MIL). Luego aparecieron extensiones como:</a:t>
            </a:r>
            <a:endParaRPr lang="es-ES"/>
          </a:p>
          <a:p>
            <a:pPr marL="608965" indent="-422910"/>
            <a:r>
              <a:rPr lang="es-ES" sz="3200" dirty="0" err="1"/>
              <a:t>ComiRec</a:t>
            </a:r>
            <a:r>
              <a:rPr lang="es-ES" sz="3200" dirty="0"/>
              <a:t> (2020) “</a:t>
            </a:r>
            <a:r>
              <a:rPr lang="es-ES" sz="3200" dirty="0" err="1"/>
              <a:t>Controllable</a:t>
            </a:r>
            <a:r>
              <a:rPr lang="es-ES" sz="3200" dirty="0"/>
              <a:t> Multi </a:t>
            </a:r>
            <a:r>
              <a:rPr lang="es-ES" sz="3200" dirty="0" err="1"/>
              <a:t>Interest</a:t>
            </a:r>
            <a:r>
              <a:rPr lang="es-ES" sz="3200" dirty="0"/>
              <a:t> Framework </a:t>
            </a:r>
            <a:r>
              <a:rPr lang="es-ES" sz="3200" dirty="0" err="1"/>
              <a:t>for</a:t>
            </a:r>
            <a:r>
              <a:rPr lang="es-ES" sz="3200" dirty="0"/>
              <a:t> </a:t>
            </a:r>
            <a:r>
              <a:rPr lang="es-ES" sz="3200" dirty="0" err="1"/>
              <a:t>Recommendation</a:t>
            </a:r>
            <a:r>
              <a:rPr lang="es-ES" sz="3200" dirty="0"/>
              <a:t>” introduce </a:t>
            </a:r>
            <a:r>
              <a:rPr lang="es-ES" sz="3200" dirty="0" err="1"/>
              <a:t>attention-based</a:t>
            </a:r>
            <a:r>
              <a:rPr lang="es-ES" sz="3200" dirty="0"/>
              <a:t> </a:t>
            </a:r>
            <a:r>
              <a:rPr lang="es-ES" sz="3200" dirty="0" err="1"/>
              <a:t>routing</a:t>
            </a:r>
            <a:r>
              <a:rPr lang="es-ES" sz="3200" dirty="0"/>
              <a:t>, más simple y eficiente.</a:t>
            </a:r>
            <a:endParaRPr lang="es-ES" sz="3200"/>
          </a:p>
          <a:p>
            <a:pPr marL="186055" indent="0">
              <a:buNone/>
            </a:pPr>
            <a:endParaRPr lang="es-ES" sz="3200"/>
          </a:p>
          <a:p>
            <a:pPr marL="608965" indent="-422910"/>
            <a:r>
              <a:rPr lang="es-ES" sz="3200" dirty="0"/>
              <a:t>PIMI (2021) </a:t>
            </a:r>
            <a:r>
              <a:rPr lang="en-GB" sz="3200" dirty="0"/>
              <a:t>“Exploring Periodicity and Interactivity in Multi-Interest Framework for Sequential Recommendation” </a:t>
            </a:r>
            <a:r>
              <a:rPr lang="en-GB" sz="3200" dirty="0" err="1"/>
              <a:t>agrega</a:t>
            </a:r>
            <a:r>
              <a:rPr lang="en-GB" sz="3200" dirty="0"/>
              <a:t> </a:t>
            </a:r>
            <a:r>
              <a:rPr lang="en-GB" sz="3200" dirty="0" err="1"/>
              <a:t>esos</a:t>
            </a:r>
            <a:r>
              <a:rPr lang="en-GB" sz="3200" dirty="0"/>
              <a:t> </a:t>
            </a:r>
            <a:r>
              <a:rPr lang="en-GB" sz="3200" dirty="0" err="1"/>
              <a:t>elementos</a:t>
            </a:r>
            <a:r>
              <a:rPr lang="en-GB" sz="3200" dirty="0"/>
              <a:t> para </a:t>
            </a:r>
            <a:r>
              <a:rPr lang="en-GB" sz="3200" dirty="0" err="1"/>
              <a:t>extraer</a:t>
            </a:r>
            <a:r>
              <a:rPr lang="en-GB" sz="3200" dirty="0"/>
              <a:t> </a:t>
            </a:r>
            <a:r>
              <a:rPr lang="en-GB" sz="3200" err="1"/>
              <a:t>múltiples</a:t>
            </a:r>
            <a:r>
              <a:rPr lang="en-GB" sz="3200" dirty="0"/>
              <a:t> </a:t>
            </a:r>
            <a:r>
              <a:rPr lang="en-GB" sz="3200" dirty="0" err="1"/>
              <a:t>intereses</a:t>
            </a:r>
            <a:r>
              <a:rPr lang="en-GB" sz="3200" dirty="0"/>
              <a:t>. </a:t>
            </a:r>
            <a:endParaRPr lang="es-ES" sz="3200"/>
          </a:p>
          <a:p>
            <a:pPr marL="608965" indent="-422910"/>
            <a:endParaRPr lang="es-ES" sz="3600"/>
          </a:p>
          <a:p>
            <a:pPr marL="608965" indent="-422910"/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5013D7-3AA6-DDDC-17AC-9E6D21EBE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Contexto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1272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D023A-6FA2-C6BA-4D9D-B391ED37F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Conceptos Relevantes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F8CABE-CEBB-FF16-5773-26CEC0EF99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0967" y="2426376"/>
            <a:ext cx="3564472" cy="2938091"/>
          </a:xfrm>
        </p:spPr>
        <p:txBody>
          <a:bodyPr/>
          <a:lstStyle/>
          <a:p>
            <a:r>
              <a:rPr lang="es-419" sz="2000" noProof="1"/>
              <a:t>Primera etapa en sistemas de recomendación a gran escala.</a:t>
            </a:r>
          </a:p>
          <a:p>
            <a:endParaRPr lang="es-419" sz="2000" noProof="1"/>
          </a:p>
          <a:p>
            <a:r>
              <a:rPr lang="es-419" sz="2000" noProof="1"/>
              <a:t>Tiene como objetivo recuperar eficientemente miles de ítems potencialmente relevantes</a:t>
            </a:r>
            <a:r>
              <a:rPr lang="en-GB" sz="2000" dirty="0"/>
              <a:t>.</a:t>
            </a:r>
          </a:p>
          <a:p>
            <a:pPr marL="139700" indent="0">
              <a:buNone/>
            </a:pPr>
            <a:endParaRPr lang="en-GB" sz="2000" dirty="0"/>
          </a:p>
          <a:p>
            <a:r>
              <a:rPr lang="en-GB" sz="2000" dirty="0"/>
              <a:t>Es </a:t>
            </a:r>
            <a:r>
              <a:rPr lang="en-GB" sz="2000" dirty="0" err="1"/>
              <a:t>decir</a:t>
            </a:r>
            <a:r>
              <a:rPr lang="en-GB" sz="2000" dirty="0"/>
              <a:t>, pasar del </a:t>
            </a:r>
            <a:r>
              <a:rPr lang="en-GB" sz="2000" dirty="0" err="1"/>
              <a:t>espacio</a:t>
            </a:r>
            <a:r>
              <a:rPr lang="en-GB" sz="2000" dirty="0"/>
              <a:t> de </a:t>
            </a:r>
            <a:r>
              <a:rPr lang="en-GB" sz="2000" err="1"/>
              <a:t>ítems</a:t>
            </a:r>
            <a:r>
              <a:rPr lang="en-GB" sz="2000" dirty="0"/>
              <a:t> a un </a:t>
            </a:r>
            <a:r>
              <a:rPr lang="en-GB" sz="2000" dirty="0" err="1"/>
              <a:t>subconjuto</a:t>
            </a:r>
            <a:r>
              <a:rPr lang="en-GB" sz="2000" dirty="0"/>
              <a:t>.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003BE7C-78BA-EB81-7381-FC8D7473F872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rPr lang="en-GB" dirty="0"/>
              <a:t>Candidate Matching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03F5445-690E-AF3B-AABB-150DC466225F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4437200" y="2440753"/>
            <a:ext cx="3490128" cy="2923714"/>
          </a:xfrm>
        </p:spPr>
        <p:txBody>
          <a:bodyPr/>
          <a:lstStyle/>
          <a:p>
            <a:r>
              <a:rPr lang="es-419" sz="2000" noProof="1"/>
              <a:t>Función de pérdida a minimizar.</a:t>
            </a:r>
          </a:p>
          <a:p>
            <a:endParaRPr lang="es-419" sz="2000" noProof="1"/>
          </a:p>
          <a:p>
            <a:r>
              <a:rPr lang="es-419" sz="2000" noProof="1"/>
              <a:t>Calcular full soft-max es muy costoso para un corpus grande.</a:t>
            </a:r>
          </a:p>
          <a:p>
            <a:endParaRPr lang="es-419" sz="2000" noProof="1"/>
          </a:p>
          <a:p>
            <a:r>
              <a:rPr lang="es-419" sz="2000" noProof="1"/>
              <a:t>Se suele usar uniformly sampled soft-max para mejorar rendimiento.</a:t>
            </a:r>
          </a:p>
          <a:p>
            <a:pPr marL="139700" indent="0">
              <a:buNone/>
            </a:pPr>
            <a:endParaRPr lang="es-419" sz="2000" noProof="1"/>
          </a:p>
          <a:p>
            <a:endParaRPr lang="es-419" sz="2000" noProof="1"/>
          </a:p>
          <a:p>
            <a:pPr marL="139700" indent="0">
              <a:buNone/>
            </a:pPr>
            <a:endParaRPr lang="es-419" sz="2000" noProof="1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38CECFE4-EDBB-1A1D-A7FE-9C6A8ED008F2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r>
              <a:rPr lang="es-CL" dirty="0" err="1"/>
              <a:t>Soft-max</a:t>
            </a:r>
            <a:r>
              <a:rPr lang="es-CL" dirty="0"/>
              <a:t> v/s </a:t>
            </a:r>
            <a:r>
              <a:rPr lang="es-CL" dirty="0" err="1"/>
              <a:t>Sampled</a:t>
            </a:r>
            <a:endParaRPr lang="en-GB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2929B13-8B49-D7B0-F5F6-0B265241B0EF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7923433" y="2455131"/>
            <a:ext cx="3475750" cy="2909336"/>
          </a:xfrm>
        </p:spPr>
        <p:txBody>
          <a:bodyPr/>
          <a:lstStyle/>
          <a:p>
            <a:r>
              <a:rPr lang="es-419" sz="2000" noProof="1"/>
              <a:t>Estrategia de entrenamiento utilizada para reducir el costo computacional. </a:t>
            </a:r>
          </a:p>
          <a:p>
            <a:endParaRPr lang="es-419" sz="2000" noProof="1"/>
          </a:p>
          <a:p>
            <a:r>
              <a:rPr lang="es-419" sz="2000" noProof="1"/>
              <a:t>Seleccionar un subconjunto de ítems no objetivo en lugar de usar todo el conjunto de ítems.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7BAFD111-B029-01E7-EF30-CAA2FFD5B82F}"/>
              </a:ext>
            </a:extLst>
          </p:cNvPr>
          <p:cNvSpPr>
            <a:spLocks noGrp="1"/>
          </p:cNvSpPr>
          <p:nvPr>
            <p:ph type="subTitle" idx="6"/>
          </p:nvPr>
        </p:nvSpPr>
        <p:spPr/>
        <p:txBody>
          <a:bodyPr/>
          <a:lstStyle/>
          <a:p>
            <a:r>
              <a:rPr lang="en-GB" dirty="0"/>
              <a:t>Negative Sampling</a:t>
            </a:r>
          </a:p>
        </p:txBody>
      </p:sp>
    </p:spTree>
    <p:extLst>
      <p:ext uri="{BB962C8B-B14F-4D97-AF65-F5344CB8AC3E}">
        <p14:creationId xmlns:p14="http://schemas.microsoft.com/office/powerpoint/2010/main" val="257064271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1343F-9D61-70C3-6058-38816F7F7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sz="6650"/>
              <a:t>Problemas principales</a:t>
            </a:r>
            <a:endParaRPr lang="en-GB" sz="665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6F2EC0B-715E-1CBF-4220-26A92C2800F3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es-CL" dirty="0"/>
              <a:t>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6069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FF8409-3B24-1BE6-EEAF-89AA38143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000" y="2070805"/>
            <a:ext cx="10272000" cy="2704543"/>
          </a:xfrm>
        </p:spPr>
        <p:txBody>
          <a:bodyPr/>
          <a:lstStyle/>
          <a:p>
            <a:pPr algn="ctr"/>
            <a:r>
              <a:rPr lang="en-US" b="0"/>
              <a:t>"We revisit the training scheme of multi-interest learning and uncover two major problems regarding the current negative sampling strategy and routing collapse, which significantly hinder the performance of multi-interest models."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766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C18E06-A0B1-E955-5FD4-E3B4F2A8A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Problema 1: "Easy negatives"</a:t>
            </a:r>
            <a:endParaRPr lang="es-ES" b="0">
              <a:solidFill>
                <a:srgbClr val="000000"/>
              </a:solidFill>
            </a:endParaRPr>
          </a:p>
          <a:p>
            <a:endParaRPr lang="es-ES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D215A358-08D6-C3FB-6C40-D85AC748D5F8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361494" y="2722992"/>
            <a:ext cx="2541660" cy="1401930"/>
          </a:xfrm>
          <a:ln>
            <a:solidFill>
              <a:schemeClr val="bg1">
                <a:lumMod val="10000"/>
                <a:lumOff val="9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/>
            <a:r>
              <a:rPr lang="es-ES" sz="2000" b="0"/>
              <a:t>El entrenamiento se centra en un interés específico seleccionado</a:t>
            </a:r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CB69930F-CF33-7BA3-575C-0117263D6B69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3613341" y="2722990"/>
            <a:ext cx="3893133" cy="1416308"/>
          </a:xfrm>
          <a:ln>
            <a:solidFill>
              <a:schemeClr val="bg1">
                <a:lumMod val="10000"/>
                <a:lumOff val="9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/>
            <a:r>
              <a:rPr lang="es-ES" sz="2000" b="0"/>
              <a:t>Los negativos muestreados son fácilmente distinguibles del interés específico (Easy negatives)</a:t>
            </a:r>
            <a:endParaRPr lang="es-ES" b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FA3136-FD35-F5BE-43F9-78A03677D73A}"/>
              </a:ext>
            </a:extLst>
          </p:cNvPr>
          <p:cNvSpPr txBox="1"/>
          <p:nvPr/>
        </p:nvSpPr>
        <p:spPr>
          <a:xfrm>
            <a:off x="8180717" y="2925793"/>
            <a:ext cx="3694982" cy="1015663"/>
          </a:xfrm>
          <a:prstGeom prst="rect">
            <a:avLst/>
          </a:prstGeom>
          <a:noFill/>
          <a:ln>
            <a:solidFill>
              <a:schemeClr val="bg1">
                <a:lumMod val="10000"/>
                <a:lumOff val="9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2000">
                <a:solidFill>
                  <a:srgbClr val="FFFFFF"/>
                </a:solidFill>
                <a:latin typeface="Poppins"/>
              </a:rPr>
              <a:t>Se reduce la capacidad de entrenar representaciones discriminativas</a:t>
            </a:r>
          </a:p>
        </p:txBody>
      </p:sp>
      <p:sp>
        <p:nvSpPr>
          <p:cNvPr id="12" name="Flecha: a la derecha 11">
            <a:extLst>
              <a:ext uri="{FF2B5EF4-FFF2-40B4-BE49-F238E27FC236}">
                <a16:creationId xmlns:a16="http://schemas.microsoft.com/office/drawing/2014/main" id="{49E539DA-F32E-50C7-6E2E-2DF1DB300D6B}"/>
              </a:ext>
            </a:extLst>
          </p:cNvPr>
          <p:cNvSpPr/>
          <p:nvPr/>
        </p:nvSpPr>
        <p:spPr>
          <a:xfrm>
            <a:off x="2991209" y="3252158"/>
            <a:ext cx="571500" cy="342900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DFB6A44D-FE1F-647E-AB8B-8EE89371F36E}"/>
              </a:ext>
            </a:extLst>
          </p:cNvPr>
          <p:cNvSpPr/>
          <p:nvPr/>
        </p:nvSpPr>
        <p:spPr>
          <a:xfrm>
            <a:off x="7563208" y="3266535"/>
            <a:ext cx="571500" cy="342900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943429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4CA06-13AC-4C44-A6C1-CDFCCE3F5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56A27B-2828-3B23-38CD-36D593392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67" y="719333"/>
            <a:ext cx="10290000" cy="763600"/>
          </a:xfrm>
        </p:spPr>
        <p:txBody>
          <a:bodyPr wrap="square" anchor="ctr">
            <a:normAutofit/>
          </a:bodyPr>
          <a:lstStyle/>
          <a:p>
            <a:r>
              <a:rPr lang="es-CL"/>
              <a:t>Problema 1: "Easy negatives"</a:t>
            </a:r>
            <a:endParaRPr lang="es-ES" b="0"/>
          </a:p>
          <a:p>
            <a:endParaRPr lang="es-ES"/>
          </a:p>
        </p:txBody>
      </p:sp>
      <p:pic>
        <p:nvPicPr>
          <p:cNvPr id="11" name="Imagen 10" descr="Diagrama&#10;&#10;El contenido generado por IA puede ser incorrecto.">
            <a:extLst>
              <a:ext uri="{FF2B5EF4-FFF2-40B4-BE49-F238E27FC236}">
                <a16:creationId xmlns:a16="http://schemas.microsoft.com/office/drawing/2014/main" id="{9F1BC4E9-E53E-C698-C919-439C1AC87A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11" r="50503"/>
          <a:stretch>
            <a:fillRect/>
          </a:stretch>
        </p:blipFill>
        <p:spPr>
          <a:xfrm>
            <a:off x="275231" y="1704427"/>
            <a:ext cx="5669419" cy="4321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n 13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F977737B-722F-2E0C-528A-DD2D71921F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3831" y="1679455"/>
            <a:ext cx="5905321" cy="4332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28230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9E4CF-BC4E-68D4-ACD9-7CD3B0E57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Problema </a:t>
            </a:r>
            <a:r>
              <a:rPr lang="es-CL"/>
              <a:t>2: </a:t>
            </a:r>
            <a:r>
              <a:rPr lang="es-CL" err="1"/>
              <a:t>Routing</a:t>
            </a:r>
            <a:r>
              <a:rPr lang="es-CL"/>
              <a:t> </a:t>
            </a:r>
            <a:r>
              <a:rPr lang="es-CL" err="1"/>
              <a:t>collapse</a:t>
            </a:r>
            <a:endParaRPr lang="en-GB" err="1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42C38AE-026A-DD69-4D62-5255B28134EF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996661" y="2561514"/>
            <a:ext cx="5082900" cy="3303100"/>
          </a:xfrm>
        </p:spPr>
        <p:txBody>
          <a:bodyPr/>
          <a:lstStyle/>
          <a:p>
            <a:pPr marL="482600" indent="-342900">
              <a:buFont typeface="Arial" panose="020B0604020202020204" pitchFamily="34" charset="0"/>
              <a:buChar char="•"/>
            </a:pPr>
            <a:r>
              <a:rPr lang="es-CL" sz="2400" dirty="0"/>
              <a:t>MIL usan </a:t>
            </a:r>
            <a:r>
              <a:rPr lang="es-CL" sz="2400" dirty="0" err="1"/>
              <a:t>routing</a:t>
            </a:r>
            <a:r>
              <a:rPr lang="es-CL" sz="2400" dirty="0"/>
              <a:t> para asignar ítems a intereses</a:t>
            </a:r>
          </a:p>
          <a:p>
            <a:pPr marL="482600" indent="-342900">
              <a:buFont typeface="Arial" panose="020B0604020202020204" pitchFamily="34" charset="0"/>
              <a:buChar char="•"/>
            </a:pPr>
            <a:endParaRPr lang="es-CL" sz="2400" dirty="0"/>
          </a:p>
          <a:p>
            <a:pPr marL="482600" indent="-342900">
              <a:buFont typeface="Arial" panose="020B0604020202020204" pitchFamily="34" charset="0"/>
              <a:buChar char="•"/>
            </a:pPr>
            <a:r>
              <a:rPr lang="es-CL" sz="2400" dirty="0" err="1"/>
              <a:t>Routing</a:t>
            </a:r>
            <a:r>
              <a:rPr lang="es-CL" sz="2400" dirty="0"/>
              <a:t> </a:t>
            </a:r>
            <a:r>
              <a:rPr lang="es-CL" sz="2400" dirty="0" err="1"/>
              <a:t>Collapse</a:t>
            </a:r>
            <a:r>
              <a:rPr lang="es-CL" sz="2400" dirty="0"/>
              <a:t>: cada vector se construye usando solo el </a:t>
            </a:r>
            <a:r>
              <a:rPr lang="es-CL" sz="2400"/>
              <a:t>ítem</a:t>
            </a:r>
            <a:r>
              <a:rPr lang="es-CL" sz="2400" dirty="0"/>
              <a:t> más relevante, no todos los relacionados</a:t>
            </a:r>
          </a:p>
          <a:p>
            <a:pPr marL="482600" indent="-342900">
              <a:buFont typeface="Arial" panose="020B0604020202020204" pitchFamily="34" charset="0"/>
              <a:buChar char="•"/>
            </a:pPr>
            <a:endParaRPr lang="es-CL" sz="2400" dirty="0"/>
          </a:p>
          <a:p>
            <a:pPr marL="482600" indent="-342900">
              <a:buFont typeface="Arial" panose="020B0604020202020204" pitchFamily="34" charset="0"/>
              <a:buChar char="•"/>
            </a:pPr>
            <a:r>
              <a:rPr lang="es-CL" sz="2400" dirty="0"/>
              <a:t>Produce pérdida de información desde el inicio.</a:t>
            </a:r>
            <a:endParaRPr lang="en-GB" sz="2400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D1927C5E-6CBE-D8B6-0C9B-356D3B2A0E15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996661" y="1945860"/>
            <a:ext cx="4612000" cy="596800"/>
          </a:xfrm>
        </p:spPr>
        <p:txBody>
          <a:bodyPr/>
          <a:lstStyle/>
          <a:p>
            <a:r>
              <a:rPr lang="es-CL" sz="2650" err="1"/>
              <a:t>Routing</a:t>
            </a:r>
            <a:r>
              <a:rPr lang="es-CL" sz="2650"/>
              <a:t> de Ítems a Intereses</a:t>
            </a:r>
            <a:endParaRPr lang="en-GB" sz="2650"/>
          </a:p>
        </p:txBody>
      </p:sp>
      <p:pic>
        <p:nvPicPr>
          <p:cNvPr id="4" name="Imagen 3" descr="Gráfico, Gráfico en cascada&#10;&#10;El contenido generado por IA puede ser incorrecto.">
            <a:extLst>
              <a:ext uri="{FF2B5EF4-FFF2-40B4-BE49-F238E27FC236}">
                <a16:creationId xmlns:a16="http://schemas.microsoft.com/office/drawing/2014/main" id="{CB91A1E5-2A0A-B4F0-19A8-BF69E8255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7037" y="2338747"/>
            <a:ext cx="5088865" cy="3747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462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6B3FA-0544-C459-5240-92EE4ED8E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Formalización</a:t>
            </a:r>
            <a:r>
              <a:rPr lang="en-US" dirty="0"/>
              <a:t> del </a:t>
            </a:r>
            <a:r>
              <a:rPr lang="en-US" err="1"/>
              <a:t>Problema</a:t>
            </a:r>
            <a:r>
              <a:rPr lang="en-US" dirty="0"/>
              <a:t> de </a:t>
            </a:r>
            <a:r>
              <a:rPr lang="en-US" err="1"/>
              <a:t>Recomendación</a:t>
            </a:r>
          </a:p>
        </p:txBody>
      </p:sp>
      <p:sp>
        <p:nvSpPr>
          <p:cNvPr id="10" name="Subtitle 4">
            <a:extLst>
              <a:ext uri="{FF2B5EF4-FFF2-40B4-BE49-F238E27FC236}">
                <a16:creationId xmlns:a16="http://schemas.microsoft.com/office/drawing/2014/main" id="{FD655718-1BC8-EEF4-E670-1DD48BA5CD67}"/>
              </a:ext>
            </a:extLst>
          </p:cNvPr>
          <p:cNvSpPr txBox="1">
            <a:spLocks/>
          </p:cNvSpPr>
          <p:nvPr/>
        </p:nvSpPr>
        <p:spPr>
          <a:xfrm>
            <a:off x="551337" y="1482839"/>
            <a:ext cx="5539986" cy="4096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dirty="0"/>
              <a:t>Una lista de objetos con los que un usuario interactúa, el sistema debe recomendar un ítem que pertenezca a esta lista.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b="1" dirty="0"/>
              <a:t>S</a:t>
            </a:r>
            <a:r>
              <a:rPr lang="es-CL" sz="2400" b="1" baseline="30000" dirty="0"/>
              <a:t>u</a:t>
            </a:r>
            <a:r>
              <a:rPr lang="es-CL" sz="2400" dirty="0"/>
              <a:t>: Lista de acciones que ha tomado el usuario, comportamiento, en este caso lista de interacciones con ítems.</a:t>
            </a:r>
            <a:endParaRPr lang="es-C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b="1" dirty="0"/>
              <a:t>n</a:t>
            </a:r>
            <a:r>
              <a:rPr lang="es-CL" sz="2400" dirty="0"/>
              <a:t>: Largo de lista de usuario. </a:t>
            </a:r>
            <a:r>
              <a:rPr lang="es-CL" sz="2400" err="1"/>
              <a:t>len</a:t>
            </a:r>
            <a:r>
              <a:rPr lang="es-CL" sz="2400"/>
              <a:t>(S</a:t>
            </a:r>
            <a:r>
              <a:rPr lang="es-CL" sz="2400" baseline="30000"/>
              <a:t>u</a:t>
            </a:r>
            <a:r>
              <a:rPr lang="es-CL" sz="2400"/>
              <a:t>)</a:t>
            </a:r>
            <a:endParaRPr lang="es-CL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b="1" dirty="0"/>
              <a:t>d</a:t>
            </a:r>
            <a:r>
              <a:rPr lang="es-CL" sz="2400" dirty="0"/>
              <a:t>: tamaño del </a:t>
            </a:r>
            <a:r>
              <a:rPr lang="es-CL" sz="2400" dirty="0" err="1"/>
              <a:t>embedding</a:t>
            </a:r>
            <a:r>
              <a:rPr lang="es-CL" sz="2400" dirty="0"/>
              <a:t>, dimensión oculta</a:t>
            </a:r>
            <a:endParaRPr lang="es-CL" dirty="0"/>
          </a:p>
          <a:p>
            <a:pPr marL="342900" lvl="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CL" sz="2400" b="1" dirty="0">
                <a:solidFill>
                  <a:srgbClr val="FFFFFF"/>
                </a:solidFill>
                <a:ea typeface="Arial"/>
                <a:cs typeface="Arial"/>
              </a:rPr>
              <a:t>I</a:t>
            </a:r>
            <a:r>
              <a:rPr lang="es-CL" sz="2400" dirty="0">
                <a:solidFill>
                  <a:srgbClr val="FFFFFF"/>
                </a:solidFill>
                <a:ea typeface="Arial"/>
                <a:cs typeface="Arial"/>
              </a:rPr>
              <a:t>: Todos los ítems​</a:t>
            </a:r>
            <a:endParaRPr lang="es-ES" sz="2400" dirty="0"/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CL" sz="2400" b="1" dirty="0">
                <a:solidFill>
                  <a:srgbClr val="FFFFFF"/>
                </a:solidFill>
                <a:ea typeface="Arial"/>
                <a:cs typeface="Arial"/>
              </a:rPr>
              <a:t>K:</a:t>
            </a:r>
            <a:r>
              <a:rPr lang="es-CL" sz="2400" dirty="0">
                <a:solidFill>
                  <a:srgbClr val="FFFFFF"/>
                </a:solidFill>
                <a:ea typeface="Arial"/>
                <a:cs typeface="Arial"/>
              </a:rPr>
              <a:t> Número total de</a:t>
            </a:r>
            <a:r>
              <a:rPr lang="es-CL" sz="2400" dirty="0">
                <a:solidFill>
                  <a:srgbClr val="FFFFFF"/>
                </a:solidFill>
              </a:rPr>
              <a:t> </a:t>
            </a:r>
            <a:r>
              <a:rPr lang="es-CL" sz="2400" dirty="0">
                <a:solidFill>
                  <a:srgbClr val="FFFFFF"/>
                </a:solidFill>
                <a:ea typeface="Arial"/>
                <a:cs typeface="Arial"/>
              </a:rPr>
              <a:t>intereses/gustos​</a:t>
            </a:r>
            <a:endParaRPr lang="es-CL" sz="2400" dirty="0">
              <a:cs typeface="Arial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EF70095-33E3-17C2-9A68-4A8D2B384972}"/>
              </a:ext>
            </a:extLst>
          </p:cNvPr>
          <p:cNvSpPr txBox="1"/>
          <p:nvPr/>
        </p:nvSpPr>
        <p:spPr>
          <a:xfrm>
            <a:off x="6096000" y="1487496"/>
            <a:ext cx="5659225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lvl="0" indent="-342900" rtl="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CL" sz="2400" b="1" baseline="0" dirty="0">
                <a:solidFill>
                  <a:srgbClr val="FFFFFF"/>
                </a:solidFill>
                <a:latin typeface="Dosis"/>
                <a:ea typeface="Arial"/>
                <a:cs typeface="Arial"/>
              </a:rPr>
              <a:t>F:</a:t>
            </a:r>
            <a:r>
              <a:rPr lang="es-CL" sz="2400" baseline="0" dirty="0">
                <a:solidFill>
                  <a:srgbClr val="FFFFFF"/>
                </a:solidFill>
                <a:latin typeface="Dosis"/>
                <a:ea typeface="Arial"/>
                <a:cs typeface="Arial"/>
              </a:rPr>
              <a:t> Transforma S</a:t>
            </a:r>
            <a:r>
              <a:rPr lang="es-CL" sz="2400" baseline="30000">
                <a:solidFill>
                  <a:srgbClr val="FFFFFF"/>
                </a:solidFill>
                <a:latin typeface="Dosis"/>
                <a:ea typeface="Arial"/>
                <a:cs typeface="Arial"/>
              </a:rPr>
              <a:t>u</a:t>
            </a:r>
            <a:r>
              <a:rPr lang="es-CL" sz="1600" baseline="30000" dirty="0">
                <a:solidFill>
                  <a:srgbClr val="FFFFFF"/>
                </a:solidFill>
                <a:latin typeface="Dosis"/>
                <a:ea typeface="Arial"/>
                <a:cs typeface="Arial"/>
              </a:rPr>
              <a:t>  </a:t>
            </a:r>
            <a:r>
              <a:rPr lang="es-CL" sz="2400" baseline="0" dirty="0">
                <a:solidFill>
                  <a:srgbClr val="FFFFFF"/>
                </a:solidFill>
                <a:latin typeface="Dosis"/>
                <a:ea typeface="Arial"/>
                <a:cs typeface="Arial"/>
              </a:rPr>
              <a:t>en una representación matemática </a:t>
            </a:r>
            <a:r>
              <a:rPr lang="es-CL" sz="2400" baseline="0" dirty="0" err="1">
                <a:solidFill>
                  <a:srgbClr val="FFFFFF"/>
                </a:solidFill>
                <a:latin typeface="Dosis"/>
                <a:ea typeface="Arial"/>
                <a:cs typeface="Arial"/>
              </a:rPr>
              <a:t>H</a:t>
            </a:r>
            <a:r>
              <a:rPr lang="es-CL" sz="1600" baseline="-25000" dirty="0" err="1">
                <a:solidFill>
                  <a:srgbClr val="FFFFFF"/>
                </a:solidFill>
                <a:latin typeface="Dosis"/>
                <a:ea typeface="Arial"/>
                <a:cs typeface="Arial"/>
              </a:rPr>
              <a:t>u</a:t>
            </a:r>
            <a:r>
              <a:rPr lang="es-CL" sz="2400" baseline="0" dirty="0">
                <a:solidFill>
                  <a:srgbClr val="FFFFFF"/>
                </a:solidFill>
                <a:latin typeface="Dosis"/>
                <a:ea typeface="Arial"/>
                <a:cs typeface="Arial"/>
              </a:rPr>
              <a:t> de dimensiones d x n. Es decir, para cada interacción genera d escalares.</a:t>
            </a:r>
            <a:r>
              <a:rPr lang="es-CL" sz="2400" dirty="0">
                <a:solidFill>
                  <a:srgbClr val="FFFFFF"/>
                </a:solidFill>
                <a:latin typeface="Dosis"/>
                <a:ea typeface="Arial"/>
                <a:cs typeface="Arial"/>
              </a:rPr>
              <a:t>​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CL" sz="2400" b="1" baseline="0" dirty="0">
                <a:solidFill>
                  <a:srgbClr val="FFFFFF"/>
                </a:solidFill>
                <a:latin typeface="Dosis"/>
                <a:ea typeface="Arial"/>
                <a:cs typeface="Arial"/>
              </a:rPr>
              <a:t>E</a:t>
            </a:r>
            <a:r>
              <a:rPr lang="es-CL" sz="2400" baseline="0" dirty="0">
                <a:solidFill>
                  <a:srgbClr val="FFFFFF"/>
                </a:solidFill>
                <a:latin typeface="Dosis"/>
                <a:ea typeface="Arial"/>
                <a:cs typeface="Arial"/>
              </a:rPr>
              <a:t>: Es la lista de todos los ítems y su representación en escalares. Dimensiones de I x d</a:t>
            </a:r>
            <a:r>
              <a:rPr lang="es-CL" sz="2400" dirty="0">
                <a:solidFill>
                  <a:srgbClr val="FFFFFF"/>
                </a:solidFill>
                <a:latin typeface="Dosis"/>
              </a:rPr>
              <a:t> 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CL" sz="2400" b="1" err="1">
                <a:solidFill>
                  <a:srgbClr val="FFFFFF"/>
                </a:solidFill>
                <a:latin typeface="Dosis"/>
              </a:rPr>
              <a:t>V</a:t>
            </a:r>
            <a:r>
              <a:rPr lang="es-CL" sz="2400" b="1" baseline="-25000" err="1">
                <a:solidFill>
                  <a:srgbClr val="FFFFFF"/>
                </a:solidFill>
                <a:latin typeface="Dosis"/>
              </a:rPr>
              <a:t>u</a:t>
            </a:r>
            <a:r>
              <a:rPr lang="es-CL" sz="2400" dirty="0">
                <a:solidFill>
                  <a:srgbClr val="FFFFFF"/>
                </a:solidFill>
                <a:latin typeface="Dosis"/>
              </a:rPr>
              <a:t>: Matriz final que representa los intereses del usuario a partir de S</a:t>
            </a:r>
            <a:r>
              <a:rPr lang="es-CL" sz="2400" baseline="30000" dirty="0">
                <a:solidFill>
                  <a:srgbClr val="FFFFFF"/>
                </a:solidFill>
                <a:latin typeface="Dosis"/>
              </a:rPr>
              <a:t>u</a:t>
            </a:r>
            <a:r>
              <a:rPr lang="es-CL" sz="2400" dirty="0">
                <a:solidFill>
                  <a:srgbClr val="FFFFFF"/>
                </a:solidFill>
                <a:latin typeface="Dosis"/>
              </a:rPr>
              <a:t>. </a:t>
            </a:r>
            <a:r>
              <a:rPr lang="es-CL" sz="2400">
                <a:solidFill>
                  <a:srgbClr val="FFFFFF"/>
                </a:solidFill>
                <a:latin typeface="Dosis"/>
              </a:rPr>
              <a:t>Esta es la matriz que se usara para medir el nivel de similitud con otros ítems.</a:t>
            </a:r>
            <a:endParaRPr lang="es-CL" sz="2400" dirty="0">
              <a:solidFill>
                <a:srgbClr val="FFFFFF"/>
              </a:solidFill>
              <a:latin typeface="Dosis"/>
            </a:endParaRPr>
          </a:p>
          <a:p>
            <a:pPr marL="228600" indent="-228600">
              <a:buClr>
                <a:schemeClr val="tx1"/>
              </a:buClr>
              <a:buFont typeface="Arial,Sans-Serif"/>
              <a:buChar char="•"/>
            </a:pPr>
            <a:endParaRPr lang="es-CL" sz="2400" dirty="0">
              <a:solidFill>
                <a:srgbClr val="FFFFFF"/>
              </a:solidFill>
              <a:latin typeface="Dosis"/>
            </a:endParaRPr>
          </a:p>
          <a:p>
            <a:pPr marL="228600" indent="-228600">
              <a:buClr>
                <a:srgbClr val="FFFFFF"/>
              </a:buClr>
              <a:buFont typeface="Arial,Sans-Serif"/>
              <a:buChar char="•"/>
            </a:pPr>
            <a:endParaRPr lang="es-CL" sz="2400" dirty="0">
              <a:solidFill>
                <a:srgbClr val="FFFFFF"/>
              </a:solidFill>
              <a:latin typeface="Dosis"/>
            </a:endParaRPr>
          </a:p>
          <a:p>
            <a:pPr algn="ctr"/>
            <a:endParaRPr lang="es-ES" sz="2400" dirty="0">
              <a:solidFill>
                <a:srgbClr val="FFFFFF"/>
              </a:solidFill>
              <a:latin typeface="Dosis"/>
            </a:endParaRPr>
          </a:p>
        </p:txBody>
      </p:sp>
    </p:spTree>
    <p:extLst>
      <p:ext uri="{BB962C8B-B14F-4D97-AF65-F5344CB8AC3E}">
        <p14:creationId xmlns:p14="http://schemas.microsoft.com/office/powerpoint/2010/main" val="1494480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BE0D90-2692-08B9-4733-4828C54B6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09" y="2394778"/>
            <a:ext cx="11314782" cy="2082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505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09C59-C1E4-E9AC-AE60-051EF94BF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AB3A7-9705-8AEC-E330-171804D5A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sz="6650"/>
              <a:t>La solución propuesta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442F34B-8EEA-5A71-FCC0-690BB79F8DBB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es-CL"/>
              <a:t>3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78467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8EA2A-295A-D7DA-242A-2DBC2E064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A7D7F5-A390-C0C5-1A48-D0378B80F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000" y="2387107"/>
            <a:ext cx="10272000" cy="2071940"/>
          </a:xfrm>
        </p:spPr>
        <p:txBody>
          <a:bodyPr/>
          <a:lstStyle/>
          <a:p>
            <a:pPr algn="ctr"/>
            <a:r>
              <a:rPr lang="en-US" b="0"/>
              <a:t>"To address these issues, we propose the REMI framework, consisting of an Interest-aware Hard Negative mining strategy (IHN) and a Routing Regularization (RR) method."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308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23310-28F1-2850-20A7-BD21E183D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FFB51-4F27-8496-11D3-5D5B91E64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Solución problema 1: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66381B5-DDD7-8BFF-4F83-FF370E5FD690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996661" y="2561514"/>
            <a:ext cx="5082900" cy="3303100"/>
          </a:xfrm>
        </p:spPr>
        <p:txBody>
          <a:bodyPr/>
          <a:lstStyle/>
          <a:p>
            <a:pPr marL="139700" indent="0"/>
            <a:r>
              <a:rPr lang="es-CL" sz="2400" dirty="0"/>
              <a:t>Para generar más </a:t>
            </a:r>
            <a:r>
              <a:rPr lang="es-CL" sz="2400" dirty="0" err="1"/>
              <a:t>hard</a:t>
            </a:r>
            <a:r>
              <a:rPr lang="es-CL" sz="2400" dirty="0"/>
              <a:t> negative </a:t>
            </a:r>
            <a:r>
              <a:rPr lang="es-CL" sz="2400" dirty="0" err="1"/>
              <a:t>samples</a:t>
            </a:r>
            <a:r>
              <a:rPr lang="es-CL" sz="2400" dirty="0"/>
              <a:t>, se propone una distribución nueva </a:t>
            </a:r>
            <a:r>
              <a:rPr lang="es-CL" sz="2400"/>
              <a:t>basada</a:t>
            </a:r>
            <a:r>
              <a:rPr lang="es-CL" sz="2400" dirty="0"/>
              <a:t> en dos principios:</a:t>
            </a:r>
            <a:r>
              <a:rPr lang="es-CL" sz="2400"/>
              <a:t> </a:t>
            </a:r>
            <a:endParaRPr lang="es-CL" sz="2400" dirty="0"/>
          </a:p>
          <a:p>
            <a:pPr marL="139700" indent="0"/>
            <a:endParaRPr lang="es-CL" sz="2400" dirty="0"/>
          </a:p>
          <a:p>
            <a:pPr marL="596900" indent="-457200">
              <a:buFont typeface="+mj-lt"/>
              <a:buAutoNum type="arabicPeriod"/>
            </a:pPr>
            <a:r>
              <a:rPr lang="es-CL" sz="2400" dirty="0"/>
              <a:t>Los </a:t>
            </a:r>
            <a:r>
              <a:rPr lang="es-CL" sz="2400" dirty="0" err="1"/>
              <a:t>hard</a:t>
            </a:r>
            <a:r>
              <a:rPr lang="es-CL" sz="2400" dirty="0"/>
              <a:t> negatives son aquellos más propensos a ser clasificados erróneamente.</a:t>
            </a:r>
          </a:p>
          <a:p>
            <a:pPr marL="596900" indent="-457200">
              <a:buFont typeface="+mj-lt"/>
              <a:buAutoNum type="arabicPeriod"/>
            </a:pPr>
            <a:r>
              <a:rPr lang="es-CL" sz="2400" dirty="0"/>
              <a:t>Se debe poder regular la proporción de estos </a:t>
            </a:r>
            <a:r>
              <a:rPr lang="es-CL" sz="2400" dirty="0" err="1"/>
              <a:t>hard</a:t>
            </a:r>
            <a:r>
              <a:rPr lang="es-CL" sz="2400" dirty="0"/>
              <a:t> negatives. 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FB059C6-5052-8270-0C21-067973A324BD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996661" y="1945860"/>
            <a:ext cx="4612000" cy="596800"/>
          </a:xfrm>
        </p:spPr>
        <p:txBody>
          <a:bodyPr/>
          <a:lstStyle/>
          <a:p>
            <a:r>
              <a:rPr lang="es-CL" sz="2650" err="1"/>
              <a:t>Interest-aware</a:t>
            </a:r>
            <a:r>
              <a:rPr lang="es-CL" sz="2650"/>
              <a:t> </a:t>
            </a:r>
            <a:r>
              <a:rPr lang="es-CL" sz="2650" err="1"/>
              <a:t>Hard</a:t>
            </a:r>
            <a:r>
              <a:rPr lang="es-CL" sz="2650"/>
              <a:t> Negative </a:t>
            </a:r>
            <a:r>
              <a:rPr lang="es-CL" sz="2650" err="1"/>
              <a:t>Mining</a:t>
            </a:r>
            <a:r>
              <a:rPr lang="es-CL" sz="2650"/>
              <a:t> (IHN)</a:t>
            </a:r>
            <a:endParaRPr lang="es-ES"/>
          </a:p>
        </p:txBody>
      </p:sp>
      <p:sp>
        <p:nvSpPr>
          <p:cNvPr id="4" name="Subtitle 4">
            <a:extLst>
              <a:ext uri="{FF2B5EF4-FFF2-40B4-BE49-F238E27FC236}">
                <a16:creationId xmlns:a16="http://schemas.microsoft.com/office/drawing/2014/main" id="{B5AD7447-5246-9BA7-287E-70CBBD47129F}"/>
              </a:ext>
            </a:extLst>
          </p:cNvPr>
          <p:cNvSpPr txBox="1">
            <a:spLocks/>
          </p:cNvSpPr>
          <p:nvPr/>
        </p:nvSpPr>
        <p:spPr>
          <a:xfrm>
            <a:off x="6087593" y="505078"/>
            <a:ext cx="5111836" cy="428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pPr marL="482600" indent="-342900">
              <a:buFont typeface="Arial" panose="020B0604020202020204" pitchFamily="34" charset="0"/>
              <a:buChar char="•"/>
            </a:pPr>
            <a:r>
              <a:rPr lang="es-CL" sz="2400" dirty="0"/>
              <a:t>Se propone</a:t>
            </a:r>
            <a:r>
              <a:rPr lang="es-CL" sz="2400"/>
              <a:t>:</a:t>
            </a:r>
            <a:r>
              <a:rPr lang="es-CL" sz="2400" dirty="0"/>
              <a:t> </a:t>
            </a:r>
            <a:r>
              <a:rPr lang="es-CL" sz="2400" b="1" dirty="0"/>
              <a:t>negative </a:t>
            </a:r>
            <a:r>
              <a:rPr lang="es-CL" sz="2400" b="1" dirty="0" err="1"/>
              <a:t>sampling</a:t>
            </a:r>
            <a:r>
              <a:rPr lang="es-CL" sz="2400" b="1" dirty="0"/>
              <a:t> </a:t>
            </a:r>
            <a:r>
              <a:rPr lang="es-CL" sz="2400" b="1" err="1"/>
              <a:t>distribution</a:t>
            </a:r>
            <a:r>
              <a:rPr lang="es-CL" sz="2400" dirty="0"/>
              <a:t>:</a:t>
            </a:r>
          </a:p>
          <a:p>
            <a:pPr marL="482600" indent="-342900">
              <a:buFont typeface="Arial" panose="020B0604020202020204" pitchFamily="34" charset="0"/>
              <a:buChar char="•"/>
            </a:pPr>
            <a:endParaRPr lang="es-CL" sz="2400" dirty="0"/>
          </a:p>
          <a:p>
            <a:pPr marL="482600" indent="-342900">
              <a:buFont typeface="Arial" panose="020B0604020202020204" pitchFamily="34" charset="0"/>
              <a:buChar char="•"/>
            </a:pPr>
            <a:endParaRPr lang="es-CL" sz="2400" dirty="0"/>
          </a:p>
          <a:p>
            <a:pPr marL="482600" indent="-342900">
              <a:buFont typeface="Arial" panose="020B0604020202020204" pitchFamily="34" charset="0"/>
              <a:buChar char="•"/>
            </a:pPr>
            <a:endParaRPr lang="es-CL" sz="2400" dirty="0"/>
          </a:p>
        </p:txBody>
      </p:sp>
      <p:pic>
        <p:nvPicPr>
          <p:cNvPr id="8" name="Picture 7" descr="A black emoticons on a white background&#10;&#10;AI-generated content may be incorrect.">
            <a:extLst>
              <a:ext uri="{FF2B5EF4-FFF2-40B4-BE49-F238E27FC236}">
                <a16:creationId xmlns:a16="http://schemas.microsoft.com/office/drawing/2014/main" id="{D760E2F2-FDD2-661C-83CB-79656DB10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8768" y="1438962"/>
            <a:ext cx="2819400" cy="781050"/>
          </a:xfrm>
          <a:prstGeom prst="rect">
            <a:avLst/>
          </a:prstGeom>
        </p:spPr>
      </p:pic>
      <p:sp>
        <p:nvSpPr>
          <p:cNvPr id="9" name="Subtitle 4">
            <a:extLst>
              <a:ext uri="{FF2B5EF4-FFF2-40B4-BE49-F238E27FC236}">
                <a16:creationId xmlns:a16="http://schemas.microsoft.com/office/drawing/2014/main" id="{FE0E6AD8-D252-709D-7E20-F5C411B2A83D}"/>
              </a:ext>
            </a:extLst>
          </p:cNvPr>
          <p:cNvSpPr txBox="1">
            <a:spLocks/>
          </p:cNvSpPr>
          <p:nvPr/>
        </p:nvSpPr>
        <p:spPr>
          <a:xfrm>
            <a:off x="6097239" y="2241280"/>
            <a:ext cx="5111836" cy="2975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pPr marL="596900" indent="-457200">
              <a:buAutoNum type="arabicPeriod"/>
            </a:pPr>
            <a:r>
              <a:rPr lang="es-CL" sz="2400" dirty="0"/>
              <a:t>El producto punto ve similitud entre </a:t>
            </a:r>
            <a:endParaRPr lang="es-ES"/>
          </a:p>
          <a:p>
            <a:pPr marL="139700" indent="0"/>
            <a:r>
              <a:rPr lang="es-CL" sz="2400" err="1"/>
              <a:t>v</a:t>
            </a:r>
            <a:r>
              <a:rPr lang="es-CL" sz="2400" baseline="-25000" err="1"/>
              <a:t>u</a:t>
            </a:r>
            <a:r>
              <a:rPr lang="es-CL" sz="2400" dirty="0"/>
              <a:t> y </a:t>
            </a:r>
            <a:r>
              <a:rPr lang="es-CL" sz="2400" err="1"/>
              <a:t>e</a:t>
            </a:r>
            <a:r>
              <a:rPr lang="es-CL" sz="2400" baseline="-25000" err="1"/>
              <a:t>i</a:t>
            </a:r>
            <a:r>
              <a:rPr lang="es-CL" sz="2400" baseline="-25000"/>
              <a:t>-</a:t>
            </a:r>
            <a:r>
              <a:rPr lang="es-CL" sz="1600" baseline="-25000"/>
              <a:t> </a:t>
            </a:r>
            <a:r>
              <a:rPr lang="es-CL" sz="2400"/>
              <a:t>,donde </a:t>
            </a:r>
            <a:r>
              <a:rPr lang="es-CL" sz="2400" err="1"/>
              <a:t>e</a:t>
            </a:r>
            <a:r>
              <a:rPr lang="es-CL" sz="2400" baseline="-25000" err="1"/>
              <a:t>i</a:t>
            </a:r>
            <a:r>
              <a:rPr lang="es-CL" sz="2400" baseline="-25000"/>
              <a:t>-</a:t>
            </a:r>
            <a:r>
              <a:rPr lang="es-CL" sz="2400"/>
              <a:t> es un ítem negativo.</a:t>
            </a:r>
            <a:endParaRPr lang="es-CL" sz="2400" baseline="-25000"/>
          </a:p>
          <a:p>
            <a:pPr marL="139700" indent="0"/>
            <a:r>
              <a:rPr lang="es-CL" sz="2400"/>
              <a:t>2. Donde</a:t>
            </a:r>
            <a:r>
              <a:rPr lang="es-CL" sz="2400" dirty="0"/>
              <a:t> beta</a:t>
            </a:r>
            <a:r>
              <a:rPr lang="es-CL" sz="2400"/>
              <a:t> &gt;=</a:t>
            </a:r>
            <a:r>
              <a:rPr lang="es-CL" sz="2400" dirty="0"/>
              <a:t> 0 representa la                         proporción de </a:t>
            </a:r>
            <a:r>
              <a:rPr lang="es-CL" sz="2400" dirty="0" err="1"/>
              <a:t>hard</a:t>
            </a:r>
            <a:r>
              <a:rPr lang="es-CL" sz="2400" dirty="0"/>
              <a:t> negatives.</a:t>
            </a:r>
            <a:endParaRPr lang="es-CL"/>
          </a:p>
          <a:p>
            <a:pPr marL="139700" indent="0"/>
            <a:br>
              <a:rPr lang="es-CL" sz="2400" dirty="0"/>
            </a:br>
            <a:endParaRPr lang="es-CL" sz="2400" dirty="0"/>
          </a:p>
          <a:p>
            <a:pPr marL="482600" indent="-342900">
              <a:buAutoNum type="arabicPeriod"/>
            </a:pPr>
            <a:endParaRPr lang="es-CL" sz="2400" dirty="0"/>
          </a:p>
          <a:p>
            <a:pPr marL="482600" indent="-342900">
              <a:buAutoNum type="arabicPeriod"/>
            </a:pPr>
            <a:endParaRPr lang="es-CL" sz="2400" dirty="0"/>
          </a:p>
          <a:p>
            <a:pPr marL="482600" indent="-342900">
              <a:buAutoNum type="arabicPeriod"/>
            </a:pPr>
            <a:endParaRPr lang="es-CL" sz="2400" dirty="0"/>
          </a:p>
        </p:txBody>
      </p:sp>
      <p:pic>
        <p:nvPicPr>
          <p:cNvPr id="10" name="Picture 9" descr="A black text with black letters&#10;&#10;AI-generated content may be incorrect.">
            <a:extLst>
              <a:ext uri="{FF2B5EF4-FFF2-40B4-BE49-F238E27FC236}">
                <a16:creationId xmlns:a16="http://schemas.microsoft.com/office/drawing/2014/main" id="{302D3C6A-B270-0A39-C268-BD6910CE5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0336" y="4836409"/>
            <a:ext cx="5796264" cy="73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0858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98145-440B-93EA-9B74-48178DBCE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Loss Function</a:t>
            </a:r>
          </a:p>
        </p:txBody>
      </p:sp>
      <p:pic>
        <p:nvPicPr>
          <p:cNvPr id="9" name="Picture 8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6F15E7EB-AFC9-AB5B-054A-FE226B140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175" y="1447800"/>
            <a:ext cx="9201150" cy="1390650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B1BBCDCC-2F2E-314E-1595-E7A605083451}"/>
              </a:ext>
            </a:extLst>
          </p:cNvPr>
          <p:cNvSpPr/>
          <p:nvPr/>
        </p:nvSpPr>
        <p:spPr>
          <a:xfrm>
            <a:off x="7089296" y="1875761"/>
            <a:ext cx="2567782" cy="11348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FC01627-3BA2-0580-1422-EB2B8E9373CC}"/>
                  </a:ext>
                </a:extLst>
              </p14:cNvPr>
              <p14:cNvContentPartPr/>
              <p14:nvPr/>
            </p14:nvContentPartPr>
            <p14:xfrm>
              <a:off x="9025030" y="2999724"/>
              <a:ext cx="11906" cy="11906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FC01627-3BA2-0580-1422-EB2B8E9373C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29730" y="2404424"/>
                <a:ext cx="1190600" cy="119060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Subtitle 4">
            <a:extLst>
              <a:ext uri="{FF2B5EF4-FFF2-40B4-BE49-F238E27FC236}">
                <a16:creationId xmlns:a16="http://schemas.microsoft.com/office/drawing/2014/main" id="{AFEC066E-54CC-27DA-6E85-A3E032D75EBB}"/>
              </a:ext>
            </a:extLst>
          </p:cNvPr>
          <p:cNvSpPr txBox="1">
            <a:spLocks/>
          </p:cNvSpPr>
          <p:nvPr/>
        </p:nvSpPr>
        <p:spPr>
          <a:xfrm>
            <a:off x="6481018" y="2899442"/>
            <a:ext cx="5111836" cy="428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pPr marL="139700" indent="0"/>
            <a:r>
              <a:rPr lang="es-CL" sz="2400" dirty="0"/>
              <a:t>Muestreo a partir de distribución</a:t>
            </a:r>
          </a:p>
          <a:p>
            <a:pPr marL="482600" indent="-342900">
              <a:buFont typeface="Arial" panose="020B0604020202020204" pitchFamily="34" charset="0"/>
              <a:buChar char="•"/>
            </a:pPr>
            <a:endParaRPr lang="es-CL" sz="2400" dirty="0"/>
          </a:p>
          <a:p>
            <a:pPr marL="482600" indent="-342900">
              <a:buFont typeface="Arial" panose="020B0604020202020204" pitchFamily="34" charset="0"/>
              <a:buChar char="•"/>
            </a:pPr>
            <a:endParaRPr lang="es-CL" sz="2400" dirty="0"/>
          </a:p>
          <a:p>
            <a:pPr marL="482600" indent="-342900">
              <a:buFont typeface="Arial" panose="020B0604020202020204" pitchFamily="34" charset="0"/>
              <a:buChar char="•"/>
            </a:pPr>
            <a:endParaRPr lang="es-CL" sz="2400" dirty="0"/>
          </a:p>
        </p:txBody>
      </p:sp>
      <p:sp>
        <p:nvSpPr>
          <p:cNvPr id="18" name="Subtitle 4">
            <a:extLst>
              <a:ext uri="{FF2B5EF4-FFF2-40B4-BE49-F238E27FC236}">
                <a16:creationId xmlns:a16="http://schemas.microsoft.com/office/drawing/2014/main" id="{ACEA6F47-97D4-59E8-E204-3EEE0A1DA9D7}"/>
              </a:ext>
            </a:extLst>
          </p:cNvPr>
          <p:cNvSpPr txBox="1">
            <a:spLocks/>
          </p:cNvSpPr>
          <p:nvPr/>
        </p:nvSpPr>
        <p:spPr>
          <a:xfrm>
            <a:off x="818684" y="3624460"/>
            <a:ext cx="4694893" cy="167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pPr marL="482600" indent="-342900">
              <a:buFont typeface="Arial" panose="020B0604020202020204" pitchFamily="34" charset="0"/>
              <a:buChar char="•"/>
            </a:pPr>
            <a:r>
              <a:rPr lang="es-CL" sz="2800" dirty="0"/>
              <a:t>Si bien esta distribución </a:t>
            </a:r>
            <a:r>
              <a:rPr lang="es-CL" sz="2800" dirty="0" err="1"/>
              <a:t>q_beta</a:t>
            </a:r>
            <a:r>
              <a:rPr lang="es-CL" sz="2800" dirty="0"/>
              <a:t> genera un muestreo mejor con más </a:t>
            </a:r>
            <a:r>
              <a:rPr lang="es-CL" sz="2800" dirty="0" err="1"/>
              <a:t>hard</a:t>
            </a:r>
            <a:r>
              <a:rPr lang="es-CL" sz="2800" dirty="0"/>
              <a:t> negatives, esta es muy cara computacionalmente. </a:t>
            </a:r>
          </a:p>
          <a:p>
            <a:pPr marL="482600" indent="-342900">
              <a:buFont typeface="Arial" panose="020B0604020202020204" pitchFamily="34" charset="0"/>
              <a:buChar char="•"/>
            </a:pPr>
            <a:endParaRPr lang="es-CL" sz="2400" dirty="0"/>
          </a:p>
        </p:txBody>
      </p:sp>
      <p:sp>
        <p:nvSpPr>
          <p:cNvPr id="20" name="Subtitle 4">
            <a:extLst>
              <a:ext uri="{FF2B5EF4-FFF2-40B4-BE49-F238E27FC236}">
                <a16:creationId xmlns:a16="http://schemas.microsoft.com/office/drawing/2014/main" id="{4D40B82D-BE43-AC1B-DE14-37A033A3CC97}"/>
              </a:ext>
            </a:extLst>
          </p:cNvPr>
          <p:cNvSpPr txBox="1">
            <a:spLocks/>
          </p:cNvSpPr>
          <p:nvPr/>
        </p:nvSpPr>
        <p:spPr>
          <a:xfrm>
            <a:off x="6261480" y="3717070"/>
            <a:ext cx="5111836" cy="149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pPr marL="482600" indent="-342900">
              <a:lnSpc>
                <a:spcPts val="2325"/>
              </a:lnSpc>
              <a:buFont typeface="Arial,Sans-Serif" panose="020B0604020202020204" pitchFamily="34" charset="0"/>
              <a:buChar char="•"/>
            </a:pPr>
            <a:r>
              <a:rPr lang="es-CL" sz="2800" dirty="0"/>
              <a:t>Requiere calcular similitud entre todos los elementos y el vector de interés del usuario.</a:t>
            </a:r>
          </a:p>
          <a:p>
            <a:pPr marL="482600" indent="-342900">
              <a:lnSpc>
                <a:spcPts val="2325"/>
              </a:lnSpc>
              <a:buFont typeface="Arial,Sans-Serif" panose="020B0604020202020204" pitchFamily="34" charset="0"/>
              <a:buChar char="•"/>
            </a:pPr>
            <a:endParaRPr lang="es-CL" sz="2800" dirty="0"/>
          </a:p>
          <a:p>
            <a:pPr marL="482600" indent="-342900">
              <a:lnSpc>
                <a:spcPts val="2325"/>
              </a:lnSpc>
              <a:buFont typeface="Arial,Sans-Serif" panose="020B0604020202020204" pitchFamily="34" charset="0"/>
              <a:buChar char="•"/>
            </a:pPr>
            <a:r>
              <a:rPr lang="en-US" sz="2800" dirty="0"/>
              <a:t>¿</a:t>
            </a:r>
            <a:r>
              <a:rPr lang="en-US" sz="2800" dirty="0" err="1"/>
              <a:t>Solución</a:t>
            </a:r>
            <a:r>
              <a:rPr lang="en-US" sz="2800" dirty="0"/>
              <a:t>? </a:t>
            </a:r>
          </a:p>
          <a:p>
            <a:pPr marL="482600" indent="-342900">
              <a:buFont typeface="Arial" panose="020B0604020202020204" pitchFamily="34" charset="0"/>
              <a:buChar char="•"/>
            </a:pPr>
            <a:endParaRPr lang="es-CL" sz="2400" dirty="0"/>
          </a:p>
          <a:p>
            <a:pPr marL="482600" indent="-342900">
              <a:buFont typeface="Arial" panose="020B0604020202020204" pitchFamily="34" charset="0"/>
              <a:buChar char="•"/>
            </a:pPr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212973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E55B1-A63F-3113-48E4-95CFA490C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Solución problema 1: continuación</a:t>
            </a:r>
            <a:endParaRPr lang="en-US" dirty="0"/>
          </a:p>
        </p:txBody>
      </p:sp>
      <p:sp>
        <p:nvSpPr>
          <p:cNvPr id="15" name="Subtitle 4">
            <a:extLst>
              <a:ext uri="{FF2B5EF4-FFF2-40B4-BE49-F238E27FC236}">
                <a16:creationId xmlns:a16="http://schemas.microsoft.com/office/drawing/2014/main" id="{49BAD33D-9E44-48F9-DAF3-1D6F221A9DEC}"/>
              </a:ext>
            </a:extLst>
          </p:cNvPr>
          <p:cNvSpPr txBox="1">
            <a:spLocks/>
          </p:cNvSpPr>
          <p:nvPr/>
        </p:nvSpPr>
        <p:spPr>
          <a:xfrm>
            <a:off x="703012" y="1717160"/>
            <a:ext cx="10976797" cy="380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pPr marL="482600" indent="-342900">
              <a:buFont typeface="Arial" panose="020B0604020202020204" pitchFamily="34" charset="0"/>
              <a:buChar char="•"/>
            </a:pPr>
            <a:r>
              <a:rPr lang="es-CL" sz="3200" dirty="0"/>
              <a:t>En vez de muestrear de la distribución </a:t>
            </a:r>
            <a:r>
              <a:rPr lang="es-CL" sz="3200" dirty="0" err="1"/>
              <a:t>q_beta</a:t>
            </a:r>
            <a:r>
              <a:rPr lang="es-CL" sz="3200" dirty="0"/>
              <a:t>, se muestrea de una uniforme tradicional.</a:t>
            </a:r>
          </a:p>
          <a:p>
            <a:pPr marL="482600" indent="-342900">
              <a:buFont typeface="Arial" panose="020B0604020202020204" pitchFamily="34" charset="0"/>
              <a:buChar char="•"/>
            </a:pPr>
            <a:endParaRPr lang="es-CL" sz="3200" dirty="0"/>
          </a:p>
          <a:p>
            <a:pPr marL="482600" indent="-342900">
              <a:buFont typeface="Arial"/>
              <a:buChar char="•"/>
            </a:pPr>
            <a:r>
              <a:rPr lang="es-CL" sz="3200" dirty="0"/>
              <a:t>Se agrega un peso a nuevo proporcional a qué tan similares son. (i.e. </a:t>
            </a:r>
            <a:r>
              <a:rPr lang="es-CL" sz="3200" dirty="0" err="1"/>
              <a:t>hard</a:t>
            </a:r>
            <a:r>
              <a:rPr lang="es-CL" sz="3200" dirty="0"/>
              <a:t> negatives)</a:t>
            </a:r>
          </a:p>
          <a:p>
            <a:pPr marL="482600" indent="-342900">
              <a:buFont typeface="Arial"/>
              <a:buChar char="•"/>
            </a:pPr>
            <a:endParaRPr lang="es-CL" sz="3200" dirty="0"/>
          </a:p>
          <a:p>
            <a:pPr marL="482600" indent="-342900">
              <a:buFont typeface="Arial"/>
              <a:buChar char="•"/>
            </a:pPr>
            <a:r>
              <a:rPr lang="es-CL" sz="3200" dirty="0"/>
              <a:t>Esto es increíblemente barato computacionalmente, simplemente se agrega un peso.</a:t>
            </a:r>
          </a:p>
          <a:p>
            <a:pPr marL="482600" indent="-342900">
              <a:buFont typeface="Arial" panose="020B0604020202020204" pitchFamily="34" charset="0"/>
              <a:buChar char="•"/>
            </a:pPr>
            <a:endParaRPr lang="es-CL" sz="2400" dirty="0"/>
          </a:p>
          <a:p>
            <a:pPr marL="482600" indent="-342900">
              <a:buFont typeface="Arial" panose="020B0604020202020204" pitchFamily="34" charset="0"/>
              <a:buChar char="•"/>
            </a:pPr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30228514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D5E48-989C-51BD-4F96-84C1B3E66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Comparación</a:t>
            </a:r>
            <a:r>
              <a:rPr lang="en-US" dirty="0"/>
              <a:t> de </a:t>
            </a:r>
            <a:r>
              <a:rPr lang="en-US" dirty="0" err="1"/>
              <a:t>Implementación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A7DB58-63DD-8E19-C851-F5FB7DC111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2291" y="3946367"/>
            <a:ext cx="4612000" cy="438000"/>
          </a:xfrm>
        </p:spPr>
        <p:txBody>
          <a:bodyPr/>
          <a:lstStyle/>
          <a:p>
            <a:pPr indent="-457200">
              <a:buFont typeface="Arial" panose="020B0604020202020204" pitchFamily="34" charset="0"/>
              <a:buChar char="•"/>
            </a:pPr>
            <a:r>
              <a:rPr lang="en-US" sz="2800" dirty="0"/>
              <a:t>Suma simple de </a:t>
            </a:r>
            <a:r>
              <a:rPr lang="en-US" sz="2800" dirty="0" err="1"/>
              <a:t>todos</a:t>
            </a:r>
            <a:r>
              <a:rPr lang="en-US" sz="2800" dirty="0"/>
              <a:t> </a:t>
            </a:r>
            <a:r>
              <a:rPr lang="en-US" sz="2800" dirty="0" err="1"/>
              <a:t>los</a:t>
            </a:r>
            <a:r>
              <a:rPr lang="en-US" sz="2800" dirty="0"/>
              <a:t> items </a:t>
            </a:r>
            <a:r>
              <a:rPr lang="en-US" sz="2800" dirty="0" err="1"/>
              <a:t>negativos</a:t>
            </a:r>
            <a:endParaRPr lang="en-US" sz="280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45FB0C9-D091-A19C-647B-24C45BAD719E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965075" y="1755010"/>
            <a:ext cx="4499112" cy="596800"/>
          </a:xfrm>
        </p:spPr>
        <p:txBody>
          <a:bodyPr/>
          <a:lstStyle/>
          <a:p>
            <a:r>
              <a:rPr lang="en-US" sz="2650"/>
              <a:t>Sin IHN</a:t>
            </a:r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A256F4A-0585-BC9F-40F1-1172841E3433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6437716" y="3946367"/>
            <a:ext cx="4612000" cy="438000"/>
          </a:xfrm>
        </p:spPr>
        <p:txBody>
          <a:bodyPr/>
          <a:lstStyle/>
          <a:p>
            <a:pPr marL="482600" indent="-342900">
              <a:buFont typeface="Arial"/>
              <a:buChar char="•"/>
            </a:pPr>
            <a:r>
              <a:rPr lang="en-US" sz="2800" dirty="0"/>
              <a:t>Se </a:t>
            </a:r>
            <a:r>
              <a:rPr lang="en-US" sz="2800" err="1"/>
              <a:t>calculan</a:t>
            </a:r>
            <a:r>
              <a:rPr lang="en-US" sz="2800" dirty="0"/>
              <a:t> </a:t>
            </a:r>
            <a:r>
              <a:rPr lang="en-US" sz="2800" err="1"/>
              <a:t>los</a:t>
            </a:r>
            <a:r>
              <a:rPr lang="en-US" sz="2800" dirty="0"/>
              <a:t> pesos Imp, </a:t>
            </a:r>
            <a:r>
              <a:rPr lang="en-US" sz="2800" err="1"/>
              <a:t>siendo</a:t>
            </a:r>
            <a:r>
              <a:rPr lang="en-US" sz="2800" dirty="0"/>
              <a:t> </a:t>
            </a:r>
            <a:r>
              <a:rPr lang="en-US" sz="2800" err="1"/>
              <a:t>exponencialmente</a:t>
            </a:r>
            <a:r>
              <a:rPr lang="en-US" sz="2800" dirty="0"/>
              <a:t> </a:t>
            </a:r>
            <a:r>
              <a:rPr lang="en-US" sz="2800" err="1"/>
              <a:t>mayores</a:t>
            </a:r>
            <a:r>
              <a:rPr lang="en-US" sz="2800" dirty="0"/>
              <a:t> para hard negatives</a:t>
            </a:r>
          </a:p>
          <a:p>
            <a:pPr marL="482600" indent="-342900">
              <a:buFont typeface="Arial"/>
              <a:buChar char="•"/>
            </a:pPr>
            <a:r>
              <a:rPr lang="en-US" sz="2800" dirty="0"/>
              <a:t>Se </a:t>
            </a:r>
            <a:r>
              <a:rPr lang="en-US" sz="2800" err="1"/>
              <a:t>calcula</a:t>
            </a:r>
            <a:r>
              <a:rPr lang="en-US" sz="2800" dirty="0"/>
              <a:t> la </a:t>
            </a:r>
            <a:r>
              <a:rPr lang="en-US" sz="2800" err="1"/>
              <a:t>suma</a:t>
            </a:r>
            <a:r>
              <a:rPr lang="en-US" sz="2800" dirty="0"/>
              <a:t>, </a:t>
            </a:r>
            <a:r>
              <a:rPr lang="en-US" sz="2800" err="1"/>
              <a:t>pero</a:t>
            </a:r>
            <a:r>
              <a:rPr lang="en-US" sz="2800" dirty="0"/>
              <a:t> </a:t>
            </a:r>
            <a:r>
              <a:rPr lang="en-US" sz="2800" err="1"/>
              <a:t>ahora</a:t>
            </a:r>
            <a:r>
              <a:rPr lang="en-US" sz="2800" dirty="0"/>
              <a:t> con </a:t>
            </a:r>
            <a:r>
              <a:rPr lang="en-US" sz="2800" err="1"/>
              <a:t>los</a:t>
            </a:r>
            <a:r>
              <a:rPr lang="en-US" sz="2800" dirty="0"/>
              <a:t> pesos. Luego se </a:t>
            </a:r>
            <a:r>
              <a:rPr lang="en-US" sz="2800" err="1"/>
              <a:t>normaliza</a:t>
            </a:r>
            <a:r>
              <a:rPr lang="en-US" sz="2800" dirty="0"/>
              <a:t>.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2D685EB0-B776-0CFC-68C3-ED4E6372C9F2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350003" y="1716989"/>
            <a:ext cx="4612000" cy="596800"/>
          </a:xfrm>
        </p:spPr>
        <p:txBody>
          <a:bodyPr/>
          <a:lstStyle/>
          <a:p>
            <a:r>
              <a:rPr lang="en-US" sz="2650"/>
              <a:t>Con IHN</a:t>
            </a:r>
            <a:endParaRPr lang="en-US"/>
          </a:p>
        </p:txBody>
      </p:sp>
      <p:pic>
        <p:nvPicPr>
          <p:cNvPr id="7" name="Picture 6" descr="A close-up of a word&#10;&#10;AI-generated content may be incorrect.">
            <a:extLst>
              <a:ext uri="{FF2B5EF4-FFF2-40B4-BE49-F238E27FC236}">
                <a16:creationId xmlns:a16="http://schemas.microsoft.com/office/drawing/2014/main" id="{E93BBD7C-CEB4-CC9A-EDB9-4137B686C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731" y="2388308"/>
            <a:ext cx="4779800" cy="1240979"/>
          </a:xfrm>
          <a:prstGeom prst="rect">
            <a:avLst/>
          </a:prstGeom>
        </p:spPr>
      </p:pic>
      <p:pic>
        <p:nvPicPr>
          <p:cNvPr id="8" name="Picture 7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E3879E1C-8800-58AA-0924-F910E050E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2149" y="2386527"/>
            <a:ext cx="4528144" cy="1229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4545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BD9B5-CAAE-C30D-B1B5-3E6261840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C61D4-9330-6127-197D-3A1FC0BCB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Solución problema 1:</a:t>
            </a:r>
          </a:p>
        </p:txBody>
      </p:sp>
      <p:pic>
        <p:nvPicPr>
          <p:cNvPr id="8" name="Imagen 7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C806A687-CAE9-6BE8-B0C3-42E614E41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72" y="2045179"/>
            <a:ext cx="11700832" cy="388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8623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ACFCB-583D-8DF1-13A9-6AC4CC52F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669A4-6888-83A2-A06B-E8347C79C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Solución problema 1:</a:t>
            </a:r>
          </a:p>
        </p:txBody>
      </p:sp>
      <p:pic>
        <p:nvPicPr>
          <p:cNvPr id="8" name="Imagen 7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0F7E27D7-F417-2C86-FDFC-0FF05B6B8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19" y="1985648"/>
            <a:ext cx="11700832" cy="3889074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5D7BACEF-5FAF-6AFB-4D1F-4A8B9854C62F}"/>
              </a:ext>
            </a:extLst>
          </p:cNvPr>
          <p:cNvSpPr/>
          <p:nvPr/>
        </p:nvSpPr>
        <p:spPr>
          <a:xfrm>
            <a:off x="3225919" y="2155031"/>
            <a:ext cx="623509" cy="321373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1A70116-9A42-2C82-868A-38EA874E0F7C}"/>
              </a:ext>
            </a:extLst>
          </p:cNvPr>
          <p:cNvSpPr/>
          <p:nvPr/>
        </p:nvSpPr>
        <p:spPr>
          <a:xfrm>
            <a:off x="5740159" y="2155031"/>
            <a:ext cx="609132" cy="321373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C9D85A-34B3-9B54-C5EE-88C8E04E1D32}"/>
              </a:ext>
            </a:extLst>
          </p:cNvPr>
          <p:cNvSpPr/>
          <p:nvPr/>
        </p:nvSpPr>
        <p:spPr>
          <a:xfrm>
            <a:off x="8307415" y="2155031"/>
            <a:ext cx="666642" cy="321373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566565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F2139-B313-159A-894E-94E991C49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FEB62-CD7B-CF29-3FB6-2A9379BA3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Solución problema 2: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FFA10FB-561A-4C88-9EC1-BE5F6C1617F3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996661" y="2561514"/>
            <a:ext cx="5082900" cy="3303100"/>
          </a:xfrm>
        </p:spPr>
        <p:txBody>
          <a:bodyPr/>
          <a:lstStyle/>
          <a:p>
            <a:pPr marL="482600" indent="-342900">
              <a:buFont typeface="Arial" panose="020B0604020202020204" pitchFamily="34" charset="0"/>
              <a:buChar char="•"/>
            </a:pPr>
            <a:r>
              <a:rPr lang="es-CL" sz="2400"/>
              <a:t>El modelo suele caer en un mínimo local donde representa un interés con solo un ítem.</a:t>
            </a:r>
          </a:p>
          <a:p>
            <a:pPr marL="482600" indent="-342900">
              <a:buFont typeface="Arial" panose="020B0604020202020204" pitchFamily="34" charset="0"/>
              <a:buChar char="•"/>
            </a:pPr>
            <a:r>
              <a:rPr lang="es-CL" sz="2400"/>
              <a:t>Se agrega un término a la función de perdida incluyendo la varianza (técnicamente covarianza). </a:t>
            </a:r>
          </a:p>
          <a:p>
            <a:pPr marL="482600" indent="-342900">
              <a:buFont typeface="Arial" panose="020B0604020202020204" pitchFamily="34" charset="0"/>
              <a:buChar char="•"/>
            </a:pPr>
            <a:r>
              <a:rPr lang="es-CL" sz="2400"/>
              <a:t>Esto empuja al modelo usar representaciones con más ítems.</a:t>
            </a:r>
            <a:endParaRPr lang="es-CL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885278F0-E674-C1A7-6E2A-06890ECD1B7A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978802" y="1945860"/>
            <a:ext cx="4671530" cy="596800"/>
          </a:xfrm>
        </p:spPr>
        <p:txBody>
          <a:bodyPr/>
          <a:lstStyle/>
          <a:p>
            <a:r>
              <a:rPr lang="es-CL" sz="2650" err="1"/>
              <a:t>Routing</a:t>
            </a:r>
            <a:r>
              <a:rPr lang="es-CL" sz="2650"/>
              <a:t> </a:t>
            </a:r>
            <a:r>
              <a:rPr lang="es-CL" sz="2650" err="1"/>
              <a:t>Regularization</a:t>
            </a:r>
            <a:r>
              <a:rPr lang="es-CL" sz="2650"/>
              <a:t> (RR)</a:t>
            </a:r>
            <a:endParaRPr lang="es-ES" sz="2650"/>
          </a:p>
        </p:txBody>
      </p:sp>
      <p:sp>
        <p:nvSpPr>
          <p:cNvPr id="8" name="Subtitle 4">
            <a:extLst>
              <a:ext uri="{FF2B5EF4-FFF2-40B4-BE49-F238E27FC236}">
                <a16:creationId xmlns:a16="http://schemas.microsoft.com/office/drawing/2014/main" id="{E2EDA5D1-440A-7ECC-47D6-7EC710275EEC}"/>
              </a:ext>
            </a:extLst>
          </p:cNvPr>
          <p:cNvSpPr txBox="1">
            <a:spLocks/>
          </p:cNvSpPr>
          <p:nvPr/>
        </p:nvSpPr>
        <p:spPr>
          <a:xfrm>
            <a:off x="6544974" y="1483998"/>
            <a:ext cx="3064791" cy="463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pPr marL="482600" indent="-342900">
              <a:buFont typeface="Arial" panose="020B0604020202020204" pitchFamily="34" charset="0"/>
              <a:buChar char="•"/>
            </a:pPr>
            <a:r>
              <a:rPr lang="es-CL" sz="2400"/>
              <a:t>Componente nuevo</a:t>
            </a:r>
          </a:p>
        </p:txBody>
      </p:sp>
      <p:pic>
        <p:nvPicPr>
          <p:cNvPr id="9" name="Picture 8" descr="A black text with black letters&#10;&#10;AI-generated content may be incorrect.">
            <a:extLst>
              <a:ext uri="{FF2B5EF4-FFF2-40B4-BE49-F238E27FC236}">
                <a16:creationId xmlns:a16="http://schemas.microsoft.com/office/drawing/2014/main" id="{A42EB467-1E89-0FFE-0D94-612DFD323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2820" y="2078113"/>
            <a:ext cx="4328034" cy="949983"/>
          </a:xfrm>
          <a:prstGeom prst="rect">
            <a:avLst/>
          </a:prstGeom>
        </p:spPr>
      </p:pic>
      <p:pic>
        <p:nvPicPr>
          <p:cNvPr id="10" name="Picture 9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DA716ADD-996A-BA2D-432C-65EA91D63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778" y="4017821"/>
            <a:ext cx="4317315" cy="1125094"/>
          </a:xfrm>
          <a:prstGeom prst="rect">
            <a:avLst/>
          </a:prstGeom>
        </p:spPr>
      </p:pic>
      <p:sp>
        <p:nvSpPr>
          <p:cNvPr id="11" name="Subtitle 4">
            <a:extLst>
              <a:ext uri="{FF2B5EF4-FFF2-40B4-BE49-F238E27FC236}">
                <a16:creationId xmlns:a16="http://schemas.microsoft.com/office/drawing/2014/main" id="{9817100E-78AD-500A-E76E-4640067FC333}"/>
              </a:ext>
            </a:extLst>
          </p:cNvPr>
          <p:cNvSpPr txBox="1">
            <a:spLocks/>
          </p:cNvSpPr>
          <p:nvPr/>
        </p:nvSpPr>
        <p:spPr>
          <a:xfrm>
            <a:off x="6544973" y="3085388"/>
            <a:ext cx="4303041" cy="469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pPr marL="482600" indent="-342900">
              <a:buFont typeface="Arial" panose="020B0604020202020204" pitchFamily="34" charset="0"/>
              <a:buChar char="•"/>
            </a:pPr>
            <a:r>
              <a:rPr lang="es-CL" sz="2400"/>
              <a:t>Se suma a la función de perdida anterior</a:t>
            </a:r>
          </a:p>
        </p:txBody>
      </p:sp>
      <p:sp>
        <p:nvSpPr>
          <p:cNvPr id="12" name="Subtitle 4">
            <a:extLst>
              <a:ext uri="{FF2B5EF4-FFF2-40B4-BE49-F238E27FC236}">
                <a16:creationId xmlns:a16="http://schemas.microsoft.com/office/drawing/2014/main" id="{9F2C32FC-C91D-389C-D760-A29F2F878462}"/>
              </a:ext>
            </a:extLst>
          </p:cNvPr>
          <p:cNvSpPr txBox="1">
            <a:spLocks/>
          </p:cNvSpPr>
          <p:nvPr/>
        </p:nvSpPr>
        <p:spPr>
          <a:xfrm>
            <a:off x="6544973" y="5157075"/>
            <a:ext cx="5059087" cy="463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pPr marL="482600" indent="-342900">
              <a:buFont typeface="Arial" panose="020B0604020202020204" pitchFamily="34" charset="0"/>
              <a:buChar char="•"/>
            </a:pPr>
            <a:r>
              <a:rPr lang="es-CL" sz="2400" dirty="0"/>
              <a:t>Se agrega un nuevo </a:t>
            </a:r>
            <a:r>
              <a:rPr lang="es-CL" sz="2400" dirty="0" err="1"/>
              <a:t>hiperparámetro</a:t>
            </a:r>
            <a:r>
              <a:rPr lang="es-CL" sz="2400" dirty="0"/>
              <a:t> lambda para regular este factor.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048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A1172E6-D636-F2D9-8A16-22593DB6D7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34895" y="4648065"/>
            <a:ext cx="4612000" cy="438000"/>
          </a:xfrm>
        </p:spPr>
        <p:txBody>
          <a:bodyPr/>
          <a:lstStyle/>
          <a:p>
            <a:r>
              <a:rPr lang="en-US" sz="1850"/>
              <a:t>Items del </a:t>
            </a:r>
            <a:r>
              <a:rPr lang="en-US" sz="1850" err="1"/>
              <a:t>catálogo</a:t>
            </a:r>
            <a:endParaRPr lang="en-US" err="1"/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F1EF9937-7DF6-EDA9-726A-0CBD51D748BB}"/>
              </a:ext>
              <a:ext uri="{147F2762-F138-4A5C-976F-8EAC2B608ADB}">
                <a16:predDERef xmlns:a16="http://schemas.microsoft.com/office/drawing/2014/main" pred="{9CB4C2F0-3091-5C1B-F45B-98C2412F743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8222757"/>
              </p:ext>
            </p:extLst>
          </p:nvPr>
        </p:nvGraphicFramePr>
        <p:xfrm>
          <a:off x="6662086" y="190534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DF463B2D-F24B-5C1C-7F3A-A8CA9CC8637D}"/>
              </a:ext>
              <a:ext uri="{147F2762-F138-4A5C-976F-8EAC2B608ADB}">
                <a16:predDERef xmlns:a16="http://schemas.microsoft.com/office/drawing/2014/main" pred="{F1EF9937-7DF6-EDA9-726A-0CBD51D748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1743350"/>
              </p:ext>
            </p:extLst>
          </p:nvPr>
        </p:nvGraphicFramePr>
        <p:xfrm>
          <a:off x="960791" y="190534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Subtitle 2">
            <a:extLst>
              <a:ext uri="{FF2B5EF4-FFF2-40B4-BE49-F238E27FC236}">
                <a16:creationId xmlns:a16="http://schemas.microsoft.com/office/drawing/2014/main" id="{F6A77F41-77BB-9BE4-44F4-13053E5E19C7}"/>
              </a:ext>
            </a:extLst>
          </p:cNvPr>
          <p:cNvSpPr txBox="1">
            <a:spLocks/>
          </p:cNvSpPr>
          <p:nvPr/>
        </p:nvSpPr>
        <p:spPr>
          <a:xfrm>
            <a:off x="-128990" y="2373029"/>
            <a:ext cx="1180260" cy="1057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r>
              <a:rPr lang="en-US" sz="1850" err="1"/>
              <a:t>Puntaje</a:t>
            </a:r>
            <a:endParaRPr lang="en-US" sz="1850"/>
          </a:p>
          <a:p>
            <a:r>
              <a:rPr lang="en-US" sz="1850"/>
              <a:t>para</a:t>
            </a:r>
          </a:p>
          <a:p>
            <a:r>
              <a:rPr lang="en-US" sz="1850" err="1"/>
              <a:t>interés</a:t>
            </a:r>
            <a:r>
              <a:rPr lang="en-US" sz="1850"/>
              <a:t> k</a:t>
            </a:r>
          </a:p>
        </p:txBody>
      </p:sp>
      <p:sp>
        <p:nvSpPr>
          <p:cNvPr id="19" name="Subtitle 4">
            <a:extLst>
              <a:ext uri="{FF2B5EF4-FFF2-40B4-BE49-F238E27FC236}">
                <a16:creationId xmlns:a16="http://schemas.microsoft.com/office/drawing/2014/main" id="{EECE2DE6-0FF7-E928-6393-6200383E54A6}"/>
              </a:ext>
            </a:extLst>
          </p:cNvPr>
          <p:cNvSpPr txBox="1">
            <a:spLocks/>
          </p:cNvSpPr>
          <p:nvPr/>
        </p:nvSpPr>
        <p:spPr>
          <a:xfrm>
            <a:off x="417948" y="5362699"/>
            <a:ext cx="5111836" cy="428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pPr marL="482600" indent="-342900">
              <a:buFont typeface="Arial" panose="020B0604020202020204" pitchFamily="34" charset="0"/>
              <a:buChar char="•"/>
            </a:pPr>
            <a:r>
              <a:rPr lang="es-CL" sz="2400"/>
              <a:t>Colapso a un solo ítem</a:t>
            </a:r>
          </a:p>
          <a:p>
            <a:pPr marL="482600" indent="-342900">
              <a:buFont typeface="Arial" panose="020B0604020202020204" pitchFamily="34" charset="0"/>
              <a:buChar char="•"/>
            </a:pPr>
            <a:r>
              <a:rPr lang="es-CL" sz="2400"/>
              <a:t>Alta Varianza</a:t>
            </a:r>
          </a:p>
          <a:p>
            <a:pPr marL="482600" indent="-342900">
              <a:buFont typeface="Arial" panose="020B0604020202020204" pitchFamily="34" charset="0"/>
              <a:buChar char="•"/>
            </a:pPr>
            <a:r>
              <a:rPr lang="es-CL" sz="2400"/>
              <a:t>Mínimo local</a:t>
            </a:r>
          </a:p>
          <a:p>
            <a:pPr marL="482600" indent="-342900">
              <a:buFont typeface="Arial" panose="020B0604020202020204" pitchFamily="34" charset="0"/>
              <a:buChar char="•"/>
            </a:pPr>
            <a:endParaRPr lang="es-CL" sz="2400"/>
          </a:p>
          <a:p>
            <a:pPr marL="482600" indent="-342900">
              <a:buFont typeface="Arial" panose="020B0604020202020204" pitchFamily="34" charset="0"/>
              <a:buChar char="•"/>
            </a:pPr>
            <a:endParaRPr lang="es-CL" sz="2400"/>
          </a:p>
          <a:p>
            <a:pPr marL="482600" indent="-342900">
              <a:buFont typeface="Arial" panose="020B0604020202020204" pitchFamily="34" charset="0"/>
              <a:buChar char="•"/>
            </a:pPr>
            <a:endParaRPr lang="es-CL" sz="2400"/>
          </a:p>
        </p:txBody>
      </p:sp>
      <p:sp>
        <p:nvSpPr>
          <p:cNvPr id="20" name="Subtitle 4">
            <a:extLst>
              <a:ext uri="{FF2B5EF4-FFF2-40B4-BE49-F238E27FC236}">
                <a16:creationId xmlns:a16="http://schemas.microsoft.com/office/drawing/2014/main" id="{094B88D9-D8F4-4B75-7221-3A20A14FF621}"/>
              </a:ext>
            </a:extLst>
          </p:cNvPr>
          <p:cNvSpPr txBox="1">
            <a:spLocks/>
          </p:cNvSpPr>
          <p:nvPr/>
        </p:nvSpPr>
        <p:spPr>
          <a:xfrm>
            <a:off x="6427447" y="5362698"/>
            <a:ext cx="5292742" cy="428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pPr marL="482600" indent="-342900">
              <a:buFont typeface="Arial" panose="020B0604020202020204" pitchFamily="34" charset="0"/>
              <a:buChar char="•"/>
            </a:pPr>
            <a:r>
              <a:rPr lang="es-CL" sz="2400"/>
              <a:t>Varios ítems relevantes</a:t>
            </a:r>
            <a:endParaRPr lang="en-US"/>
          </a:p>
          <a:p>
            <a:pPr marL="482600" indent="-342900">
              <a:buFont typeface="Arial" panose="020B0604020202020204" pitchFamily="34" charset="0"/>
              <a:buChar char="•"/>
            </a:pPr>
            <a:r>
              <a:rPr lang="es-CL" sz="2400"/>
              <a:t>Menor varianza</a:t>
            </a:r>
            <a:endParaRPr lang="en-US" sz="1850"/>
          </a:p>
          <a:p>
            <a:pPr marL="482600" indent="-342900">
              <a:buFont typeface="Arial" panose="020B0604020202020204" pitchFamily="34" charset="0"/>
              <a:buChar char="•"/>
            </a:pPr>
            <a:r>
              <a:rPr lang="es-CL" sz="2400"/>
              <a:t>Más representativo</a:t>
            </a:r>
          </a:p>
          <a:p>
            <a:pPr marL="482600" indent="-342900">
              <a:buFont typeface="Arial" panose="020B0604020202020204" pitchFamily="34" charset="0"/>
              <a:buChar char="•"/>
            </a:pPr>
            <a:endParaRPr lang="es-CL" sz="2400"/>
          </a:p>
          <a:p>
            <a:pPr marL="482600" indent="-342900">
              <a:buFont typeface="Arial" panose="020B0604020202020204" pitchFamily="34" charset="0"/>
              <a:buChar char="•"/>
            </a:pPr>
            <a:endParaRPr lang="es-CL" sz="2400"/>
          </a:p>
          <a:p>
            <a:pPr marL="482600" indent="-342900">
              <a:buFont typeface="Arial" panose="020B0604020202020204" pitchFamily="34" charset="0"/>
              <a:buChar char="•"/>
            </a:pPr>
            <a:endParaRPr lang="es-CL" sz="240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9252F400-3E77-FA10-C6AA-820AE6D159FC}"/>
              </a:ext>
            </a:extLst>
          </p:cNvPr>
          <p:cNvSpPr/>
          <p:nvPr/>
        </p:nvSpPr>
        <p:spPr>
          <a:xfrm>
            <a:off x="5567585" y="2932278"/>
            <a:ext cx="1059656" cy="3452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ubtitle 4">
            <a:extLst>
              <a:ext uri="{FF2B5EF4-FFF2-40B4-BE49-F238E27FC236}">
                <a16:creationId xmlns:a16="http://schemas.microsoft.com/office/drawing/2014/main" id="{CDE917B6-71F0-9025-53EE-02177A525FC1}"/>
              </a:ext>
            </a:extLst>
          </p:cNvPr>
          <p:cNvSpPr txBox="1">
            <a:spLocks/>
          </p:cNvSpPr>
          <p:nvPr/>
        </p:nvSpPr>
        <p:spPr>
          <a:xfrm>
            <a:off x="960666" y="1273115"/>
            <a:ext cx="5292742" cy="428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pPr marL="139700" indent="0"/>
            <a:r>
              <a:rPr lang="es-CL" sz="2400"/>
              <a:t>Ejemplo de </a:t>
            </a:r>
            <a:r>
              <a:rPr lang="es-CL" sz="2400" err="1"/>
              <a:t>Routing</a:t>
            </a:r>
            <a:r>
              <a:rPr lang="es-CL" sz="2400"/>
              <a:t> </a:t>
            </a:r>
            <a:r>
              <a:rPr lang="es-CL" sz="2400" err="1"/>
              <a:t>Collapse</a:t>
            </a:r>
            <a:endParaRPr lang="es-CL" sz="2400"/>
          </a:p>
          <a:p>
            <a:pPr marL="482600" indent="-342900">
              <a:buFont typeface="Arial" panose="020B0604020202020204" pitchFamily="34" charset="0"/>
              <a:buChar char="•"/>
            </a:pPr>
            <a:endParaRPr lang="es-CL" sz="2400"/>
          </a:p>
          <a:p>
            <a:pPr marL="482600" indent="-342900">
              <a:buFont typeface="Arial" panose="020B0604020202020204" pitchFamily="34" charset="0"/>
              <a:buChar char="•"/>
            </a:pPr>
            <a:endParaRPr lang="es-CL" sz="2400"/>
          </a:p>
          <a:p>
            <a:pPr marL="482600" indent="-342900">
              <a:buFont typeface="Arial" panose="020B0604020202020204" pitchFamily="34" charset="0"/>
              <a:buChar char="•"/>
            </a:pPr>
            <a:endParaRPr lang="es-CL" sz="2400"/>
          </a:p>
        </p:txBody>
      </p:sp>
      <p:sp>
        <p:nvSpPr>
          <p:cNvPr id="24" name="Subtitle 4">
            <a:extLst>
              <a:ext uri="{FF2B5EF4-FFF2-40B4-BE49-F238E27FC236}">
                <a16:creationId xmlns:a16="http://schemas.microsoft.com/office/drawing/2014/main" id="{95D89B68-1B47-5F1B-F799-EEDCDA988EF8}"/>
              </a:ext>
            </a:extLst>
          </p:cNvPr>
          <p:cNvSpPr txBox="1">
            <a:spLocks/>
          </p:cNvSpPr>
          <p:nvPr/>
        </p:nvSpPr>
        <p:spPr>
          <a:xfrm>
            <a:off x="6661962" y="1289561"/>
            <a:ext cx="5292742" cy="428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pPr marL="139700" indent="0"/>
            <a:r>
              <a:rPr lang="es-CL" sz="2400"/>
              <a:t>Ejemplo con Ajuste de Autores</a:t>
            </a:r>
            <a:endParaRPr lang="en-US"/>
          </a:p>
          <a:p>
            <a:pPr marL="482600" indent="-342900">
              <a:buFont typeface="Arial" panose="020B0604020202020204" pitchFamily="34" charset="0"/>
              <a:buChar char="•"/>
            </a:pPr>
            <a:endParaRPr lang="es-CL" sz="2400"/>
          </a:p>
          <a:p>
            <a:pPr marL="482600" indent="-342900">
              <a:buFont typeface="Arial" panose="020B0604020202020204" pitchFamily="34" charset="0"/>
              <a:buChar char="•"/>
            </a:pPr>
            <a:endParaRPr lang="es-CL" sz="2400"/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5E94A652-53DD-9CD3-AC51-91C86225955F}"/>
              </a:ext>
            </a:extLst>
          </p:cNvPr>
          <p:cNvSpPr txBox="1">
            <a:spLocks/>
          </p:cNvSpPr>
          <p:nvPr/>
        </p:nvSpPr>
        <p:spPr>
          <a:xfrm>
            <a:off x="11010463" y="2373028"/>
            <a:ext cx="1180260" cy="1057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r>
              <a:rPr lang="en-US" sz="1850" err="1"/>
              <a:t>Puntaje</a:t>
            </a:r>
            <a:endParaRPr lang="en-US" sz="1850"/>
          </a:p>
          <a:p>
            <a:r>
              <a:rPr lang="en-US" sz="1850"/>
              <a:t>para</a:t>
            </a:r>
          </a:p>
          <a:p>
            <a:r>
              <a:rPr lang="en-US" sz="1850" err="1"/>
              <a:t>interés</a:t>
            </a:r>
            <a:r>
              <a:rPr lang="en-US" sz="1850"/>
              <a:t> k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9C6B02D0-3A6B-9B82-E73E-8EB15D213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770" y="373966"/>
            <a:ext cx="10272000" cy="763600"/>
          </a:xfrm>
        </p:spPr>
        <p:txBody>
          <a:bodyPr/>
          <a:lstStyle/>
          <a:p>
            <a:r>
              <a:rPr lang="es-CL" err="1"/>
              <a:t>Solucion</a:t>
            </a:r>
            <a:r>
              <a:rPr lang="es-CL"/>
              <a:t> problema 2: Efecto nuevo termino</a:t>
            </a:r>
          </a:p>
        </p:txBody>
      </p:sp>
    </p:spTree>
    <p:extLst>
      <p:ext uri="{BB962C8B-B14F-4D97-AF65-F5344CB8AC3E}">
        <p14:creationId xmlns:p14="http://schemas.microsoft.com/office/powerpoint/2010/main" val="13885748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86328-E513-E3E9-5514-32E10C875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Resultados</a:t>
            </a:r>
            <a:r>
              <a:rPr lang="en-US"/>
              <a:t> del paper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AC3F38-1292-C097-5DF5-1192CA5D4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729" y="2015344"/>
            <a:ext cx="10585283" cy="2828503"/>
          </a:xfrm>
          <a:prstGeom prst="rect">
            <a:avLst/>
          </a:prstGeom>
        </p:spPr>
      </p:pic>
      <p:sp>
        <p:nvSpPr>
          <p:cNvPr id="10" name="Subtitle 4">
            <a:extLst>
              <a:ext uri="{FF2B5EF4-FFF2-40B4-BE49-F238E27FC236}">
                <a16:creationId xmlns:a16="http://schemas.microsoft.com/office/drawing/2014/main" id="{FBF20C39-7FA7-C4DE-E220-13047F343FE9}"/>
              </a:ext>
            </a:extLst>
          </p:cNvPr>
          <p:cNvSpPr txBox="1">
            <a:spLocks/>
          </p:cNvSpPr>
          <p:nvPr/>
        </p:nvSpPr>
        <p:spPr>
          <a:xfrm>
            <a:off x="798948" y="5267449"/>
            <a:ext cx="10041023" cy="1012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pPr marL="482600" indent="-342900">
              <a:buFont typeface="Arial" panose="020B0604020202020204" pitchFamily="34" charset="0"/>
              <a:buChar char="•"/>
            </a:pPr>
            <a:r>
              <a:rPr lang="es-CL" sz="2400"/>
              <a:t>Representación de </a:t>
            </a:r>
            <a:r>
              <a:rPr lang="es-CL" sz="2400" err="1"/>
              <a:t>Routing</a:t>
            </a:r>
            <a:r>
              <a:rPr lang="es-CL" sz="2400"/>
              <a:t> Matrices por modelo, con y sin REMI</a:t>
            </a:r>
          </a:p>
          <a:p>
            <a:pPr marL="482600" indent="-342900">
              <a:buFont typeface="Arial" panose="020B0604020202020204" pitchFamily="34" charset="0"/>
              <a:buChar char="•"/>
            </a:pPr>
            <a:endParaRPr lang="es-CL" sz="2400"/>
          </a:p>
          <a:p>
            <a:pPr marL="482600" indent="-342900">
              <a:buFont typeface="Arial" panose="020B0604020202020204" pitchFamily="34" charset="0"/>
              <a:buChar char="•"/>
            </a:pPr>
            <a:endParaRPr lang="es-CL" sz="2400"/>
          </a:p>
        </p:txBody>
      </p:sp>
    </p:spTree>
    <p:extLst>
      <p:ext uri="{BB962C8B-B14F-4D97-AF65-F5344CB8AC3E}">
        <p14:creationId xmlns:p14="http://schemas.microsoft.com/office/powerpoint/2010/main" val="377316955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43DCD-F15B-AC7D-DCC4-5FB027E6A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2388D-C436-411B-DD98-B0796F4EE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Solución problema 2: </a:t>
            </a:r>
          </a:p>
        </p:txBody>
      </p:sp>
      <p:pic>
        <p:nvPicPr>
          <p:cNvPr id="9" name="Imagen 8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E60E8677-4BF3-6C6F-95D7-87E264204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88" y="1482935"/>
            <a:ext cx="10130823" cy="484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8722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92F4F-DEA8-B5A7-5823-06AC5F521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E0892-B83A-00D5-EE28-702E1BD01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000" y="2704869"/>
            <a:ext cx="5994747" cy="2236400"/>
          </a:xfrm>
        </p:spPr>
        <p:txBody>
          <a:bodyPr/>
          <a:lstStyle/>
          <a:p>
            <a:r>
              <a:rPr lang="es-CL" sz="6650"/>
              <a:t>Impacto y conclusiones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3A18A1-33DA-7A30-C521-ABF7550F394C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es-CL"/>
              <a:t>4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9630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846D7-A279-1D7C-FA0D-B90D19616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4CEB8-F8F4-D540-34CC-97C370B7A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Resultados experimentales de REMI</a:t>
            </a:r>
          </a:p>
        </p:txBody>
      </p:sp>
      <p:pic>
        <p:nvPicPr>
          <p:cNvPr id="3" name="Imagen 2" descr="Tabla&#10;&#10;El contenido generado por IA puede ser incorrecto.">
            <a:extLst>
              <a:ext uri="{FF2B5EF4-FFF2-40B4-BE49-F238E27FC236}">
                <a16:creationId xmlns:a16="http://schemas.microsoft.com/office/drawing/2014/main" id="{A1DDC23F-D8E4-606E-078C-F558B19E6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92" y="1719531"/>
            <a:ext cx="11913438" cy="413780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16943CB-40DE-C167-0ED5-CA30F544DEAC}"/>
              </a:ext>
            </a:extLst>
          </p:cNvPr>
          <p:cNvSpPr/>
          <p:nvPr/>
        </p:nvSpPr>
        <p:spPr>
          <a:xfrm>
            <a:off x="11085447" y="1718731"/>
            <a:ext cx="773473" cy="413178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8869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4A3080-AFBD-08D4-FBB3-1544D1C11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Impacto en el estado del arte</a:t>
            </a:r>
          </a:p>
        </p:txBody>
      </p:sp>
      <p:pic>
        <p:nvPicPr>
          <p:cNvPr id="7" name="Imagen 6" descr="Tabla&#10;&#10;El contenido generado por IA puede ser incorrecto.">
            <a:extLst>
              <a:ext uri="{FF2B5EF4-FFF2-40B4-BE49-F238E27FC236}">
                <a16:creationId xmlns:a16="http://schemas.microsoft.com/office/drawing/2014/main" id="{2BAE784A-32DD-E584-4F54-E3DF9295B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580" y="1477453"/>
            <a:ext cx="8838840" cy="5153923"/>
          </a:xfrm>
          <a:prstGeom prst="rect">
            <a:avLst/>
          </a:prstGeo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37E9DBAF-6363-A4F0-74D8-E05E89E8C5DC}"/>
              </a:ext>
            </a:extLst>
          </p:cNvPr>
          <p:cNvSpPr/>
          <p:nvPr/>
        </p:nvSpPr>
        <p:spPr>
          <a:xfrm>
            <a:off x="4888806" y="2150051"/>
            <a:ext cx="787850" cy="426118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89E75D4B-5B10-0DC8-741A-7DD503256D86}"/>
              </a:ext>
            </a:extLst>
          </p:cNvPr>
          <p:cNvSpPr/>
          <p:nvPr/>
        </p:nvSpPr>
        <p:spPr>
          <a:xfrm>
            <a:off x="7240942" y="2144300"/>
            <a:ext cx="787850" cy="424680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66475268-1FF8-9E3C-8ACA-A950D7387078}"/>
              </a:ext>
            </a:extLst>
          </p:cNvPr>
          <p:cNvSpPr/>
          <p:nvPr/>
        </p:nvSpPr>
        <p:spPr>
          <a:xfrm>
            <a:off x="9584452" y="2144300"/>
            <a:ext cx="759095" cy="424680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84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4">
            <a:extLst>
              <a:ext uri="{FF2B5EF4-FFF2-40B4-BE49-F238E27FC236}">
                <a16:creationId xmlns:a16="http://schemas.microsoft.com/office/drawing/2014/main" id="{BD677381-18A3-853D-5DDD-4C61BA121E9C}"/>
              </a:ext>
            </a:extLst>
          </p:cNvPr>
          <p:cNvSpPr txBox="1">
            <a:spLocks/>
          </p:cNvSpPr>
          <p:nvPr/>
        </p:nvSpPr>
        <p:spPr>
          <a:xfrm>
            <a:off x="1067463" y="1925593"/>
            <a:ext cx="10041023" cy="301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Dosis"/>
              <a:buNone/>
              <a:defRPr sz="1867" b="0" i="0" u="none" strike="noStrike" cap="none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pPr marL="482600" indent="-342900">
              <a:buFont typeface="Calibri" panose="020B0604020202020204" pitchFamily="34" charset="0"/>
              <a:buChar char="-"/>
            </a:pPr>
            <a:r>
              <a:rPr lang="es-CL" sz="3200" dirty="0"/>
              <a:t>REMI, no implica cambios de arquitectura, es simplemente un cambio al método de entrenamiento: </a:t>
            </a:r>
            <a:r>
              <a:rPr lang="es-CL" sz="3200" dirty="0" err="1"/>
              <a:t>Sampling</a:t>
            </a:r>
            <a:r>
              <a:rPr lang="es-CL" sz="3200" dirty="0"/>
              <a:t> / </a:t>
            </a:r>
            <a:r>
              <a:rPr lang="es-CL" sz="3200" dirty="0" err="1"/>
              <a:t>Loss</a:t>
            </a:r>
            <a:r>
              <a:rPr lang="es-CL" sz="3200" dirty="0"/>
              <a:t> </a:t>
            </a:r>
            <a:r>
              <a:rPr lang="es-CL" sz="3200" dirty="0" err="1"/>
              <a:t>Function</a:t>
            </a:r>
            <a:endParaRPr lang="es-CL" sz="3200" dirty="0"/>
          </a:p>
          <a:p>
            <a:pPr marL="482600" indent="-342900">
              <a:buFont typeface="Calibri" panose="020B0604020202020204" pitchFamily="34" charset="0"/>
              <a:buChar char="-"/>
            </a:pPr>
            <a:r>
              <a:rPr lang="es-CL" sz="3200" dirty="0"/>
              <a:t>REMI, es barato computacionalmente e intelectualmente simple.</a:t>
            </a:r>
          </a:p>
          <a:p>
            <a:pPr marL="482600" indent="-342900">
              <a:buFont typeface="Calibri" panose="020B0604020202020204" pitchFamily="34" charset="0"/>
              <a:buChar char="-"/>
            </a:pPr>
            <a:r>
              <a:rPr lang="es-CL" sz="3200" dirty="0"/>
              <a:t>REMI entrega una serie de </a:t>
            </a:r>
            <a:r>
              <a:rPr lang="es-CL" sz="3200" dirty="0" err="1"/>
              <a:t>hiperparámetros</a:t>
            </a:r>
            <a:r>
              <a:rPr lang="es-CL" sz="3200" dirty="0"/>
              <a:t> ajustables para ajustarse a distintos </a:t>
            </a:r>
            <a:r>
              <a:rPr lang="es-CL" sz="3200" dirty="0" err="1"/>
              <a:t>datasets</a:t>
            </a:r>
            <a:r>
              <a:rPr lang="es-CL" sz="3200" dirty="0"/>
              <a:t>: beta, lambda y K (número de intereses)</a:t>
            </a:r>
          </a:p>
          <a:p>
            <a:pPr marL="482600" indent="-342900">
              <a:buFont typeface="Calibri" panose="020B0604020202020204" pitchFamily="34" charset="0"/>
              <a:buChar char="-"/>
            </a:pPr>
            <a:endParaRPr lang="es-CL" sz="2400" dirty="0"/>
          </a:p>
          <a:p>
            <a:pPr marL="482600" indent="-342900">
              <a:buFont typeface="Calibri" panose="020B0604020202020204" pitchFamily="34" charset="0"/>
              <a:buChar char="-"/>
            </a:pPr>
            <a:endParaRPr lang="es-CL" sz="2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944C7B-14D1-FA6A-AAC4-17E3914B2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</p:spPr>
        <p:txBody>
          <a:bodyPr/>
          <a:lstStyle/>
          <a:p>
            <a:r>
              <a:rPr lang="es-CL" dirty="0"/>
              <a:t>Contribuciones</a:t>
            </a:r>
          </a:p>
        </p:txBody>
      </p:sp>
    </p:spTree>
    <p:extLst>
      <p:ext uri="{BB962C8B-B14F-4D97-AF65-F5344CB8AC3E}">
        <p14:creationId xmlns:p14="http://schemas.microsoft.com/office/powerpoint/2010/main" val="23138019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3">
            <a:extLst>
              <a:ext uri="{FF2B5EF4-FFF2-40B4-BE49-F238E27FC236}">
                <a16:creationId xmlns:a16="http://schemas.microsoft.com/office/drawing/2014/main" id="{E1256B73-8388-CC27-67B1-4AC3BC87EAF4}"/>
              </a:ext>
            </a:extLst>
          </p:cNvPr>
          <p:cNvSpPr txBox="1"/>
          <p:nvPr/>
        </p:nvSpPr>
        <p:spPr>
          <a:xfrm>
            <a:off x="862642" y="2048774"/>
            <a:ext cx="11070278" cy="373999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1500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Xie, Y., Gao, J., Zhou, P., Ye, Q., Hua, Y., Kim, J., Wu, F., &amp; Kim, S. (2023). Rethinking multi-interest learning for candidate matching in recommender systems. En </a:t>
            </a:r>
            <a:r>
              <a:rPr lang="en-US" sz="1600" dirty="0" err="1">
                <a:solidFill>
                  <a:schemeClr val="tx1"/>
                </a:solidFill>
              </a:rPr>
              <a:t>arXiv</a:t>
            </a:r>
            <a:r>
              <a:rPr lang="en-US" sz="1600" dirty="0">
                <a:solidFill>
                  <a:schemeClr val="tx1"/>
                </a:solidFill>
              </a:rPr>
              <a:t> [cs.IR]. </a:t>
            </a:r>
            <a:r>
              <a:rPr lang="en-US" sz="16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http://arxiv.org/abs/2302.14532</a:t>
            </a:r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s-ES" sz="1600" dirty="0" err="1">
                <a:solidFill>
                  <a:schemeClr val="tx1"/>
                </a:solidFill>
              </a:rPr>
              <a:t>Cen</a:t>
            </a:r>
            <a:r>
              <a:rPr lang="es-ES" sz="1600" dirty="0">
                <a:solidFill>
                  <a:schemeClr val="tx1"/>
                </a:solidFill>
              </a:rPr>
              <a:t>, Y., Zhang, J., </a:t>
            </a:r>
            <a:r>
              <a:rPr lang="es-ES" sz="1600" dirty="0" err="1">
                <a:solidFill>
                  <a:schemeClr val="tx1"/>
                </a:solidFill>
              </a:rPr>
              <a:t>Zou</a:t>
            </a:r>
            <a:r>
              <a:rPr lang="es-ES" sz="1600" dirty="0">
                <a:solidFill>
                  <a:schemeClr val="tx1"/>
                </a:solidFill>
              </a:rPr>
              <a:t>, X., Zhou, C., Yang, H., &amp; Tang, J. (2020). </a:t>
            </a:r>
            <a:r>
              <a:rPr lang="es-ES" sz="1600" dirty="0" err="1">
                <a:solidFill>
                  <a:schemeClr val="tx1"/>
                </a:solidFill>
              </a:rPr>
              <a:t>Controllable</a:t>
            </a:r>
            <a:r>
              <a:rPr lang="es-ES" sz="1600" dirty="0">
                <a:solidFill>
                  <a:schemeClr val="tx1"/>
                </a:solidFill>
              </a:rPr>
              <a:t> Multi-</a:t>
            </a:r>
            <a:r>
              <a:rPr lang="es-ES" sz="1600" dirty="0" err="1">
                <a:solidFill>
                  <a:schemeClr val="tx1"/>
                </a:solidFill>
              </a:rPr>
              <a:t>Interest</a:t>
            </a:r>
            <a:r>
              <a:rPr lang="es-ES" sz="1600" dirty="0">
                <a:solidFill>
                  <a:schemeClr val="tx1"/>
                </a:solidFill>
              </a:rPr>
              <a:t> Framework </a:t>
            </a:r>
            <a:r>
              <a:rPr lang="es-ES" sz="1600" dirty="0" err="1">
                <a:solidFill>
                  <a:schemeClr val="tx1"/>
                </a:solidFill>
              </a:rPr>
              <a:t>for</a:t>
            </a: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S" sz="1600" dirty="0" err="1">
                <a:solidFill>
                  <a:schemeClr val="tx1"/>
                </a:solidFill>
              </a:rPr>
              <a:t>Recommendation</a:t>
            </a:r>
            <a:r>
              <a:rPr lang="es-ES" sz="1600" dirty="0">
                <a:solidFill>
                  <a:schemeClr val="tx1"/>
                </a:solidFill>
              </a:rPr>
              <a:t> (No. arXiv:2005.09347). </a:t>
            </a:r>
            <a:r>
              <a:rPr lang="es-ES" sz="1600" dirty="0" err="1">
                <a:solidFill>
                  <a:schemeClr val="tx1"/>
                </a:solidFill>
              </a:rPr>
              <a:t>arXiv</a:t>
            </a:r>
            <a:r>
              <a:rPr lang="es-ES" sz="1600" dirty="0">
                <a:solidFill>
                  <a:schemeClr val="tx1"/>
                </a:solidFill>
              </a:rPr>
              <a:t>. </a:t>
            </a:r>
            <a:r>
              <a:rPr lang="es-ES" sz="1600" dirty="0">
                <a:solidFill>
                  <a:schemeClr val="tx1"/>
                </a:solidFill>
                <a:hlinkClick r:id="rId3"/>
              </a:rPr>
              <a:t>https://doi.org/10.48550/arXiv.2005.09347</a:t>
            </a:r>
            <a:endParaRPr lang="es-ES" sz="16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Chen, G., Zhang, X., Zhao, Y., </a:t>
            </a:r>
            <a:r>
              <a:rPr lang="es-ES" sz="1600" dirty="0" err="1">
                <a:solidFill>
                  <a:schemeClr val="tx1"/>
                </a:solidFill>
              </a:rPr>
              <a:t>Xue</a:t>
            </a:r>
            <a:r>
              <a:rPr lang="es-ES" sz="1600" dirty="0">
                <a:solidFill>
                  <a:schemeClr val="tx1"/>
                </a:solidFill>
              </a:rPr>
              <a:t>, C., &amp; </a:t>
            </a:r>
            <a:r>
              <a:rPr lang="es-ES" sz="1600" dirty="0" err="1">
                <a:solidFill>
                  <a:schemeClr val="tx1"/>
                </a:solidFill>
              </a:rPr>
              <a:t>Xiang</a:t>
            </a:r>
            <a:r>
              <a:rPr lang="es-ES" sz="1600" dirty="0">
                <a:solidFill>
                  <a:schemeClr val="tx1"/>
                </a:solidFill>
              </a:rPr>
              <a:t>, J. (2021). </a:t>
            </a:r>
            <a:r>
              <a:rPr lang="es-ES" sz="1600" dirty="0" err="1">
                <a:solidFill>
                  <a:schemeClr val="tx1"/>
                </a:solidFill>
              </a:rPr>
              <a:t>Exploring</a:t>
            </a: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S" sz="1600" dirty="0" err="1">
                <a:solidFill>
                  <a:schemeClr val="tx1"/>
                </a:solidFill>
              </a:rPr>
              <a:t>Periodicity</a:t>
            </a:r>
            <a:r>
              <a:rPr lang="es-ES" sz="1600" dirty="0">
                <a:solidFill>
                  <a:schemeClr val="tx1"/>
                </a:solidFill>
              </a:rPr>
              <a:t> and </a:t>
            </a:r>
            <a:r>
              <a:rPr lang="es-ES" sz="1600" dirty="0" err="1">
                <a:solidFill>
                  <a:schemeClr val="tx1"/>
                </a:solidFill>
              </a:rPr>
              <a:t>Interactivity</a:t>
            </a:r>
            <a:r>
              <a:rPr lang="es-ES" sz="1600" dirty="0">
                <a:solidFill>
                  <a:schemeClr val="tx1"/>
                </a:solidFill>
              </a:rPr>
              <a:t> in Multi-</a:t>
            </a:r>
            <a:r>
              <a:rPr lang="es-ES" sz="1600" dirty="0" err="1">
                <a:solidFill>
                  <a:schemeClr val="tx1"/>
                </a:solidFill>
              </a:rPr>
              <a:t>Interest</a:t>
            </a:r>
            <a:r>
              <a:rPr lang="es-ES" sz="1600" dirty="0">
                <a:solidFill>
                  <a:schemeClr val="tx1"/>
                </a:solidFill>
              </a:rPr>
              <a:t> Framework </a:t>
            </a:r>
            <a:r>
              <a:rPr lang="es-ES" sz="1600" dirty="0" err="1">
                <a:solidFill>
                  <a:schemeClr val="tx1"/>
                </a:solidFill>
              </a:rPr>
              <a:t>for</a:t>
            </a: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S" sz="1600" dirty="0" err="1">
                <a:solidFill>
                  <a:schemeClr val="tx1"/>
                </a:solidFill>
              </a:rPr>
              <a:t>Sequential</a:t>
            </a: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S" sz="1600" dirty="0" err="1">
                <a:solidFill>
                  <a:schemeClr val="tx1"/>
                </a:solidFill>
              </a:rPr>
              <a:t>Recommendation</a:t>
            </a:r>
            <a:r>
              <a:rPr lang="es-ES" sz="1600" dirty="0">
                <a:solidFill>
                  <a:schemeClr val="tx1"/>
                </a:solidFill>
              </a:rPr>
              <a:t>. </a:t>
            </a:r>
            <a:r>
              <a:rPr lang="es-ES" sz="1600" dirty="0" err="1">
                <a:solidFill>
                  <a:schemeClr val="tx1"/>
                </a:solidFill>
              </a:rPr>
              <a:t>Proceedings</a:t>
            </a: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S" sz="1600" dirty="0" err="1">
                <a:solidFill>
                  <a:schemeClr val="tx1"/>
                </a:solidFill>
              </a:rPr>
              <a:t>of</a:t>
            </a: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S" sz="1600" dirty="0" err="1">
                <a:solidFill>
                  <a:schemeClr val="tx1"/>
                </a:solidFill>
              </a:rPr>
              <a:t>the</a:t>
            </a: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S" sz="1600" dirty="0" err="1">
                <a:solidFill>
                  <a:schemeClr val="tx1"/>
                </a:solidFill>
              </a:rPr>
              <a:t>Thirtieth</a:t>
            </a:r>
            <a:r>
              <a:rPr lang="es-ES" sz="1600" dirty="0">
                <a:solidFill>
                  <a:schemeClr val="tx1"/>
                </a:solidFill>
              </a:rPr>
              <a:t> International </a:t>
            </a:r>
            <a:r>
              <a:rPr lang="es-ES" sz="1600" dirty="0" err="1">
                <a:solidFill>
                  <a:schemeClr val="tx1"/>
                </a:solidFill>
              </a:rPr>
              <a:t>Joint</a:t>
            </a: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S" sz="1600" dirty="0" err="1">
                <a:solidFill>
                  <a:schemeClr val="tx1"/>
                </a:solidFill>
              </a:rPr>
              <a:t>Conference</a:t>
            </a: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S" sz="1600" dirty="0" err="1">
                <a:solidFill>
                  <a:schemeClr val="tx1"/>
                </a:solidFill>
              </a:rPr>
              <a:t>on</a:t>
            </a:r>
            <a:r>
              <a:rPr lang="es-ES" sz="1600" dirty="0">
                <a:solidFill>
                  <a:schemeClr val="tx1"/>
                </a:solidFill>
              </a:rPr>
              <a:t> Artificial </a:t>
            </a:r>
            <a:r>
              <a:rPr lang="es-ES" sz="1600" dirty="0" err="1">
                <a:solidFill>
                  <a:schemeClr val="tx1"/>
                </a:solidFill>
              </a:rPr>
              <a:t>Intelligence</a:t>
            </a:r>
            <a:r>
              <a:rPr lang="es-ES" sz="1600" dirty="0">
                <a:solidFill>
                  <a:schemeClr val="tx1"/>
                </a:solidFill>
              </a:rPr>
              <a:t>, 1426–1433. </a:t>
            </a:r>
            <a:r>
              <a:rPr lang="es-ES" sz="1600" dirty="0">
                <a:solidFill>
                  <a:schemeClr val="tx1"/>
                </a:solidFill>
                <a:hlinkClick r:id="rId4"/>
              </a:rPr>
              <a:t>https://doi.org/10.24963/ijcai.2021/197</a:t>
            </a:r>
            <a:endParaRPr lang="es-ES" sz="16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Li, C., Liu, Z., Wu, M., </a:t>
            </a:r>
            <a:r>
              <a:rPr lang="es-ES" sz="1600" dirty="0" err="1">
                <a:solidFill>
                  <a:schemeClr val="tx1"/>
                </a:solidFill>
              </a:rPr>
              <a:t>Xu</a:t>
            </a:r>
            <a:r>
              <a:rPr lang="es-ES" sz="1600" dirty="0">
                <a:solidFill>
                  <a:schemeClr val="tx1"/>
                </a:solidFill>
              </a:rPr>
              <a:t>, Y., Huang, P., Zhao, H., Kang, G., Chen, Q., Li, W., &amp; Lee, D. L. (2019). Multi-</a:t>
            </a:r>
            <a:r>
              <a:rPr lang="es-ES" sz="1600" dirty="0" err="1">
                <a:solidFill>
                  <a:schemeClr val="tx1"/>
                </a:solidFill>
              </a:rPr>
              <a:t>Interest</a:t>
            </a:r>
            <a:r>
              <a:rPr lang="es-ES" sz="1600" dirty="0">
                <a:solidFill>
                  <a:schemeClr val="tx1"/>
                </a:solidFill>
              </a:rPr>
              <a:t> Network </a:t>
            </a:r>
            <a:r>
              <a:rPr lang="es-ES" sz="1600" dirty="0" err="1">
                <a:solidFill>
                  <a:schemeClr val="tx1"/>
                </a:solidFill>
              </a:rPr>
              <a:t>with</a:t>
            </a:r>
            <a:r>
              <a:rPr lang="es-ES" sz="1600" dirty="0">
                <a:solidFill>
                  <a:schemeClr val="tx1"/>
                </a:solidFill>
              </a:rPr>
              <a:t> Dynamic </a:t>
            </a:r>
            <a:r>
              <a:rPr lang="es-ES" sz="1600" dirty="0" err="1">
                <a:solidFill>
                  <a:schemeClr val="tx1"/>
                </a:solidFill>
              </a:rPr>
              <a:t>Routing</a:t>
            </a: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S" sz="1600" dirty="0" err="1">
                <a:solidFill>
                  <a:schemeClr val="tx1"/>
                </a:solidFill>
              </a:rPr>
              <a:t>for</a:t>
            </a: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S" sz="1600" dirty="0" err="1">
                <a:solidFill>
                  <a:schemeClr val="tx1"/>
                </a:solidFill>
              </a:rPr>
              <a:t>Recommendation</a:t>
            </a:r>
            <a:r>
              <a:rPr lang="es-ES" sz="1600" dirty="0">
                <a:solidFill>
                  <a:schemeClr val="tx1"/>
                </a:solidFill>
              </a:rPr>
              <a:t> at </a:t>
            </a:r>
            <a:r>
              <a:rPr lang="es-ES" sz="1600" dirty="0" err="1">
                <a:solidFill>
                  <a:schemeClr val="tx1"/>
                </a:solidFill>
              </a:rPr>
              <a:t>Tmall</a:t>
            </a:r>
            <a:r>
              <a:rPr lang="es-ES" sz="1600" dirty="0">
                <a:solidFill>
                  <a:schemeClr val="tx1"/>
                </a:solidFill>
              </a:rPr>
              <a:t> (No. arXiv:1904.08030). </a:t>
            </a:r>
            <a:r>
              <a:rPr lang="es-ES" sz="1600" dirty="0" err="1">
                <a:solidFill>
                  <a:schemeClr val="tx1"/>
                </a:solidFill>
              </a:rPr>
              <a:t>arXiv</a:t>
            </a:r>
            <a:r>
              <a:rPr lang="es-ES" sz="1600" dirty="0">
                <a:solidFill>
                  <a:schemeClr val="tx1"/>
                </a:solidFill>
              </a:rPr>
              <a:t>. </a:t>
            </a:r>
            <a:r>
              <a:rPr lang="es-ES" sz="1600" dirty="0">
                <a:solidFill>
                  <a:schemeClr val="tx1"/>
                </a:solidFill>
                <a:hlinkClick r:id="rId5"/>
              </a:rPr>
              <a:t>https://doi.org/10.48550/arXiv.1904.08030</a:t>
            </a:r>
            <a:endParaRPr lang="es-ES" sz="1600" dirty="0">
              <a:solidFill>
                <a:schemeClr val="tx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7196392-8E8F-6EF4-CA46-5635A1FCDE26}"/>
              </a:ext>
            </a:extLst>
          </p:cNvPr>
          <p:cNvSpPr txBox="1">
            <a:spLocks/>
          </p:cNvSpPr>
          <p:nvPr/>
        </p:nvSpPr>
        <p:spPr>
          <a:xfrm>
            <a:off x="859358" y="949371"/>
            <a:ext cx="10272000" cy="763600"/>
          </a:xfrm>
          <a:prstGeom prst="rect">
            <a:avLst/>
          </a:prstGeom>
        </p:spPr>
        <p:txBody>
          <a:bodyPr lIns="91440" tIns="45720" rIns="91440" bIns="4572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CL" sz="3000" dirty="0">
                <a:solidFill>
                  <a:schemeClr val="tx1"/>
                </a:solidFill>
                <a:latin typeface="Poppins"/>
              </a:rPr>
              <a:t>Bibliografía</a:t>
            </a:r>
            <a:endParaRPr lang="en-US" sz="3000" dirty="0">
              <a:solidFill>
                <a:schemeClr val="tx1"/>
              </a:solidFill>
              <a:latin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1348981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D31356D-364D-412A-1E4A-B5BE1AB896E9}"/>
              </a:ext>
            </a:extLst>
          </p:cNvPr>
          <p:cNvSpPr txBox="1"/>
          <p:nvPr/>
        </p:nvSpPr>
        <p:spPr>
          <a:xfrm>
            <a:off x="3048000" y="2163792"/>
            <a:ext cx="6096000" cy="25237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7200" dirty="0">
                <a:solidFill>
                  <a:srgbClr val="FFFFFF"/>
                </a:solidFill>
                <a:latin typeface="Poppins"/>
                <a:cs typeface="Poppins"/>
              </a:rPr>
              <a:t>¡</a:t>
            </a:r>
            <a:r>
              <a:rPr lang="en-US" sz="7200" dirty="0">
                <a:solidFill>
                  <a:srgbClr val="FFFFFF"/>
                </a:solidFill>
                <a:latin typeface="Poppins"/>
                <a:cs typeface="Segoe UI"/>
              </a:rPr>
              <a:t>Gracias </a:t>
            </a:r>
            <a:r>
              <a:rPr lang="en-US" sz="7200" dirty="0" err="1">
                <a:solidFill>
                  <a:srgbClr val="FFFFFF"/>
                </a:solidFill>
                <a:latin typeface="Poppins"/>
                <a:cs typeface="Segoe UI"/>
              </a:rPr>
              <a:t>por</a:t>
            </a:r>
            <a:r>
              <a:rPr lang="en-US" sz="7200" dirty="0">
                <a:solidFill>
                  <a:srgbClr val="FFFFFF"/>
                </a:solidFill>
                <a:latin typeface="Poppins"/>
                <a:cs typeface="Segoe UI"/>
              </a:rPr>
              <a:t> </a:t>
            </a:r>
            <a:r>
              <a:rPr lang="en-US" sz="7200" dirty="0" err="1">
                <a:solidFill>
                  <a:srgbClr val="FFFFFF"/>
                </a:solidFill>
                <a:latin typeface="Poppins"/>
                <a:cs typeface="Segoe UI"/>
              </a:rPr>
              <a:t>su</a:t>
            </a:r>
            <a:r>
              <a:rPr lang="en-US" sz="7200" dirty="0">
                <a:solidFill>
                  <a:srgbClr val="FFFFFF"/>
                </a:solidFill>
                <a:latin typeface="Poppins"/>
                <a:cs typeface="Segoe UI"/>
              </a:rPr>
              <a:t> </a:t>
            </a:r>
            <a:r>
              <a:rPr lang="en-US" sz="7200" dirty="0" err="1">
                <a:solidFill>
                  <a:srgbClr val="FFFFFF"/>
                </a:solidFill>
                <a:latin typeface="Poppins"/>
                <a:cs typeface="Segoe UI"/>
              </a:rPr>
              <a:t>atención</a:t>
            </a:r>
            <a:r>
              <a:rPr lang="en-US" sz="7200" dirty="0">
                <a:solidFill>
                  <a:srgbClr val="FFFFFF"/>
                </a:solidFill>
                <a:latin typeface="Poppins"/>
                <a:cs typeface="Segoe UI"/>
              </a:rPr>
              <a:t>!</a:t>
            </a:r>
            <a:endParaRPr lang="es-ES"/>
          </a:p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74603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88901-8987-A176-01C6-46903ECF0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Anexo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8C46DB-217C-FF27-4CBD-D3C036DB9E05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es-CL" dirty="0"/>
              <a:t>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20172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A341B1-7AC5-2D04-BB1A-2E09FE6B2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45" y="2123759"/>
            <a:ext cx="11881508" cy="2604631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FAAB1517-ECD0-A92B-0E9A-4D718FFF6134}"/>
              </a:ext>
            </a:extLst>
          </p:cNvPr>
          <p:cNvSpPr txBox="1"/>
          <p:nvPr/>
        </p:nvSpPr>
        <p:spPr>
          <a:xfrm>
            <a:off x="158151" y="4722962"/>
            <a:ext cx="76056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accent6"/>
                </a:solidFill>
              </a:rPr>
              <a:t>Figure 6: Study on balance parameter 𝛽 and 𝜆. We show Hit Rate@50 and NDCG@50 on three datasets.</a:t>
            </a:r>
          </a:p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11648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870C09-69CE-CB68-45FD-519E91976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572" y="637785"/>
            <a:ext cx="9716856" cy="558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165450"/>
      </p:ext>
    </p:extLst>
  </p:cSld>
  <p:clrMapOvr>
    <a:masterClrMapping/>
  </p:clrMapOvr>
</p:sld>
</file>

<file path=ppt/theme/theme1.xml><?xml version="1.0" encoding="utf-8"?>
<a:theme xmlns:a="http://schemas.openxmlformats.org/drawingml/2006/main" name="Network Design Theme by Slidesgo">
  <a:themeElements>
    <a:clrScheme name="Simple Light">
      <a:dk1>
        <a:srgbClr val="FFFFFF"/>
      </a:dk1>
      <a:lt1>
        <a:srgbClr val="0C0A45"/>
      </a:lt1>
      <a:dk2>
        <a:srgbClr val="942290"/>
      </a:dk2>
      <a:lt2>
        <a:srgbClr val="07A0B3"/>
      </a:lt2>
      <a:accent1>
        <a:srgbClr val="90FFFD"/>
      </a:accent1>
      <a:accent2>
        <a:srgbClr val="716EBE"/>
      </a:accent2>
      <a:accent3>
        <a:srgbClr val="434186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66ACADB777DB4AB12662C309F2E476" ma:contentTypeVersion="15" ma:contentTypeDescription="Create a new document." ma:contentTypeScope="" ma:versionID="9d12ec8cbe1ac26f9194ba556feea1e0">
  <xsd:schema xmlns:xsd="http://www.w3.org/2001/XMLSchema" xmlns:xs="http://www.w3.org/2001/XMLSchema" xmlns:p="http://schemas.microsoft.com/office/2006/metadata/properties" xmlns:ns3="d691f176-4630-4bb2-82f1-65c978a779e8" xmlns:ns4="78a8f918-ebf0-4a70-9fa6-81ea48494c50" targetNamespace="http://schemas.microsoft.com/office/2006/metadata/properties" ma:root="true" ma:fieldsID="f1df5b603a41a2cd3adb113afc7a2ac5" ns3:_="" ns4:_="">
    <xsd:import namespace="d691f176-4630-4bb2-82f1-65c978a779e8"/>
    <xsd:import namespace="78a8f918-ebf0-4a70-9fa6-81ea48494c5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3:MediaServiceDateTaken" minOccurs="0"/>
                <xsd:element ref="ns3:MediaServiceObjectDetectorVersions" minOccurs="0"/>
                <xsd:element ref="ns3:MediaServiceAutoTags" minOccurs="0"/>
                <xsd:element ref="ns3:MediaLengthInSeconds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91f176-4630-4bb2-82f1-65c978a779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a8f918-ebf0-4a70-9fa6-81ea48494c50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691f176-4630-4bb2-82f1-65c978a779e8" xsi:nil="true"/>
  </documentManagement>
</p:properties>
</file>

<file path=customXml/itemProps1.xml><?xml version="1.0" encoding="utf-8"?>
<ds:datastoreItem xmlns:ds="http://schemas.openxmlformats.org/officeDocument/2006/customXml" ds:itemID="{D27990B8-CC9B-43DE-9776-14C7A9228D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691f176-4630-4bb2-82f1-65c978a779e8"/>
    <ds:schemaRef ds:uri="78a8f918-ebf0-4a70-9fa6-81ea48494c5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405DA09-DCC5-4E02-A8F6-B1E30F53DC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10B87D4-3E7F-4258-B39A-ED5D01C466D5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www.w3.org/XML/1998/namespace"/>
    <ds:schemaRef ds:uri="http://schemas.openxmlformats.org/package/2006/metadata/core-properties"/>
    <ds:schemaRef ds:uri="d691f176-4630-4bb2-82f1-65c978a779e8"/>
    <ds:schemaRef ds:uri="http://purl.org/dc/terms/"/>
    <ds:schemaRef ds:uri="78a8f918-ebf0-4a70-9fa6-81ea48494c50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Network Design Theme by Slidesgo</Template>
  <TotalTime>4146</TotalTime>
  <Words>1380</Words>
  <Application>Microsoft Office PowerPoint</Application>
  <PresentationFormat>Widescreen</PresentationFormat>
  <Paragraphs>155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9" baseType="lpstr">
      <vt:lpstr>Arial</vt:lpstr>
      <vt:lpstr>Arial,Sans-Serif</vt:lpstr>
      <vt:lpstr>Bebas Neue</vt:lpstr>
      <vt:lpstr>Calibri</vt:lpstr>
      <vt:lpstr>Dosis</vt:lpstr>
      <vt:lpstr>Dosis Light</vt:lpstr>
      <vt:lpstr>Nunito Light</vt:lpstr>
      <vt:lpstr>Poppins</vt:lpstr>
      <vt:lpstr>Poppins Light</vt:lpstr>
      <vt:lpstr>Proxima Nova</vt:lpstr>
      <vt:lpstr>PT Sans</vt:lpstr>
      <vt:lpstr>Network Design Theme by Slidesgo</vt:lpstr>
      <vt:lpstr>Slidesgo Final Pages</vt:lpstr>
      <vt:lpstr>Reformular Multi-Interest Learning para Matching de Candidatos</vt:lpstr>
      <vt:lpstr>Contexto</vt:lpstr>
      <vt:lpstr>17th ACM Conference on Recommender Systems  “Recsys2023”  </vt:lpstr>
      <vt:lpstr>Contexto </vt:lpstr>
      <vt:lpstr>Contexto</vt:lpstr>
      <vt:lpstr>PowerPoint Presentation</vt:lpstr>
      <vt:lpstr>Contexto</vt:lpstr>
      <vt:lpstr>Conceptos Relevantes</vt:lpstr>
      <vt:lpstr>Problemas principales</vt:lpstr>
      <vt:lpstr>"We revisit the training scheme of multi-interest learning and uncover two major problems regarding the current negative sampling strategy and routing collapse, which significantly hinder the performance of multi-interest models."</vt:lpstr>
      <vt:lpstr>Problema 1: "Easy negatives" </vt:lpstr>
      <vt:lpstr>Problema 1: "Easy negatives" </vt:lpstr>
      <vt:lpstr>Problema 2: Routing collapse</vt:lpstr>
      <vt:lpstr>Formalización del Problema de Recomendación</vt:lpstr>
      <vt:lpstr>PowerPoint Presentation</vt:lpstr>
      <vt:lpstr>La solución propuesta</vt:lpstr>
      <vt:lpstr>"To address these issues, we propose the REMI framework, consisting of an Interest-aware Hard Negative mining strategy (IHN) and a Routing Regularization (RR) method."</vt:lpstr>
      <vt:lpstr>Solución problema 1:</vt:lpstr>
      <vt:lpstr>Loss Function</vt:lpstr>
      <vt:lpstr>Solución problema 1: continuación</vt:lpstr>
      <vt:lpstr>Comparación de Implementación</vt:lpstr>
      <vt:lpstr>Solución problema 1:</vt:lpstr>
      <vt:lpstr>Solución problema 1:</vt:lpstr>
      <vt:lpstr>Solución problema 2:</vt:lpstr>
      <vt:lpstr>Solucion problema 2: Efecto nuevo termino</vt:lpstr>
      <vt:lpstr>Resultados del paper</vt:lpstr>
      <vt:lpstr>Solución problema 2: </vt:lpstr>
      <vt:lpstr>Impacto y conclusiones</vt:lpstr>
      <vt:lpstr>Resultados experimentales de REMI</vt:lpstr>
      <vt:lpstr>Impacto en el estado del arte</vt:lpstr>
      <vt:lpstr>Contribuciones</vt:lpstr>
      <vt:lpstr>PowerPoint Presentation</vt:lpstr>
      <vt:lpstr>PowerPoint Presentation</vt:lpstr>
      <vt:lpstr>Anexo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Alejandro Rojas Sánchez</dc:creator>
  <cp:lastModifiedBy>Lucas Alejandro Rojas Sánchez</cp:lastModifiedBy>
  <cp:revision>2</cp:revision>
  <dcterms:created xsi:type="dcterms:W3CDTF">2025-10-17T00:47:46Z</dcterms:created>
  <dcterms:modified xsi:type="dcterms:W3CDTF">2025-10-20T22:49:53Z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0x0101005E66ACADB777DB4AB12662C309F2E476</vt:lpwstr>
  </property>
</Properties>
</file>